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3.xml" ContentType="application/inkml+xml"/>
  <Override PartName="/ppt/ink/ink4.xml" ContentType="application/inkml+xml"/>
  <Override PartName="/ppt/notesSlides/notesSlide6.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61" r:id="rId3"/>
    <p:sldId id="290" r:id="rId4"/>
    <p:sldId id="257" r:id="rId5"/>
    <p:sldId id="258" r:id="rId6"/>
    <p:sldId id="260" r:id="rId7"/>
    <p:sldId id="262" r:id="rId8"/>
    <p:sldId id="263" r:id="rId9"/>
    <p:sldId id="272" r:id="rId10"/>
    <p:sldId id="266" r:id="rId11"/>
    <p:sldId id="273" r:id="rId12"/>
    <p:sldId id="271" r:id="rId13"/>
    <p:sldId id="278" r:id="rId14"/>
    <p:sldId id="265" r:id="rId15"/>
    <p:sldId id="274" r:id="rId16"/>
    <p:sldId id="264" r:id="rId17"/>
    <p:sldId id="267" r:id="rId18"/>
    <p:sldId id="279" r:id="rId19"/>
    <p:sldId id="276" r:id="rId20"/>
    <p:sldId id="280" r:id="rId21"/>
    <p:sldId id="303" r:id="rId22"/>
    <p:sldId id="283" r:id="rId23"/>
    <p:sldId id="284" r:id="rId24"/>
    <p:sldId id="285" r:id="rId25"/>
    <p:sldId id="286" r:id="rId26"/>
    <p:sldId id="289" r:id="rId27"/>
    <p:sldId id="287" r:id="rId28"/>
    <p:sldId id="292" r:id="rId29"/>
    <p:sldId id="293" r:id="rId30"/>
    <p:sldId id="294" r:id="rId31"/>
    <p:sldId id="299" r:id="rId32"/>
    <p:sldId id="298" r:id="rId33"/>
    <p:sldId id="304" r:id="rId34"/>
    <p:sldId id="300" r:id="rId35"/>
    <p:sldId id="305" r:id="rId36"/>
    <p:sldId id="301" r:id="rId37"/>
    <p:sldId id="302" r:id="rId38"/>
    <p:sldId id="310" r:id="rId39"/>
    <p:sldId id="313" r:id="rId40"/>
    <p:sldId id="312" r:id="rId41"/>
    <p:sldId id="318" r:id="rId42"/>
    <p:sldId id="317" r:id="rId43"/>
    <p:sldId id="316" r:id="rId44"/>
    <p:sldId id="315" r:id="rId45"/>
    <p:sldId id="314" r:id="rId46"/>
    <p:sldId id="319" r:id="rId47"/>
    <p:sldId id="320" r:id="rId48"/>
    <p:sldId id="321" r:id="rId49"/>
    <p:sldId id="311" r:id="rId50"/>
    <p:sldId id="322" r:id="rId51"/>
    <p:sldId id="324" r:id="rId52"/>
    <p:sldId id="325" r:id="rId53"/>
    <p:sldId id="326" r:id="rId54"/>
    <p:sldId id="327"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E73"/>
    <a:srgbClr val="AAB7C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0T04:25:57.690"/>
    </inkml:context>
    <inkml:brush xml:id="br0">
      <inkml:brushProperty name="width" value="0.025" units="cm"/>
      <inkml:brushProperty name="height" value="0.025" units="cm"/>
      <inkml:brushProperty name="color" value="#333333"/>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0T04:25:58.465"/>
    </inkml:context>
    <inkml:brush xml:id="br0">
      <inkml:brushProperty name="width" value="0.025" units="cm"/>
      <inkml:brushProperty name="height" value="0.025" units="cm"/>
      <inkml:brushProperty name="color" value="#333333"/>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0T04:25:57.690"/>
    </inkml:context>
    <inkml:brush xml:id="br0">
      <inkml:brushProperty name="width" value="0.025" units="cm"/>
      <inkml:brushProperty name="height" value="0.025" units="cm"/>
      <inkml:brushProperty name="color" value="#333333"/>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0T04:25:58.465"/>
    </inkml:context>
    <inkml:brush xml:id="br0">
      <inkml:brushProperty name="width" value="0.025" units="cm"/>
      <inkml:brushProperty name="height" value="0.025" units="cm"/>
      <inkml:brushProperty name="color" value="#333333"/>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0T04:25:57.690"/>
    </inkml:context>
    <inkml:brush xml:id="br0">
      <inkml:brushProperty name="width" value="0.025" units="cm"/>
      <inkml:brushProperty name="height" value="0.025" units="cm"/>
      <inkml:brushProperty name="color" value="#333333"/>
    </inkml:brush>
  </inkml:definitions>
  <inkml:trace contextRef="#ctx0" brushRef="#br0">0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0T04:25:58.465"/>
    </inkml:context>
    <inkml:brush xml:id="br0">
      <inkml:brushProperty name="width" value="0.025" units="cm"/>
      <inkml:brushProperty name="height" value="0.025" units="cm"/>
      <inkml:brushProperty name="color" value="#333333"/>
    </inkml:brush>
  </inkml:definitions>
  <inkml:trace contextRef="#ctx0" brushRef="#br0">1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0T06:51:32.103"/>
    </inkml:context>
    <inkml:brush xml:id="br0">
      <inkml:brushProperty name="width" value="0.05" units="cm"/>
      <inkml:brushProperty name="height" value="0.05" units="cm"/>
      <inkml:brushProperty name="color" value="#E71224"/>
    </inkml:brush>
  </inkml:definitions>
  <inkml:trace contextRef="#ctx0" brushRef="#br0">0 0 24575,'7'4'0,"-1"0"0,1 0 0,-1 0 0,0 1 0,9 10 0,25 31 0,-4-3 0,10 0 0,64 45 0,-104-83 0,70 48 0,12 9 0,-27-14-455,2-2 0,84 44 0,-120-76-6371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0T06:51:34.335"/>
    </inkml:context>
    <inkml:brush xml:id="br0">
      <inkml:brushProperty name="width" value="0.05" units="cm"/>
      <inkml:brushProperty name="height" value="0.05" units="cm"/>
      <inkml:brushProperty name="color" value="#E71224"/>
    </inkml:brush>
  </inkml:definitions>
  <inkml:trace contextRef="#ctx0" brushRef="#br0">766 14 24575,'-2'-2'0,"1"1"0,-1-1 0,0 1 0,0 0 0,0 0 0,0 0 0,0 0 0,0 0 0,0 1 0,0-1 0,-1 0 0,1 1 0,0 0 0,0-1 0,0 1 0,-1 0 0,1 0 0,-5 1 0,3 0 0,0-1 0,0 1 0,0 1 0,0-1 0,1 0 0,-1 1 0,0 0 0,1 0 0,-6 4 0,5-4 0,-7 6 0,1 0 0,0 1 0,-16 18 0,-2 7 0,-2-1 0,-1-2 0,-66 53 0,87-76 0,1 1 0,0-1 0,1 1 0,-14 19 0,10-13 0,0 0 0,-1-1 0,0-1 0,-18 13 0,3-5 0,-40 22 0,52-35 0,1-1 0,-29 9 0,6-2 0,29-11-195,1-1 0,-1 0 0,1 0 0,-1 0 0,0-1 0,-11 0 0,8-1-6631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0T04:24:51.862"/>
    </inkml:context>
    <inkml:brush xml:id="br0">
      <inkml:brushProperty name="width" value="0.035" units="cm"/>
      <inkml:brushProperty name="height" value="0.21" units="cm"/>
      <inkml:brushProperty name="color" value="#007FAC"/>
      <inkml:brushProperty name="ignorePressure" value="1"/>
      <inkml:brushProperty name="inkEffects" value="pencil"/>
    </inkml:brush>
  </inkml:definitions>
  <inkml:trace contextRef="#ctx0" brushRef="#br0">0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0T04:25:33.616"/>
    </inkml:context>
    <inkml:brush xml:id="br0">
      <inkml:brushProperty name="width" value="0.025" units="cm"/>
      <inkml:brushProperty name="height" value="0.025" units="cm"/>
      <inkml:brushProperty name="color" value="#333333"/>
    </inkml:brush>
  </inkml:definitions>
  <inkml:trace contextRef="#ctx0" brushRef="#br0">353 0 24575,'-1'4'0,"1"-1"0,-1 1 0,0 0 0,0-1 0,0 1 0,-1-1 0,0 1 0,1-1 0,-1 0 0,0 1 0,0-1 0,-1 0 0,-3 4 0,-41 38 0,34-34 0,-12 12 0,-10 9 0,0-1 0,-57 36 0,27-39-1365,49-20-5461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0T04:25:34.910"/>
    </inkml:context>
    <inkml:brush xml:id="br0">
      <inkml:brushProperty name="width" value="0.025" units="cm"/>
      <inkml:brushProperty name="height" value="0.025" units="cm"/>
      <inkml:brushProperty name="color" value="#333333"/>
    </inkml:brush>
  </inkml:definitions>
  <inkml:trace contextRef="#ctx0" brushRef="#br0">0 0 24575,'5'0'0,"6"0"0,11 0 0,7 10 0,-2 7 0,-1 6 0,5 0 0,2 9 0,0 0 0,0-1 0,-2-1 0,-1 4 0,-5-3-8191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6:54.217"/>
    </inkml:context>
    <inkml:brush xml:id="br0">
      <inkml:brushProperty name="width" value="0.05" units="cm"/>
      <inkml:brushProperty name="height" value="0.05" units="cm"/>
      <inkml:brushProperty name="color" value="#E71224"/>
    </inkml:brush>
  </inkml:definitions>
  <inkml:trace contextRef="#ctx0" brushRef="#br0">0 6179 24575,'15'-1'0,"0"0"0,-1-2 0,1 1 0,25-10 0,5 0 0,252-68 0,-90 21 0,-146 47 0,-1 1 0,84-2 0,-13 0 0,-113 11 0,-1-2 0,1 0 0,-1 0 0,0-2 0,-1 0 0,22-11 0,87-59 0,-117 71 0,47-28 0,68-30 0,-65 35 0,62-40 0,-76 38 0,0 1 0,56-30 0,24-10 0,-72 39 0,0 1 0,68-25 0,178-61 0,-240 93 0,3-1 0,63-33 0,-42 13 0,60-32 0,133-92 0,57-32 0,-235 138 0,-67 40 0,44-23 0,-60 37 0,-1-1 0,0-1 0,-1 0 0,0-1 0,15-15 0,49-61 0,-23 23 0,142-149 0,-90 92 0,-29 30 0,-3 8 0,-4-2 0,100-163 0,-112 131 0,-36 69 0,33-51 0,48-85 0,-82 145 0,40-62 0,-36 63 0,31-66 0,-25 32 0,89-182 0,-31 87 0,-5-2 0,-64 126 0,1-8 0,-2-2 0,-2 1 0,-3-2 0,-2 0 0,3-66 0,-6 59 0,3 2 0,2-1 0,32-82 0,-9 49 0,67-115 0,-53 129 0,-30 50 0,17-33 0,-17 26 0,2 0 0,2 1 0,1 1 0,1 2 0,2 0 0,2 2 0,1 0 0,41-28 0,-34 25 0,-25 20 0,1 1 0,0 0 0,27-15 0,-6 7 0,-9 4 0,0 2 0,45-16 0,-56 23 0,-1 0 0,0-1 0,-1 0 0,17-12 0,37-19 0,12-2 0,-52 25 0,0 1 0,59-20 0,-53 24 0,1-1 0,44-22 0,-59 26 0,-1 0 0,1 1 0,1 1 0,-1 0 0,24-2 0,1 0 0,3 0 0,0 2 0,72 1 0,-64 4 0,71-10 0,-19-9 0,37-5 0,-66 15 0,109-8 0,-124 14-682,67-10-1,-97 9-6143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6:55.699"/>
    </inkml:context>
    <inkml:brush xml:id="br0">
      <inkml:brushProperty name="width" value="0.05" units="cm"/>
      <inkml:brushProperty name="height" value="0.05" units="cm"/>
      <inkml:brushProperty name="color" value="#E71224"/>
    </inkml:brush>
  </inkml:definitions>
  <inkml:trace contextRef="#ctx0" brushRef="#br0">356 141 24575,'-5'0'0,"-11"-5"0,-8-1 0,-4-4 0,-3-1 0,-5-3 0,-7-3 0,0 1 0,6-2 0,6 3 0,-2 0 0,4 1-8191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6:56.800"/>
    </inkml:context>
    <inkml:brush xml:id="br0">
      <inkml:brushProperty name="width" value="0.05" units="cm"/>
      <inkml:brushProperty name="height" value="0.05" units="cm"/>
      <inkml:brushProperty name="color" value="#E71224"/>
    </inkml:brush>
  </inkml:definitions>
  <inkml:trace contextRef="#ctx0" brushRef="#br0">407 0 24575,'0'4'0,"0"7"0,-4 10 0,-8 10 0,-10 10 0,-7 6 0,-7 4 0,-4-1 0,1 4 0,2-3 0,3-5 0,2-6 0,6-6 0,4-8 0,0-4 0,4-1 0,-1-5 0,4-4-8191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7:00.846"/>
    </inkml:context>
    <inkml:brush xml:id="br0">
      <inkml:brushProperty name="width" value="0.05" units="cm"/>
      <inkml:brushProperty name="height" value="0.05" units="cm"/>
      <inkml:brushProperty name="color" value="#E71224"/>
    </inkml:brush>
  </inkml:definitions>
  <inkml:trace contextRef="#ctx0" brushRef="#br0">478 141 24575,'-9'-4'0,"-9"-2"0,-10-4 0,-11-1 0,-7-2 0,-2 0 0,-2-2 0,3 2 0,4 3 0,1-1 0,1 0 0,4-1 0,8 1-8191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4:11.987"/>
    </inkml:context>
    <inkml:brush xml:id="br0">
      <inkml:brushProperty name="width" value="0.05" units="cm"/>
      <inkml:brushProperty name="height" value="0.05" units="cm"/>
      <inkml:brushProperty name="color" value="#E71224"/>
    </inkml:brush>
  </inkml:definitions>
  <inkml:trace contextRef="#ctx0" brushRef="#br0">256 1270 24575,'157'153'0,"-13"-24"0,-127-117 0,0 0 0,1-1 0,0 0 0,1-2 0,0 0 0,0-1 0,1-1 0,29 6 0,26 10 0,99 43 0,95 39 0,-245-95 0,0 0 0,1-2 0,0 0 0,0-2 0,0-1 0,1-1 0,27 1 0,365-5 0,-152-3 0,-246 3 0,1-2 0,-1 0 0,0-2 0,0 0 0,0-1 0,22-9 0,-33 10 0,0 0 0,-1 0 0,0-1 0,0-1 0,0 1 0,-1-1 0,1-1 0,-1 1 0,11-15 0,-5 2 0,0 0 0,18-39 0,15-36 0,-39 79 0,0 0 0,16-25 0,-16 30 0,0-1 0,-1 0 0,-1 0 0,0 0 0,0-1 0,3-14 0,-1-22 0,-2 1 0,-2-1 0,-6-89 0,0 35 0,4-42 0,-3-107 0,-1 234 0,-1-1 0,0 1 0,-1-1 0,-1 1 0,-1 1 0,0-1 0,-12-18 0,-9-23 0,25 47 0,-2 0 0,1 1 0,-2-1 0,1 1 0,-1 1 0,-1-1 0,0 1 0,0 0 0,-1 0 0,0 1 0,-13-10 0,10 10 0,-1-1 0,0 0 0,-1 1 0,0 0 0,-1 1 0,0 0 0,-16-4 0,-70-16 0,-88-29 0,149 43 0,-76-14 0,75 19 0,-72-24 0,78 18 0,9 4 0,0 0 0,-1 1 0,0 2 0,-1 0 0,-48-5 0,-48 5 0,-412-12 0,521 19 0,-171 6 0,146-3 0,1 2 0,-67 18 0,65-12 0,2 2 0,-70 32 0,96-39 0,0 1 0,1 1 0,0 0 0,0 0 0,0 1 0,1 1 0,0-1 0,1 2 0,0-1 0,1 1 0,0 1 0,-9 17 0,-7 21 0,2 1 0,2 1 0,2 1 0,3 0 0,2 1 0,3 0 0,2 1 0,-2 84 0,9-73 0,4 87 0,-1-137 11,1-1 0,0 1 0,2-1 0,-1 0 0,2 0 0,0-1-1,0 0 1,2 0 0,-1 0 0,15 18 0,3-1-506,0-1 0,57 52 0,-61-63-6331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1T06:45:46.625"/>
    </inkml:context>
    <inkml:brush xml:id="br0">
      <inkml:brushProperty name="width" value="0.1" units="cm"/>
      <inkml:brushProperty name="height" value="0.6" units="cm"/>
      <inkml:brushProperty name="color" value="#333333"/>
      <inkml:brushProperty name="ignorePressure" value="1"/>
      <inkml:brushProperty name="inkEffects" value="pencil"/>
    </inkml:brush>
  </inkml:definitions>
  <inkml:trace contextRef="#ctx0" brushRef="#br0">16 0,'-2'0,"-2"2,1 4,0 5,2 3,0 2,0 1,1-1,0-3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1T06:45:48.792"/>
    </inkml:context>
    <inkml:brush xml:id="br0">
      <inkml:brushProperty name="width" value="0.1" units="cm"/>
      <inkml:brushProperty name="height" value="0.6" units="cm"/>
      <inkml:brushProperty name="color" value="#333333"/>
      <inkml:brushProperty name="ignorePressure" value="1"/>
      <inkml:brushProperty name="inkEffects" value="pencil"/>
    </inkml:brush>
  </inkml:definitions>
  <inkml:trace contextRef="#ctx0" brushRef="#br0">0 0,'0'2,"0"4,0 5,0 3,0 2,0-2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1T06:45:50.424"/>
    </inkml:context>
    <inkml:brush xml:id="br0">
      <inkml:brushProperty name="width" value="0.1" units="cm"/>
      <inkml:brushProperty name="height" value="0.6" units="cm"/>
      <inkml:brushProperty name="color" value="#333333"/>
      <inkml:brushProperty name="ignorePressure" value="1"/>
      <inkml:brushProperty name="inkEffects" value="pencil"/>
    </inkml:brush>
  </inkml:definitions>
  <inkml:trace contextRef="#ctx0" brushRef="#br0">27 0,'0'3,"0"2,0 4,0 2,-2 0,-4-1,0 2,1 0,1 1,1-2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1T06:45:51.523"/>
    </inkml:context>
    <inkml:brush xml:id="br0">
      <inkml:brushProperty name="width" value="0.1" units="cm"/>
      <inkml:brushProperty name="height" value="0.6" units="cm"/>
      <inkml:brushProperty name="color" value="#333333"/>
      <inkml:brushProperty name="ignorePressure" value="1"/>
      <inkml:brushProperty name="inkEffects" value="pencil"/>
    </inkml:brush>
  </inkml:definitions>
  <inkml:trace contextRef="#ctx0" brushRef="#br0">0 0,'0'3,"0"5,3 4,0 2,0 1,-1 1,0-3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5:38.260"/>
    </inkml:context>
    <inkml:brush xml:id="br0">
      <inkml:brushProperty name="width" value="0.05" units="cm"/>
      <inkml:brushProperty name="height" value="0.05" units="cm"/>
      <inkml:brushProperty name="color" value="#E71224"/>
    </inkml:brush>
  </inkml:definitions>
  <inkml:trace contextRef="#ctx0" brushRef="#br0">0 1524 24575,'108'1'0,"124"-3"0,-95-16 0,-74 8 0,-45 7 0,0-1 0,0-1 0,-1 0 0,0-2 0,0 0 0,0-1 0,-1 0 0,-1-1 0,23-17 0,7-11 0,65-68 0,-40 36 0,-62 61 0,1 0 0,-2-1 0,1 0 0,-1 0 0,-1-1 0,0 0 0,0 0 0,7-20 0,-7 13 0,-2 0 0,0-1 0,0 1 0,0-37 0,-1 28 0,-3 0 0,0 0 0,-1 0 0,-2-1 0,0 1 0,-2 1 0,-1-1 0,-1 1 0,-12-30 0,10 36 0,0-1 0,2 0 0,1-1 0,0 0 0,2 0 0,0 0 0,-1-38 0,4 39 0,0 0 0,-2 0 0,0 0 0,-1 1 0,-1-1 0,-1 1 0,0 0 0,-2 1 0,0 0 0,-1 0 0,-1 0 0,0 1 0,-2 1 0,-17-21 0,15 20-112,-23-28-515,-58-55 1,66 76-6200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6:39.725"/>
    </inkml:context>
    <inkml:brush xml:id="br0">
      <inkml:brushProperty name="width" value="0.05" units="cm"/>
      <inkml:brushProperty name="height" value="0.05" units="cm"/>
      <inkml:brushProperty name="color" value="#E71224"/>
    </inkml:brush>
  </inkml:definitions>
  <inkml:trace contextRef="#ctx0" brushRef="#br0">145 8237 24575,'2'-3'0,"1"-1"0,0 1 0,-1-1 0,0 0 0,0 0 0,0 0 0,0 0 0,-1 0 0,1-1 0,-1 1 0,1-9 0,2-53 0,-4 50 0,0-294 0,-2 287 0,0 0 0,-2 0 0,0 1 0,-11-30 0,6 21 0,-5-36 0,-65-445 0,49 304 0,22 147 0,3-1 0,5-118 0,2 69 0,-4-22 0,5-140 0,0 250 0,0 0 0,1 1 0,2 0 0,11-30 0,40-79 0,-20 51 0,5-11 0,25-62 0,-57 124 0,0 0 0,-2-1 0,6-41 0,-10 39 0,1 0 0,2 0 0,1 1 0,1 0 0,23-50 0,44-120 0,-52 127 0,176-541 0,-122 402 0,-58 163 0,22-46 0,78-128 0,-54 107 0,47-67 0,-58 98 0,45-51 0,-17 27 0,127-158 0,22 19 0,-212 228 0,134-168 0,-47 50 0,286-390 0,-296 388 0,-41 65 0,-28 40 0,-2-1 0,-1-1 0,-2-1 0,19-44 0,-23 33 0,2 2 0,2 1 0,50-77 0,-35 63 0,-2 0 0,39-96 0,-71 148 0,16-41 0,20-79 0,-3 9 0,-21 76-78,29-90-1209,-39 108-5539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6:40.523"/>
    </inkml:context>
    <inkml:brush xml:id="br0">
      <inkml:brushProperty name="width" value="0.05" units="cm"/>
      <inkml:brushProperty name="height" value="0.05" units="cm"/>
      <inkml:brushProperty name="color" value="#E71224"/>
    </inkml:brush>
  </inkml:definitions>
  <inkml:trace contextRef="#ctx0" brushRef="#br0">324 0 24575,'-5'0'0,"-6"5"0,-2 6 0,-7 1 0,-6-1 0,2 2 0,0 4 0,-1-1 0,-1 2 0,0-3 0,-1 2 0,4 1 0,1-1 0,-5 1 0,2-3-8191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6:41.576"/>
    </inkml:context>
    <inkml:brush xml:id="br0">
      <inkml:brushProperty name="width" value="0.05" units="cm"/>
      <inkml:brushProperty name="height" value="0.05" units="cm"/>
      <inkml:brushProperty name="color" value="#E71224"/>
    </inkml:brush>
  </inkml:definitions>
  <inkml:trace contextRef="#ctx0" brushRef="#br0">0 0 24575,'0'5'0,"0"11"0,0 7 0,0 5 0,0 8 0,0 1 0,5 1 0,1 2 0,0 0 0,4 2 0,0-1 0,-2-2 0,-2 1 0,2 4 0,6-6 0,-1-4 0,-2-9-8191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7:11.291"/>
    </inkml:context>
    <inkml:brush xml:id="br0">
      <inkml:brushProperty name="width" value="0.05" units="cm"/>
      <inkml:brushProperty name="height" value="0.05" units="cm"/>
      <inkml:brushProperty name="color" value="#E71224"/>
    </inkml:brush>
  </inkml:definitions>
  <inkml:trace contextRef="#ctx0" brushRef="#br0">1 0 24575,'0'5'0,"0"6"0,0 6 0,0 10 0,0 1-8191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7:13.840"/>
    </inkml:context>
    <inkml:brush xml:id="br0">
      <inkml:brushProperty name="width" value="0.05" units="cm"/>
      <inkml:brushProperty name="height" value="0.05" units="cm"/>
      <inkml:brushProperty name="color" value="#E71224"/>
    </inkml:brush>
  </inkml:definitions>
  <inkml:trace contextRef="#ctx0" brushRef="#br0">14 262 24575,'-1'0'0,"1"-1"0,-1 1 0,0 0 0,1 0 0,-1 0 0,0-1 0,1 1 0,-1 0 0,1-1 0,-1 1 0,0-1 0,1 1 0,-1-1 0,1 1 0,-1-1 0,1 1 0,0-1 0,-1 1 0,1-1 0,-1 1 0,1-1 0,0 0 0,0 1 0,-1-1 0,1 0 0,0 1 0,0-1 0,0 0 0,0 1 0,0-1 0,-1 0 0,1 1 0,1-1 0,-1 0 0,0 1 0,0-1 0,0 0 0,0 1 0,0-1 0,1 0 0,-1 1 0,1-2 0,10-29 0,-8 28 0,0-1 0,1 1 0,-1 0 0,0 0 0,1 0 0,0 1 0,0-1 0,0 1 0,8-3 0,45-15 0,-21 9 0,-5-2 0,-6 3 0,0 0 0,50-10 0,-40 11-341,0-2 0,0-1-1,64-33 1,-70 31-6485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5:42.178"/>
    </inkml:context>
    <inkml:brush xml:id="br0">
      <inkml:brushProperty name="width" value="0.05" units="cm"/>
      <inkml:brushProperty name="height" value="0.05" units="cm"/>
      <inkml:brushProperty name="color" value="#E71224"/>
    </inkml:brush>
  </inkml:definitions>
  <inkml:trace contextRef="#ctx0" brushRef="#br0">1132 1780 24575,'-6'0'0,"0"-1"0,0 0 0,-1-1 0,1 1 0,-7-3 0,-17-5 0,-62-6 0,16 3 0,-124-36 0,152 28 0,0-2 0,1-3 0,2-1 0,-48-37 0,81 55 0,-4-3 0,0-1 0,1 0 0,1-1 0,0 0 0,-15-19 0,22 22 0,-1-1 0,2 0 0,-1 0 0,2-1 0,-1 0 0,2 0 0,-1 0 0,-3-22 0,-3-7 0,-17-45 0,1 6 0,-48-116 0,50 139 0,-34-112 0,55 153 0,1 0 0,1 0 0,0 0 0,1 0 0,1-17 0,1 24 0,0 0 0,1 0 0,-1 0 0,2 0 0,-1 0 0,1 1 0,1-1 0,-1 1 0,1 0 0,8-11 0,10-9 0,0 2 0,2 0 0,1 1 0,1 2 0,1 1 0,1 1 0,0 1 0,2 1 0,48-22 0,-15 8 0,-41 21 0,-1 1 0,1 0 0,1 2 0,26-7 0,-33 10 0,0 1 0,1-2 0,26-15 0,-30 15 0,-1 0 0,2 1 0,-1 0 0,1 1 0,0 1 0,18-4 0,97-7 0,183 0 0,-263 15 0,1 2 0,-1 3 0,1 1 0,-2 3 0,1 2 0,65 24 0,-106-32-114,0 1 1,1 0-1,-2 0 0,1 1 0,0-1 1,-1 2-1,0-1 0,0 1 0,0 1 1,-1-1-1,9 12 0,4 12-6712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7:52.587"/>
    </inkml:context>
    <inkml:brush xml:id="br0">
      <inkml:brushProperty name="width" value="0.05" units="cm"/>
      <inkml:brushProperty name="height" value="0.05" units="cm"/>
      <inkml:brushProperty name="color" value="#E71224"/>
    </inkml:brush>
  </inkml:definitions>
  <inkml:trace contextRef="#ctx0" brushRef="#br0">370 4577 24575,'-1'-24'0,"-1"1"0,0 0 0,-2 0 0,-7-24 0,-34-87 0,23 65 0,4-1 0,-11-84 0,-8-32 0,-4 38 0,-14-59 0,37 132 0,8 39 0,-8-59 0,13 62 0,-13-44 0,10 44 0,-7-45 0,5-339 0,11 309 0,0 75 0,2 0 0,1 0 0,1 0 0,2 1 0,1 0 0,22-55 0,-13 48 0,2 2 0,1 0 0,2 1 0,52-64 0,-55 79 0,0 1 0,2 1 0,1 0 0,36-23 0,101-51 0,105-20 0,-56 27 0,-172 68 0,2 2 0,0 1 0,0 2 0,1 2 0,1 1 0,78-8 0,-92 17 0,-1-2 0,0-1 0,1 0 0,-2-2 0,26-10 0,141-46 0,91-36 0,-276 95 0,27-12 0,1 2 0,45-13 0,-42 16 0,44-20 0,-46 16 0,60-15 0,-72 23 0,-1 0 0,1-2 0,-1-1 0,-1 0 0,0-2 0,0 0 0,29-22 0,-16 6 0,-1-1 0,-2-2 0,36-42 0,-62 66 0,10-10 0,-1 0 0,-1-1 0,-1-1 0,0 0 0,18-38 0,-19 34 0,0 0 0,2 0 0,0 2 0,20-24 0,21-32 0,-41 57 0,1 0 0,1 2 0,25-24 0,-23 24 0,0-1 0,25-35 0,-21 21 0,2 1 0,30-33 0,-41 52 0,1 0 0,0 1 0,0 0 0,1 1 0,0 0 0,1 1 0,19-8 0,-22 11 0,0 0 0,0-1 0,-1-1 0,0 0 0,-1 0 0,1-1 0,-2-1 0,13-13 0,-22 22 0,1 1 0,0-1 0,0 0 0,-1 1 0,1-1 0,-1 0 0,1 0 0,0 1 0,-1-1 0,1 0 0,-1 0 0,0 0 0,1 1 0,-1-1 0,0 0 0,0 0 0,1 0 0,-1 0 0,0 0 0,0 0 0,0 0 0,0 0 0,0 0 0,0 0 0,0 0 0,0 0 0,-1 1 0,1-1 0,0 0 0,0 0 0,-1 0 0,1 0 0,-1 0 0,1 1 0,-1-1 0,1 0 0,-1 0 0,1 1 0,-1-1 0,0 0 0,1 1 0,-1-1 0,0 0 0,0 1 0,1-1 0,-1 1 0,0-1 0,0 1 0,0 0 0,0-1 0,0 1 0,0 0 0,1 0 0,-1 0 0,-2-1 0,-8-1 0,1 1 0,0 0 0,-21 0 0,27 1 0,-456 4-1365,427-4-5461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7:54.448"/>
    </inkml:context>
    <inkml:brush xml:id="br0">
      <inkml:brushProperty name="width" value="0.05" units="cm"/>
      <inkml:brushProperty name="height" value="0.05" units="cm"/>
      <inkml:brushProperty name="color" value="#E71224"/>
    </inkml:brush>
  </inkml:definitions>
  <inkml:trace contextRef="#ctx0" brushRef="#br0">1 1 24575,'1'0'0,"0"1"0,1-1 0,-1 1 0,0-1 0,0 1 0,1 0 0,-1-1 0,0 1 0,0 0 0,0 0 0,0 0 0,0 0 0,0 0 0,0 0 0,0 0 0,-1 0 0,1 1 0,0-1 0,-1 0 0,1 0 0,-1 1 0,1 1 0,12 34 0,-11-30 0,5 20 0,-1 1 0,-1-1 0,1 51 0,-7 88 0,-2-65 0,3-68-1365,0-4-5461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7:47.373"/>
    </inkml:context>
    <inkml:brush xml:id="br0">
      <inkml:brushProperty name="width" value="0.05" units="cm"/>
      <inkml:brushProperty name="height" value="0.05" units="cm"/>
      <inkml:brushProperty name="color" value="#E71224"/>
    </inkml:brush>
  </inkml:definitions>
  <inkml:trace contextRef="#ctx0" brushRef="#br0">171 1227 24575,'10'1'0,"-1"-1"0,1 2 0,-1 0 0,1 0 0,-1 0 0,0 1 0,0 1 0,0 0 0,0 0 0,-1 0 0,0 1 0,0 0 0,0 1 0,0 0 0,-1 0 0,9 10 0,9 13 0,-1 0 0,38 61 0,-40-58 0,-15-20 0,1 0 0,1-1 0,0 0 0,0-1 0,1 0 0,17 13 0,-20-18 0,0-1 0,0 0 0,0-1 0,1 1 0,-1-2 0,1 1 0,0-1 0,0 0 0,0 0 0,0-1 0,0 0 0,15-1 0,243-8 0,-252 7 0,0-1 0,0 0 0,0 0 0,0-2 0,0 0 0,0 0 0,-1-1 0,0-1 0,0 0 0,-1-1 0,1 0 0,-1-1 0,-1 0 0,0-1 0,0-1 0,-1 1 0,0-2 0,0 1 0,-1-1 0,11-18 0,67-131 0,-78 143 0,0-1 0,-1 1 0,-1-1 0,0-1 0,-2 1 0,0-1 0,-1 0 0,-1-1 0,-1 1 0,0 0 0,-3-28 0,3 12 0,9-59 0,1-21 0,-15-55 0,1 143 0,-2 0 0,-1 0 0,-1 0 0,-11-31 0,-4-7 0,16 48 0,0-1 0,0 1 0,-2 1 0,0-1 0,-1 1 0,0 1 0,-2-1 0,-20-25 0,18 28 0,0 1 0,-1 0 0,-1 1 0,0 1 0,0 0 0,-1 1 0,-1 0 0,1 1 0,-29-10 0,-8-3 0,37 14 0,0 1 0,-1 0 0,0 1 0,1 1 0,-25-4 0,-80-12 0,94 14 0,0 0 0,-1 2 0,0 1 0,0 1 0,-45 3 0,53 3 0,1 0 0,-1 1 0,1 1 0,0 1 0,1 0 0,0 2 0,0 0 0,-25 17 0,-8 12 0,-56 53 0,93-79 0,0 1 0,0 0 0,2 1 0,-1 0 0,2 1 0,0 0 0,-8 17 0,-41 103 0,54-122 0,-5 16 0,1 1 0,1 1 0,2-1 0,-4 60 0,7 128 0,5-129 0,-3-80 0,2 0 0,-1 1 0,1-1 0,1 0 0,3 16 0,-3-21 0,1 1 0,-1 0 0,1 0 0,0-1 0,0 1 0,0-1 0,0 0 0,1 0 0,-1 0 0,1 0 0,6 4 0,7 3-184,0-1-1,0 0 1,1-1-1,1-1 1,26 9-1,-41-16-73,35 13-6568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8:18.567"/>
    </inkml:context>
    <inkml:brush xml:id="br0">
      <inkml:brushProperty name="width" value="0.05" units="cm"/>
      <inkml:brushProperty name="height" value="0.05" units="cm"/>
      <inkml:brushProperty name="color" value="#E71224"/>
    </inkml:brush>
  </inkml:definitions>
  <inkml:trace contextRef="#ctx0" brushRef="#br0">541 1105 24575,'-21'0'0,"-1"-2"0,1-1 0,0 0 0,1-2 0,-1 0 0,1-2 0,0 0 0,-30-15 0,19 5 0,1 0 0,1-2 0,1-2 0,-37-33 0,58 46 0,0 0 0,1 0 0,0 0 0,1-1 0,0 0 0,0 0 0,0 0 0,1-1 0,1 1 0,-4-16 0,-18-42 0,15 47 0,1 0 0,1-1 0,1 0 0,0 0 0,-6-41 0,12 50 0,0 0 0,1 0 0,0 0 0,0 0 0,1 0 0,1 0 0,0 0 0,1 0 0,0 0 0,1 1 0,0-1 0,8-14 0,3 0 0,2 0 0,0 2 0,1-1 0,39-37 0,-38 46 0,0 1 0,35-20 0,-14 10 0,9-5 0,2 2 0,76-29 0,-103 47 0,-6 3 0,0 2 0,1-1 0,-1 2 0,1 1 0,37-3 0,100 8 0,-66 1 0,-73-3 0,54 0 0,130 17 0,-169-11 0,-5-3 0,-2 2 0,1 1 0,27 10 0,-44-13 0,-2 1 0,1 0 0,0 0 0,-1 1 0,1 0 0,-1 0 0,-1 1 0,1-1 0,-1 2 0,0-1 0,0 1 0,-1-1 0,8 13 0,-6-5 0,0 1 0,-1-1 0,0 2 0,-2-1 0,1 0 0,-2 1 0,0 0 0,0 16 0,-1 4 0,-1 1 0,-7 52 0,3-59 0,-2 0 0,-1 0 0,-15 40 0,15-54 0,0 0 0,-1 0 0,-1-1 0,-1 0 0,0-1 0,-1 0 0,-17 20 0,-50 54 0,-15 16 0,77-89 0,0-1 0,-1-1 0,-1-1 0,-29 18 0,-23 10 0,51-27 0,-1-2 0,-1 0 0,1-1 0,-2-1 0,1 0 0,-1-2 0,-1-1 0,-27 6 0,-7-9 23,-87-5-1,55 0-1432,51 1-5416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8:25.510"/>
    </inkml:context>
    <inkml:brush xml:id="br0">
      <inkml:brushProperty name="width" value="0.05" units="cm"/>
      <inkml:brushProperty name="height" value="0.05" units="cm"/>
      <inkml:brushProperty name="color" value="#E71224"/>
    </inkml:brush>
  </inkml:definitions>
  <inkml:trace contextRef="#ctx0" brushRef="#br0">6367 1 24575,'0'3'0,"-1"-1"0,0 1 0,1 0 0,-1 0 0,-1-1 0,1 1 0,0 0 0,-1-1 0,1 1 0,-1-1 0,0 0 0,-3 4 0,-29 29 0,24-26 0,-71 85 0,18-19 0,-21 26 0,21-17 0,46-59 0,-1 0 0,-27 28 0,26-35 0,0 0 0,-1-2 0,-41 27 0,37-27 0,0 2 0,2 0 0,-38 42 0,40-39 0,0-1 0,-1-1 0,-2 0 0,-29 18 0,-186 119 0,193-121 0,1 3 0,-41 46 0,49-46 0,-3-1 0,-71 52 0,-8-9 0,-143 124 0,247-189 0,0 1 0,1 0 0,1 1 0,-16 28 0,-1 0 0,-40 64 0,-96 204 0,148-280 0,10-19 0,0 1 0,0-1 0,-8 31 0,6-9 0,-1-2 0,-2 1 0,-1-2 0,-2 0 0,-26 44 0,28-53 0,2 0 0,-10 33 0,-11 22 0,26-63 0,0 0 0,1 0 0,0 1 0,2 0 0,0 0 0,-2 25 0,6 110 0,1-88 0,-3 368 0,3 148 0,28-231 0,11-153 0,-9-62 0,-29-114 0,10 41 0,-3 0 0,4 105 0,-11-49 0,6 0 0,24 122 0,-17-150 0,24 159 0,10 79 0,-42-282 0,-3 1 0,-1 0 0,-3 55 0,-1-51 0,1-1 0,14 80 0,0-53 0,-4 0 0,3 132 0,-13-105 0,-5 147 0,-8-130 0,-2 46 0,12-74 0,-8 148 0,4-170 0,5-36 0,-2 0 0,-2 0 0,-14 56 0,0-22 0,3 1 0,2 1 0,4 1 0,3 0 0,4 129 0,3-146 0,-2 0 0,-2 0 0,-16 76 0,15-114 0,-1 1 0,0-1 0,-1 0 0,-12 18 0,-14 34 0,31-62 0,-1 0 0,0 0 0,0 0 0,-1 0 0,1 0 0,-1-1 0,-1 1 0,1-1 0,-1 0 0,0 0 0,0-1 0,-7 6 0,4-5 0,-1 0 0,0-1 0,-1 0 0,1 0 0,0-1 0,-1 0 0,-17 2 0,-8-1 0,1-1 0,-36-2 0,36-1 0,1 1 0,-43 7 0,53-4 0,-39 7 0,0 3 0,-67 25 0,101-31 0,-1 0 0,0-2 0,0-1 0,0-2 0,0 0 0,-36-2 0,-7 1 0,-64 10 0,-41 2 0,-1301-13 0,670-3 0,621 17 0,2 0 0,166-16-97,8 1-157,1 0 1,0 1-1,0-1 1,-14 4-1,6 3-6572</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8:27.834"/>
    </inkml:context>
    <inkml:brush xml:id="br0">
      <inkml:brushProperty name="width" value="0.05" units="cm"/>
      <inkml:brushProperty name="height" value="0.05" units="cm"/>
      <inkml:brushProperty name="color" value="#E71224"/>
    </inkml:brush>
  </inkml:definitions>
  <inkml:trace contextRef="#ctx0" brushRef="#br0">439 30 24575,'-9'-5'0,"-9"-1"0,-10 0 0,-5 1 0,-2 1 0,-5 2 0,0 1 0,2 1 0,2 0 0,3 0 0,2 0 0,-3 0 0,-1 1 0,6-1-8191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8:29.540"/>
    </inkml:context>
    <inkml:brush xml:id="br0">
      <inkml:brushProperty name="width" value="0.05" units="cm"/>
      <inkml:brushProperty name="height" value="0.05" units="cm"/>
      <inkml:brushProperty name="color" value="#E71224"/>
    </inkml:brush>
  </inkml:definitions>
  <inkml:trace contextRef="#ctx0" brushRef="#br0">42 0 24575,'5'0'0,"1"5"0,0 16 0,-1 9 0,-1 5 0,-2 0 0,-6 5 0,-2 0 0,-4-2 0,-2-3 0,2-2 0,3-3 0,2 0 0,3-2 0,-4 0 0,-1-5-8191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8:55.491"/>
    </inkml:context>
    <inkml:brush xml:id="br0">
      <inkml:brushProperty name="width" value="0.05" units="cm"/>
      <inkml:brushProperty name="height" value="0.05" units="cm"/>
      <inkml:brushProperty name="color" value="#E71224"/>
    </inkml:brush>
  </inkml:definitions>
  <inkml:trace contextRef="#ctx0" brushRef="#br0">344 904 24575,'18'-6'0,"-1"0"0,1 1 0,1 1 0,-1 0 0,0 1 0,35 0 0,35-6 0,-70 6 0,0 1 0,0 1 0,1 1 0,-1 0 0,0 1 0,30 6 0,-15 1 0,0 1 0,50 22 0,-67-26 0,-1 0 0,0-1 0,1-1 0,0 0 0,27 1 0,-2-4 0,41-4 0,-72 3 0,-1 0 0,1-1 0,-1-1 0,0 1 0,0-1 0,0-1 0,0 0 0,0 0 0,-1-1 0,0 0 0,0 0 0,0-1 0,-1 0 0,14-13 0,-1-5 0,-1 0 0,-1-1 0,19-35 0,-11 18 0,-20 31 0,-1 1 0,0 0 0,-1-1 0,0 0 0,0 0 0,-1 0 0,-1-1 0,0 1 0,0-1 0,-1 1 0,-1-1 0,0 0 0,-1 1 0,0-1 0,0 1 0,-1-1 0,-1 1 0,0 0 0,-1 0 0,0 0 0,0 0 0,-8-12 0,2 4 0,-1 0 0,-1 1 0,-1 0 0,0 1 0,-1 1 0,-1 0 0,-1 1 0,0 1 0,-1 0 0,0 1 0,-22-12 0,-31-10 0,-3 4 0,0 2 0,-1 4 0,-87-18 0,63 24 0,-112-7 0,193 24 0,-63-4 0,-153 8 0,228-2 0,0 1 0,-1-1 0,1 1 0,0 0 0,0 1 0,1-1 0,-1 1 0,0 0 0,0 0 0,1 0 0,-1 1 0,1 0 0,0-1 0,0 1 0,0 1 0,0-1 0,0 1 0,1 0 0,-1-1 0,1 1 0,0 1 0,1-1 0,-5 7 0,3 1 0,0 0 0,0 0 0,1 0 0,1 0 0,0 1 0,0-1 0,2 1 0,0 19 0,5 348 0,-5-368 8,0-1-1,1 0 1,1 1-1,0-1 1,1 0-1,0 0 1,0 0-1,1-1 1,0 1-1,1-1 1,1 0-1,-1 0 1,1-1-1,1 1 1,15 15-1,-10-13-156,1-1 1,0 0-1,1-1 1,1 0-1,-1-1 1,2-1-1,-1 0 1,1-2-1,29 10 1,-15-8-6678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9:01.088"/>
    </inkml:context>
    <inkml:brush xml:id="br0">
      <inkml:brushProperty name="width" value="0.05" units="cm"/>
      <inkml:brushProperty name="height" value="0.05" units="cm"/>
      <inkml:brushProperty name="color" value="#E71224"/>
    </inkml:brush>
  </inkml:definitions>
  <inkml:trace contextRef="#ctx0" brushRef="#br0">6145 1 24575,'28'0'0,"59"-1"0,-1 4 0,106 17 0,-141-11 0,-9-2 0,54 16 0,-81-19 0,0 2 0,-1 0 0,0 1 0,-1 0 0,1 1 0,-1 0 0,16 15 0,3 4 0,-2 1 0,0 2 0,-2 0 0,-1 3 0,-2 0 0,-1 1 0,-1 2 0,-2 0 0,16 41 0,-4 12 0,34 145 0,-4-28 0,-10-42 0,-38-85 0,-14-67 0,0-1 0,1 1 0,0 0 0,1-1 0,0 1 0,1-1 0,0 0 0,1 0 0,0 0 0,1-1 0,0 0 0,9 11 0,12 15 0,0 1 0,-3 2 0,22 44 0,33 52 0,8 13 0,-31-46 0,-17-41 0,-17-27 0,-1 0 0,-2 1 0,-1 1 0,15 43 0,151 465 0,-178-522 0,-1 0 0,0 1 0,-2-1 0,1 30 0,-5 95 0,-1-73 0,0 773 0,3-457 0,-2-347 0,-2 0 0,-2-1 0,-2 0 0,-1 0 0,-2 0 0,-2-1 0,-29 66 0,24-65 0,3 0 0,-10 46 0,12-51 0,-1-1 0,-24 47 0,18-43 0,-41 75 0,-15 35 0,56-103 0,-25 65 0,-73 131 0,6-26 0,33-79 0,-156 247 0,165-302 0,50-63 0,2 1 0,0 1 0,1 0 0,-21 41 0,10-13 0,-2 0 0,-50 63 0,-22 37 0,-88 163 0,164-269 0,-19 48 0,-15 27 0,44-96 0,0-1 0,-2-1 0,-28 29 0,-65 50 0,-101 75 0,-18 15 0,-135 81 0,225-175 0,2-7 0,-167 79 0,-250 80 0,196-94 0,208-97 0,42-17 0,-32 11 0,-47 21 0,-4 6 0,83-36 0,-104 57 0,60-29 0,106-52 0,1 3 0,-79 48 0,59-22 0,20-14 0,-95 53 0,-352 189 0,69-22 0,208-117 0,-10 2 0,82-52 0,96-59 0,-60 23 0,34-17 0,40-19 0,-1-2 0,0-1 0,-45 8 0,41-11 0,0 2 0,-51 20 0,-29 18-1365,86-38-5461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9:03.605"/>
    </inkml:context>
    <inkml:brush xml:id="br0">
      <inkml:brushProperty name="width" value="0.05" units="cm"/>
      <inkml:brushProperty name="height" value="0.05" units="cm"/>
      <inkml:brushProperty name="color" value="#E71224"/>
    </inkml:brush>
  </inkml:definitions>
  <inkml:trace contextRef="#ctx0" brushRef="#br0">0 0 24575,'5'0'0,"6"0"0,2 5 0,-2 6 0,2 6 0,4 10 0,-1 5 0,1 2 0,3 0 0,3-1 0,2-2 0,2 0 0,-4-7-8191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9:06.137"/>
    </inkml:context>
    <inkml:brush xml:id="br0">
      <inkml:brushProperty name="width" value="0.05" units="cm"/>
      <inkml:brushProperty name="height" value="0.05" units="cm"/>
      <inkml:brushProperty name="color" value="#E71224"/>
    </inkml:brush>
  </inkml:definitions>
  <inkml:trace contextRef="#ctx0" brushRef="#br0">0 51 24575,'0'-1'0,"0"0"0,1 0 0,-1 0 0,0 0 0,1 0 0,-1 0 0,1 0 0,-1 0 0,1 0 0,0 1 0,-1-1 0,1 0 0,0 0 0,-1 1 0,1-1 0,0 0 0,0 1 0,0-1 0,-1 1 0,1-1 0,0 1 0,0-1 0,0 1 0,0 0 0,0-1 0,2 1 0,30-6 0,-30 5 0,82-4 0,112 5 0,-69 3 0,-69-1-73,-38-1-112,-1 0 1,1 0-1,-1-2 1,1-1-1,0-1 1,26-6-1,-18-4-6641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9:27.003"/>
    </inkml:context>
    <inkml:brush xml:id="br0">
      <inkml:brushProperty name="width" value="0.05" units="cm"/>
      <inkml:brushProperty name="height" value="0.05" units="cm"/>
      <inkml:brushProperty name="color" value="#E71224"/>
    </inkml:brush>
  </inkml:definitions>
  <inkml:trace contextRef="#ctx0" brushRef="#br0">545 818 24575,'42'-1'0,"-14"0"0,-1 1 0,1 1 0,0 1 0,-1 2 0,49 12 0,-44-7 0,1 0 0,0-3 0,0 0 0,0-3 0,1 0 0,0-2 0,42-5 0,-68 3 0,1 0 0,-1 0 0,0-1 0,0 0 0,0-1 0,0 0 0,-1 0 0,1-1 0,-1 1 0,0-2 0,0 1 0,0-1 0,-1 0 0,1 0 0,-1-1 0,0 0 0,-1 0 0,1-1 0,-1 1 0,-1-1 0,1 0 0,-1 0 0,0-1 0,-1 1 0,0-1 0,0 0 0,-1 0 0,1 0 0,-2 0 0,1 0 0,0-14 0,-5-126 0,0 61 0,3 75 0,-1 0 0,-1-1 0,1 1 0,-2-1 0,0 1 0,0 0 0,-1 1 0,-1-1 0,0 0 0,0 1 0,-1 0 0,-1 1 0,0-1 0,0 1 0,-1 0 0,0 1 0,-1 0 0,0 0 0,-17-12 0,-1 0 0,1-1 0,-36-39 0,57 55 0,-1 1 0,1-1 0,-1 1 0,0 0 0,0 1 0,0-1 0,-1 1 0,0 1 0,0-1 0,-11-3 0,6 3 0,1 2 0,-1-1 0,0 2 0,0 0 0,0 0 0,-13 1 0,8-1 0,0 0 0,0-2 0,0 0 0,0 0 0,-21-9 0,15 5 0,1 1 0,-27-4 0,-28 5 0,-90 5 0,71 2 0,87-2 0,0 0 0,1 0 0,-1 1 0,1 0 0,-1 1 0,1 0 0,-1 0 0,1 1 0,0 0 0,0 0 0,0 1 0,1 0 0,-1 1 0,1-1 0,0 1 0,0 1 0,1-1 0,-1 1 0,1 0 0,0 1 0,1 0 0,0-1 0,0 2 0,0-1 0,1 1 0,-6 14 0,-28 58 0,26-57 0,0 0 0,2 1 0,-7 26 0,8-17 0,2 1 0,2 0 0,1 0 0,0 48 0,4-66 0,1 0 0,0 0 0,1 0 0,0 0 0,8 23 0,-8-32 0,1 0 0,0-1 0,0 1 0,1-1 0,0 0 0,0 0 0,0 0 0,1 0 0,0-1 0,0 0 0,0 0 0,1 0 0,0-1 0,9 6 0,2 0 13,0-2 1,0 0-1,1-1 0,0-1 0,1 0 1,-1-2-1,36 5 0,7-5-551,67-3 0,-107-1 143,8-1-6431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9:43.974"/>
    </inkml:context>
    <inkml:brush xml:id="br0">
      <inkml:brushProperty name="width" value="0.05" units="cm"/>
      <inkml:brushProperty name="height" value="0.05" units="cm"/>
      <inkml:brushProperty name="color" value="#E71224"/>
    </inkml:brush>
  </inkml:definitions>
  <inkml:trace contextRef="#ctx0" brushRef="#br0">2486 0 24575,'-8'1'0,"0"0"0,0 0 0,0 0 0,0 1 0,0 0 0,0 1 0,1 0 0,-1 0 0,-10 7 0,-8 5 0,-30 26 0,-8 3 0,2-7 0,-134 72 0,136-80 0,1 2 0,-86 60 0,88-54 0,35-23 0,-36 28 0,-122 118 0,146-132 0,-1-3 0,-1 0 0,-55 26 0,-38 25 0,-38 43 0,142-102 0,-26 25 0,-3 3 0,31-27 0,1 1 0,1 1 0,1 1 0,1 1 0,0 1 0,-21 36 0,-87 135 0,-64 140 0,185-320 0,1 0 0,-8 28 0,11-32 0,0 0 0,-1 0 0,-1 0 0,0 0 0,0-1 0,-1 0 0,-7 12 0,-6 4 0,1 1 0,2 0 0,0 1 0,-12 35 0,-34 119 0,45-128 0,-4 9 0,3 0 0,3 1 0,3 1 0,-5 88 0,15 230 0,3-160 0,-1-202 0,1 0 0,1 0 0,0 0 0,2 0 0,0-1 0,1 0 0,14 29 0,74 125 0,-66-127 0,41 82 0,17 26 0,-69-127 0,2-1 0,0-1 0,35 35 0,115 82 0,-76-67 0,-8-8 0,4-3 0,189 100 0,214 59 0,-425-192 0,91 57 0,-18-8 0,-61-35 0,-2 3 0,120 98 0,7 32 0,-161-135 0,-2 2 0,48 70 0,216 342 0,-277-408 0,-2 0 0,-2 2 0,34 106 0,-52-136 0,-1 1 0,-1 0 0,-1 0 0,0 24 0,-4 93 0,-2-56 0,5-16 0,-1-35 0,-1 0 0,-5 46 0,1-63 0,0 0 0,-1 0 0,-1 0 0,-12 23 0,10-21 0,0 0 0,-9 30 0,8-10 0,4-13 0,-1-1 0,-1 1 0,0-1 0,-2 0 0,-1-1 0,-25 41 0,-45 70 0,0-2 0,3-3 0,53-85 0,-40 55 0,21-42 0,7-12 0,-34 58 0,-25 42 0,82-127 0,-1 0 0,-20 17 0,-11 13 0,33-32 0,-2-1 0,1 0 0,-26 20 0,32-29 0,0 0 0,-1-1 0,1 0 0,-1-1 0,1 0 0,-1 0 0,0 0 0,0-1 0,-1-1 0,1 1 0,-11 0 0,-39-1 18,29 0-709,-42 5-1,42-1-6134</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9:46.376"/>
    </inkml:context>
    <inkml:brush xml:id="br0">
      <inkml:brushProperty name="width" value="0.05" units="cm"/>
      <inkml:brushProperty name="height" value="0.05" units="cm"/>
      <inkml:brushProperty name="color" value="#E71224"/>
    </inkml:brush>
  </inkml:definitions>
  <inkml:trace contextRef="#ctx0" brushRef="#br0">829 0 24575,'-789'0'-1365,"749"0"-5461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29:48.286"/>
    </inkml:context>
    <inkml:brush xml:id="br0">
      <inkml:brushProperty name="width" value="0.05" units="cm"/>
      <inkml:brushProperty name="height" value="0.05" units="cm"/>
      <inkml:brushProperty name="color" value="#E71224"/>
    </inkml:brush>
  </inkml:definitions>
  <inkml:trace contextRef="#ctx0" brushRef="#br0">113 0 24575,'1'40'0,"-3"0"0,-1-1 0,-1 1 0,-15 53 0,-39 138 0,34-116-1365,21-85-5461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3:17.261"/>
    </inkml:context>
    <inkml:brush xml:id="br0">
      <inkml:brushProperty name="width" value="0.035" units="cm"/>
      <inkml:brushProperty name="height" value="0.035" units="cm"/>
      <inkml:brushProperty name="color" value="#E71224"/>
    </inkml:brush>
  </inkml:definitions>
  <inkml:trace contextRef="#ctx0" brushRef="#br0">200 638 24575,'1'2'0,"-1"1"0,1 0 0,-1-1 0,1 1 0,0-1 0,0 1 0,0-1 0,1 1 0,-1-1 0,0 0 0,1 1 0,0-1 0,-1 0 0,1 0 0,0 0 0,0 0 0,0-1 0,0 1 0,1-1 0,-1 1 0,0-1 0,1 0 0,-1 1 0,1-1 0,3 1 0,11 4 0,0-1 0,31 5 0,-32-7 0,24 3 0,0-2 0,0-2 0,59-4 0,-13-1 0,-74 3 0,-1 0 0,0-1 0,1 0 0,-1-1 0,0-1 0,0 0 0,0 0 0,0-1 0,0 0 0,10-7 0,-14 7 0,1-1 0,-1-1 0,0 1 0,0-1 0,-1-1 0,0 1 0,0-1 0,0 0 0,-1 0 0,0-1 0,0 1 0,-1-1 0,5-13 0,-3 4 0,-1 0 0,0-1 0,-1 0 0,-1 0 0,1-24 0,-3 0 0,-5-50 0,4 82 0,-2 0 0,1 0 0,-1 0 0,-1 1 0,1-1 0,-2 0 0,1 1 0,-1 0 0,-1 0 0,0 0 0,0 0 0,-1 1 0,0 0 0,0 0 0,-1 1 0,1-1 0,-2 1 0,1 1 0,-1 0 0,0 0 0,-1 0 0,-9-4 0,-14-11 0,21 13 0,0 0 0,-1 1 0,0 0 0,0 1 0,0 0 0,-1 1 0,0 1 0,0 0 0,-21-4 0,-106-8 0,126 15 0,1-1 0,-1-1 0,-19-5 0,22 4 0,-1 1 0,1 1 0,-1 0 0,-13-1 0,21 3 0,-1 1 0,0-1 0,1 1 0,-1 0 0,1 0 0,-1 0 0,1 0 0,0 1 0,-1 0 0,1 0 0,0 0 0,0 0 0,0 1 0,-5 4 0,-9 9 0,0 1 0,1 2 0,0-1 0,2 2 0,0 0 0,1 1 0,-21 44 0,14-18 0,2 1 0,-23 93 0,40-134 0,0 0 0,1 0 0,0 0 0,0 0 0,1 1 0,-1-1 0,2 0 0,-1 1 0,2 7 0,-1-11 0,1 0 0,0 0 0,-1 0 0,1 0 0,0-1 0,1 1 0,-1 0 0,1-1 0,0 1 0,-1-1 0,1 0 0,1 0 0,-1 0 0,0-1 0,1 1 0,5 2 0,-1 0 6,1-2-1,-1 1 1,1-1-1,0 0 1,-1-1-1,15 3 1,12 2-1410,-24-4-5422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3:21.410"/>
    </inkml:context>
    <inkml:brush xml:id="br0">
      <inkml:brushProperty name="width" value="0.035" units="cm"/>
      <inkml:brushProperty name="height" value="0.035" units="cm"/>
      <inkml:brushProperty name="color" value="#E71224"/>
    </inkml:brush>
  </inkml:definitions>
  <inkml:trace contextRef="#ctx0" brushRef="#br0">2895 0 24575,'7'6'0,"1"-1"0,-1 0 0,1-1 0,1 0 0,-1 0 0,1 0 0,-1-1 0,15 3 0,21 8 0,-5 3 0,21 8 0,0 3 0,76 48 0,-121-63 0,0 0 0,-1 1 0,0 0 0,-1 2 0,-1-1 0,-1 1 0,14 25 0,14 18 0,-9-15 0,32 62 0,9 19 0,21 43 0,38 129 0,-120-264 0,9 42 0,4 17 0,-15-66 0,-1 1 0,-2 1 0,0-1 0,0 30 0,-5 112 0,1 23 0,15 557 0,-18-496 0,-11 40 0,-9 6 0,19-269 0,-2 0 0,-2-1 0,-1 0 0,-22 56 0,6-18 0,-78 283 0,48-157 0,34-136 0,-2-2 0,-3 0 0,-44 71 0,31-59 0,17-24 0,-17 50 0,21-49 0,-27 50 0,13-44 0,-2-2 0,-45 50 0,15-20 0,1-8 0,40-47 0,-23 30 0,32-35 0,0 0 0,-1-2 0,0 1 0,-1-2 0,-1 0 0,-1-1 0,0 0 0,-34 19 0,-23 1 0,-143 43 0,187-68 0,-48 14 0,-1-4 0,-147 16 0,-19 2 0,7-2 0,209-30 0,0 1 0,1 1 0,-30 13 0,26-9 0,-59 12 0,-69 9 0,-30 5 0,118-26 0,-265 45 0,285-46 0,22-5 0,-52 17 0,40-9 30,0-1 0,-1-2 0,-78 7 0,-132-9-1515,237-8-5341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3:27.897"/>
    </inkml:context>
    <inkml:brush xml:id="br0">
      <inkml:brushProperty name="width" value="0.035" units="cm"/>
      <inkml:brushProperty name="height" value="0.035" units="cm"/>
      <inkml:brushProperty name="color" value="#E71224"/>
    </inkml:brush>
  </inkml:definitions>
  <inkml:trace contextRef="#ctx0" brushRef="#br0">4497 1 24575,'-704'0'0,"685"0"0,-1 2 0,1 0 0,0 2 0,-1 0 0,-24 9 0,-89 41 0,72-27 0,26-10 0,-56 37 0,-9 5 0,29-25 0,16-7 0,-84 52 0,62-29 0,-41 30 0,104-68 0,0 0 0,1 1 0,0 1 0,1 0 0,-19 30 0,-22 40 0,-86 104 0,123-170 0,1 1 0,0 0 0,1 1 0,1 0 0,1 1 0,-11 28 0,4 5 0,-23 111 0,36-143 0,0 0 0,-2-1 0,0 0 0,-23 40 0,-57 76 0,60-96 0,-48 79 0,37-55 0,-81 101 0,-34 29 0,-26 28 0,85-113 0,-89 134 0,171-224 0,-30 45 0,-2-2 0,-95 103 0,76-113 0,49-43 0,0 2 0,1 0 0,1 1 0,-22 26 0,30-31 0,-1 1 0,-1 0 0,1-1 0,-1 0 0,-1-1 0,1 0 0,-1 0 0,-1 0 0,1-1 0,-1-1 0,-17 9 0,-62 21 0,-99 24 0,41-20 0,142-38 0,0 1 0,0 0 0,0-1 0,0 1 0,0 1 0,0-1 0,1 1 0,-7 5 0,6-5 0,1 0 0,-1 0 0,1-1 0,-1 1 0,0-1 0,0 0 0,0 0 0,-8 2 0,-43 5 0,44-8 0,-1 1 0,1 0 0,0 1 0,-1 0 0,1 0 0,0 1 0,-18 10 0,-71 48-1365,80-47-5461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3:36.860"/>
    </inkml:context>
    <inkml:brush xml:id="br0">
      <inkml:brushProperty name="width" value="0.035" units="cm"/>
      <inkml:brushProperty name="height" value="0.035" units="cm"/>
      <inkml:brushProperty name="color" value="#E71224"/>
    </inkml:brush>
  </inkml:definitions>
  <inkml:trace contextRef="#ctx0" brushRef="#br0">16 0 24575,'5'5'0,"2"6"0,-1 6 0,-1 10 0,-1 5 0,-7 7 0,-2 1 0,-1-1 0,-4-2 0,0-3 0,1-7-8191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3:38.434"/>
    </inkml:context>
    <inkml:brush xml:id="br0">
      <inkml:brushProperty name="width" value="0.035" units="cm"/>
      <inkml:brushProperty name="height" value="0.035" units="cm"/>
      <inkml:brushProperty name="color" value="#E71224"/>
    </inkml:brush>
  </inkml:definitions>
  <inkml:trace contextRef="#ctx0" brushRef="#br0">0 0 24575,'5'0'0,"6"0"0,6 0 0,10 0 0,5 0 0,2 0 0,0 0 0,-1 0 0,-1 0 0,8 0 0,2 0 0,-6 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4:09.581"/>
    </inkml:context>
    <inkml:brush xml:id="br0">
      <inkml:brushProperty name="width" value="0.035" units="cm"/>
      <inkml:brushProperty name="height" value="0.035" units="cm"/>
      <inkml:brushProperty name="color" value="#E71224"/>
    </inkml:brush>
  </inkml:definitions>
  <inkml:trace contextRef="#ctx0" brushRef="#br0">318 743 24575,'11'5'0,"-1"0"0,1 1 0,-1 0 0,0 0 0,-1 1 0,0 0 0,14 14 0,-13-11 0,0-2 0,0 1 0,1-1 0,0-1 0,17 9 0,35 11 0,115 34 0,-157-56 0,1 0 0,0-1 0,0-2 0,0 0 0,0-1 0,0-1 0,0-1 0,0-1 0,32-8 0,-45 7 0,0 0 0,-1-1 0,1 0 0,-1 0 0,0-1 0,0 0 0,0-1 0,-1 0 0,0 0 0,0 0 0,0-1 0,-1 0 0,0 0 0,0-1 0,-1 0 0,0 0 0,8-17 0,-5 6 0,0-1 0,-1-1 0,-1 1 0,-1-1 0,-1 0 0,3-40 0,-6 48 0,2-20 0,-2 0 0,-6-62 0,3 86 0,1-1 0,-2 1 0,1-1 0,-1 1 0,-1 0 0,1 0 0,-1 0 0,-1 0 0,0 1 0,0 0 0,-1 0 0,0 0 0,0 1 0,-10-10 0,-44-34 0,20 18 0,-51-55 0,78 73 0,1 0 0,1-1 0,0-1 0,-9-19 0,17 31 0,1 1 0,-2-1 0,1 1 0,0 0 0,-1 0 0,1 0 0,-1 0 0,0 1 0,-1 0 0,1-1 0,-1 1 0,1 1 0,-1-1 0,0 1 0,0 0 0,0 0 0,0 0 0,0 1 0,0-1 0,-9 0 0,-10 0 0,0 1 0,0 1 0,-35 4 0,5-1 0,-52-3 0,57-2 0,0 3 0,-59 7 0,98-6 0,-1 1 0,0 0 0,0 1 0,1 0 0,0 0 0,0 1 0,0 0 0,0 1 0,-15 12 0,10-5 0,0 1 0,1 1 0,1 0 0,-18 25 0,26-32 0,0 0 0,1 1 0,0-1 0,1 1 0,0-1 0,0 1 0,1 0 0,0 0 0,1 1 0,-1 11 0,1-13 0,1-1 0,0 1 0,1-1 0,-1 0 0,1 1 0,1-1 0,0 0 0,0 0 0,0 0 0,0 0 0,1 0 0,1-1 0,5 10 0,18 19 0,-16-22 0,0 0 0,-1 2 0,0-1 0,-1 1 0,-1 1 0,0-1 0,10 30 0,-2 7 0,38 78 0,-52-124-62,1-1 0,0 0 0,0 0 0,0 0 0,1 0 0,-1 0 0,1-1 0,0 0 0,1 1 0,-1-1 0,1-1 0,0 1-1,0-1 1,0 0 0,0 0 0,0 0 0,1-1 0,-1 0 0,1 0 0,-1 0 0,10 1 0,10 0-6764</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4:15.680"/>
    </inkml:context>
    <inkml:brush xml:id="br0">
      <inkml:brushProperty name="width" value="0.035" units="cm"/>
      <inkml:brushProperty name="height" value="0.035" units="cm"/>
      <inkml:brushProperty name="color" value="#E71224"/>
    </inkml:brush>
  </inkml:definitions>
  <inkml:trace contextRef="#ctx0" brushRef="#br0">6912 0 24575,'26'0'0,"-1"2"0,1 1 0,-1 0 0,0 2 0,0 1 0,-1 1 0,1 2 0,-2 0 0,1 1 0,23 14 0,18 13 0,-1 2 0,73 61 0,-107-75 0,-1 2 0,0 1 0,-2 1 0,-2 1 0,0 1 0,19 35 0,-30-39 0,-2 0 0,0 1 0,10 43 0,14 34 0,-9-32 0,25 107 0,4 13 0,-22-95 0,83 227 0,-99-278 0,93 212 0,-99-234 0,0 2 0,-2-1 0,-1 2 0,10 55 0,5 116 0,-17-128 0,2 279 0,-9-252 0,-1-74 0,-1 1 0,-1-1 0,-1 0 0,-1-1 0,-1 1 0,-1-1 0,-2 0 0,0 0 0,-1-1 0,-1-1 0,-1 0 0,-26 36 0,27-42 0,-1 1 0,0-2 0,-1 0 0,-1 0 0,0-2 0,0 1 0,-30 17 0,-70 41 0,49-30 0,-131 63 0,182-99 0,0-1 0,-23 5 0,23-7 0,1 1 0,-1 1 0,-19 8 0,-109 52 0,-2-7 0,-3-7 0,-292 61 0,361-97 0,-1-1 0,-96 29 0,100-21 0,0-3 0,-1-3 0,-97 5 0,-234-11 0,191 4 0,26 0 0,130-8 0,-1 2 0,1 3 0,-60 18 0,-60 11 0,-34-10 0,-179 35 0,242-29 0,-266 27 0,170-46 0,-442 2 0,448-21 0,91 2 0,20-2 0,-229 25 0,273-8 0,32-4 0,-1-2 0,-62 0 0,80-8 0,1 2 0,-1 1 0,1 2 0,-48 12 0,49-7 0,-10 3 0,1-2 0,-2-2 0,-54 4 0,-440-10 67,276-5-1499,238 2-5394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4:18.054"/>
    </inkml:context>
    <inkml:brush xml:id="br0">
      <inkml:brushProperty name="width" value="0.035" units="cm"/>
      <inkml:brushProperty name="height" value="0.035" units="cm"/>
      <inkml:brushProperty name="color" value="#E71224"/>
    </inkml:brush>
  </inkml:definitions>
  <inkml:trace contextRef="#ctx0" brushRef="#br0">0 1 24575,'0'14'0,"0"10"0,0 6 0,0 2 0,0 0 0,0 1 0,5-2 0,6 0 0,6-2 0,6-5 0,-3-2 0,-3 9 0,-5 1-8191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4:19.355"/>
    </inkml:context>
    <inkml:brush xml:id="br0">
      <inkml:brushProperty name="width" value="0.035" units="cm"/>
      <inkml:brushProperty name="height" value="0.035" units="cm"/>
      <inkml:brushProperty name="color" value="#E71224"/>
    </inkml:brush>
  </inkml:definitions>
  <inkml:trace contextRef="#ctx0" brushRef="#br0">0 1 24575,'0'2'0,"1"1"0,-1-1 0,0 0 0,1 1 0,0-1 0,0 0 0,0 1 0,0-1 0,0 0 0,0 0 0,0 0 0,1 0 0,-1 0 0,1 0 0,-1 0 0,1-1 0,0 1 0,0 0 0,0-1 0,0 0 0,0 1 0,0-1 0,0 0 0,0 0 0,0 0 0,1 0 0,-1 0 0,0-1 0,1 1 0,4 0 0,10 2 0,0-1 0,0-1 0,24 0 0,-20-1 0,294 0 113,-126-2-1591,-160 2-5348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4:58.426"/>
    </inkml:context>
    <inkml:brush xml:id="br0">
      <inkml:brushProperty name="width" value="0.035" units="cm"/>
      <inkml:brushProperty name="height" value="0.035" units="cm"/>
      <inkml:brushProperty name="color" value="#E71224"/>
    </inkml:brush>
  </inkml:definitions>
  <inkml:trace contextRef="#ctx0" brushRef="#br0">260 855 24575,'0'4'0,"0"0"0,0-1 0,1 1 0,-1 0 0,1-1 0,0 1 0,0-1 0,1 1 0,-1-1 0,1 0 0,-1 1 0,1-1 0,0 0 0,0 0 0,0 0 0,4 3 0,-1-1 0,1-1 0,-1 0 0,1 0 0,-1 0 0,1-1 0,0 0 0,0 0 0,10 3 0,3-1 0,0 0 0,1-2 0,0 0 0,-1-1 0,24 0 0,435-5 0,-460 3 0,1-1 0,-1 0 0,1-1 0,-1-1 0,0-1 0,18-6 0,-27 6 0,0 0 0,0 0 0,0-1 0,-1 0 0,1 0 0,-1-1 0,-1 0 0,1-1 0,-1 1 0,0-2 0,-1 1 0,12-16 0,-7 5 0,0 1 0,-2-1 0,0-1 0,0 0 0,-2 0 0,0-1 0,-2 1 0,0-1 0,-1-1 0,-1 1 0,-1 0 0,-1-37 0,-2 20 0,-1 0 0,-10-47 0,9 66 0,-2 1 0,0 1 0,-1-1 0,0 1 0,-2 0 0,0 0 0,-11-16 0,-23-34 0,21 32 0,0 2 0,-32-36 0,46 62 0,0-1 0,0 2 0,0-1 0,-1 1 0,0 0 0,0 1 0,0 0 0,0 0 0,-1 1 0,0 0 0,1 0 0,-1 1 0,0 0 0,-13 0 0,-14-1 0,0 2 0,-50 5 0,19 0 0,-28-4 0,42-1 0,0 2 0,-66 11 0,85-6 0,-59 18 0,78-18 0,0 1 0,0 0 0,1 0 0,-1 2 0,-23 18 0,20-13 0,1 2 0,1-1 0,0 2 0,2 0 0,-1 1 0,-14 27 0,21-32 0,1 1 0,1 0 0,0 0 0,1 0 0,0 1 0,1 0 0,1 0 0,0 0 0,2 1 0,-1 19 0,2-5 0,0 12 0,7 61 0,-5-90 0,0 0 0,1 0 0,1-1 0,0 1 0,0-1 0,2 0 0,-1 0 0,15 22 0,-11-25-16,0 1-1,0-2 0,0 1 1,1-1-1,1-1 1,-1 1-1,1-2 1,16 8-1,6 4-1199,-7-2-5610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5:03.926"/>
    </inkml:context>
    <inkml:brush xml:id="br0">
      <inkml:brushProperty name="width" value="0.035" units="cm"/>
      <inkml:brushProperty name="height" value="0.035" units="cm"/>
      <inkml:brushProperty name="color" value="#E71224"/>
    </inkml:brush>
  </inkml:definitions>
  <inkml:trace contextRef="#ctx0" brushRef="#br0">2783 33 24575,'0'-1'0,"-1"-1"0,1 1 0,0 0 0,-1 0 0,1 0 0,-1 0 0,1 0 0,-1 0 0,0 0 0,1 0 0,-1 1 0,0-1 0,0 0 0,0 0 0,1 0 0,-1 1 0,0-1 0,0 1 0,0-1 0,0 0 0,0 1 0,0 0 0,-1-1 0,1 1 0,0 0 0,0-1 0,0 1 0,-2 0 0,-37-5 0,33 4 0,-394-4 0,220 7 0,147 0 0,1 2 0,-59 14 0,21-4 0,23-4 0,-92 34 0,35-9 0,80-29 0,0-2 0,-40 3 0,49-6 0,0 0 0,0 0 0,0 2 0,0 0 0,0 1 0,1 0 0,-1 2 0,-25 12 0,-86 56 0,33-19 0,-86 66 0,125-82 0,40-30 0,1 0 0,0 1 0,1 1 0,0 0 0,1 1 0,0 0 0,0 1 0,-18 28 0,20-21 0,-14 37 0,-4 11 0,5-14 0,1 1 0,4 2 0,2-1 0,-12 74 0,20-72 0,3-1 0,3 1 0,5 72 0,-1-23 0,16 244 0,-11-232 0,-6-73 0,8 49 0,-3-69 0,1-1 0,1-1 0,1 1 0,2-2 0,20 36 0,-14-27 0,25 66 0,-18-36 0,-17-45 0,0-1 0,-1 1 0,-1 0 0,-1 0 0,4 32 0,-6 0 0,-2 0 0,-2 0 0,-16 88 0,17-133 0,-4 21 0,-11 37 0,13-53 0,-1 0 0,0-1 0,-1 0 0,1 0 0,-1 0 0,-1 0 0,-9 10 0,-4 2 0,0-1 0,-2-1 0,0 0 0,-29 17 0,36-27 0,0 0 0,-1 0 0,-1-2 0,1 0 0,-1-1 0,0 0 0,0-1 0,-19 2 0,-49-1-2,-101-5 0,78-2-1359,77 2-5465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5:06.126"/>
    </inkml:context>
    <inkml:brush xml:id="br0">
      <inkml:brushProperty name="width" value="0.035" units="cm"/>
      <inkml:brushProperty name="height" value="0.035" units="cm"/>
      <inkml:brushProperty name="color" value="#E71224"/>
    </inkml:brush>
  </inkml:definitions>
  <inkml:trace contextRef="#ctx0" brushRef="#br0">398 229 24575,'-5'-5'0,"-1"-6"0,-5-7 0,-5-4 0,-4 1 0,-5 0 0,-2-2 0,-1 3 0,-1 5 0,0 6 0,0-2 0,0 2 0,0 3 0,0 1 0,-4-2 0,3-6 0,7 1-8191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5:08.100"/>
    </inkml:context>
    <inkml:brush xml:id="br0">
      <inkml:brushProperty name="width" value="0.035" units="cm"/>
      <inkml:brushProperty name="height" value="0.035" units="cm"/>
      <inkml:brushProperty name="color" value="#E71224"/>
    </inkml:brush>
  </inkml:definitions>
  <inkml:trace contextRef="#ctx0" brushRef="#br0">388 1 24575,'5'4'0,"1"8"0,0 5 0,-1 14 0,-6 3 0,-13 0 0,-4-2 0,-4-5 0,-7-3 0,-9-6 0,-7 0 0,4 0 0,4 3 0,-1-2 0,5 0 0,0 7 0,0-2 0,5-4-8191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5:28.233"/>
    </inkml:context>
    <inkml:brush xml:id="br0">
      <inkml:brushProperty name="width" value="0.035" units="cm"/>
      <inkml:brushProperty name="height" value="0.035" units="cm"/>
      <inkml:brushProperty name="color" value="#E71224"/>
    </inkml:brush>
  </inkml:definitions>
  <inkml:trace contextRef="#ctx0" brushRef="#br0">72 741 24575,'4'-3'0,"-1"0"0,1 1 0,0-1 0,0 1 0,0 0 0,0 1 0,0-1 0,1 0 0,-1 1 0,0 0 0,1 0 0,7 0 0,-2 0 0,1 1 0,-1 0 0,0 0 0,15 3 0,3 4 0,33 11 0,8 3 0,-19-10 0,1-2 0,1-2 0,100-1 0,-87-6 0,73-2 0,-131 1 0,-1 0 0,0 0 0,0 0 0,0-1 0,0 1 0,0-2 0,0 1 0,0-1 0,-1 0 0,1 0 0,-1 0 0,0-1 0,0 0 0,0 0 0,-1 0 0,1 0 0,4-7 0,-4 4 0,0 0 0,-1 0 0,0 0 0,0-1 0,-1 0 0,0 0 0,0 0 0,-1 0 0,0 0 0,-1 0 0,1 0 0,-1-12 0,0 9 0,0-1 0,1 1 0,0 0 0,1 0 0,0 0 0,0 0 0,8-15 0,-7 17 0,-1 0 0,0-1 0,-1 1 0,0 0 0,-1-1 0,1 1 0,-2-1 0,0 1 0,0-1 0,0 1 0,-1-1 0,-1 1 0,1 0 0,-7-17 0,3 12 0,-1 0 0,0 0 0,-1 0 0,-1 1 0,0 0 0,-1 1 0,0 0 0,-18-18 0,20 24 0,0 1 0,0-1 0,-1 2 0,0-1 0,1 1 0,-12-4 0,9 3 0,-1 0 0,1 0 0,-10-8 0,-25-22 0,-2 2 0,-53-29 0,84 56 0,1-1 0,-1 2 0,0 0 0,-1 1 0,1 1 0,-1 1 0,-26-2 0,-121 10 0,143-5 0,10 1 0,0-1 0,1 1 0,-1 1 0,0-1 0,1 2 0,0 0 0,0 0 0,-14 8 0,19-9 0,0 0 0,0 1 0,0-1 0,0 1 0,1 0 0,0 1 0,-1-1 0,2 1 0,-1-1 0,0 1 0,1 0 0,0 1 0,0-1 0,0 1 0,1-1 0,-3 11 0,-43 232 0,25-95 0,13-99 0,8-36 0,-1-1 0,-1 0 0,0 1 0,-12 26 0,5-21-1365,2-2-5461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5:34.222"/>
    </inkml:context>
    <inkml:brush xml:id="br0">
      <inkml:brushProperty name="width" value="0.035" units="cm"/>
      <inkml:brushProperty name="height" value="0.035" units="cm"/>
      <inkml:brushProperty name="color" value="#E71224"/>
    </inkml:brush>
  </inkml:definitions>
  <inkml:trace contextRef="#ctx0" brushRef="#br0">9346 1 24575,'42'-1'0,"1"3"0,-1 1 0,70 16 0,168 45 0,-146-15 0,-103-36 0,2 0 0,-1-3 0,54 12 0,-39-13 0,1 3 0,-2 2 0,59 26 0,-33-12 0,-48-17 0,1 2 0,-2 0 0,0 2 0,0 1 0,-1 1 0,38 38 0,-26-24 0,44 31 0,-34-32 0,-2 2 0,0 2 0,39 43 0,-69-62 0,0 0 0,13 25 0,3 3 0,-14-21 0,-1 1 0,20 47 0,-1 0 0,-12-32 0,100 183 0,-109-204 0,0 0 0,-2 0 0,0 1 0,-1 1 0,-1-1 0,0 1 0,-2 1 0,7 39 0,-11 216 0,-5-123 0,5-34 0,-2 136 0,-1-228 0,-2 0 0,-1-1 0,0 1 0,-2-1 0,-1 0 0,-1-1 0,-1 1 0,-1-2 0,-20 31 0,-15 16 0,-86 100 0,82-109 0,-141 157 0,120-140 0,-67 67 0,109-119 0,-1 0 0,-1-2 0,-38 22 0,-100 51 0,-157 96 0,18 27 0,233-158 0,5-2 0,-153 99 0,-19-32 0,84-47 0,115-60 0,-77 26 0,76-32 0,1 3 0,-44 23 0,-194 87 0,246-113 0,-65 26 0,-142 61 0,73-32 0,-7 3 0,-102 54 0,156-67 0,-148 95 0,224-126 0,-41 26 0,-91 52 0,5-1 0,87-51 0,-20 21 0,58-39 0,-239 172 0,193-142 0,-240 154 0,15-51 0,247-132 0,-102 69 0,-40 22 0,-242 115 0,392-210 0,-1-3 0,-1-2 0,-2-4 0,-79 19 0,29-7 0,-56 13 0,-165 30 0,313-72 0,0-1 0,-1-1 0,-51 2 0,-83-8 0,64-2 0,-1074 3 0,1063-5 0,-154-28 0,161 18 0,28 4 0,9 1 0,-93-3 0,-330 15 0,478-1 0,1 0 0,-1 1 0,1 0 0,0 1 0,0-1 0,0 2 0,0-1 0,0 1 0,1 0 0,0 1 0,0 0 0,-7 6 0,-38 21 0,34-25-170,-1 0-1,0-1 0,0-1 1,-1-1-1,0 0 0,1-2 1,-40 1-1,21-3-6655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5:36.123"/>
    </inkml:context>
    <inkml:brush xml:id="br0">
      <inkml:brushProperty name="width" value="0.035" units="cm"/>
      <inkml:brushProperty name="height" value="0.035" units="cm"/>
      <inkml:brushProperty name="color" value="#E71224"/>
    </inkml:brush>
  </inkml:definitions>
  <inkml:trace contextRef="#ctx0" brushRef="#br0">1 1 24575,'0'4'0,"0"8"0,0 9 0,4 8 0,3 3 0,-1 5 0,-1 2 0,-2-1 0,-1-3 0,-1-2 0,0-1 0,4-7 0,1-8-8191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5:37.146"/>
    </inkml:context>
    <inkml:brush xml:id="br0">
      <inkml:brushProperty name="width" value="0.035" units="cm"/>
      <inkml:brushProperty name="height" value="0.035" units="cm"/>
      <inkml:brushProperty name="color" value="#E71224"/>
    </inkml:brush>
  </inkml:definitions>
  <inkml:trace contextRef="#ctx0" brushRef="#br0">1 202 24575,'0'-5'0,"4"-6"0,8-2 0,19-3 0,25-4 0,17-3 0,5 3 0,0-1 0,-10-1 0,-10 3 0,-11 5 0,-9 4 0,-5 5 0,-9 3-8191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6:14.904"/>
    </inkml:context>
    <inkml:brush xml:id="br0">
      <inkml:brushProperty name="width" value="0.035" units="cm"/>
      <inkml:brushProperty name="height" value="0.035" units="cm"/>
      <inkml:brushProperty name="color" value="#E71224"/>
    </inkml:brush>
  </inkml:definitions>
  <inkml:trace contextRef="#ctx0" brushRef="#br0">632 26 24575,'0'-1'0,"0"1"0,1-1 0,-1 0 0,1 0 0,-1 0 0,1 0 0,-1 1 0,1-1 0,-1 0 0,1 1 0,0-1 0,0 0 0,-1 1 0,1-1 0,0 1 0,0-1 0,0 1 0,-1-1 0,1 1 0,0 0 0,0-1 0,0 1 0,0 0 0,1-1 0,28-5 0,-27 6 0,13-2 0,1 0 0,-1 2 0,0 0 0,0 1 0,0 0 0,24 6 0,95 32 0,-83-21 0,-24-9 0,0 1 0,0 2 0,-1 1 0,-1 1 0,0 1 0,-1 1 0,25 21 0,-39-28 0,-1 1 0,1 0 0,-2 0 0,1 1 0,-2 0 0,1 1 0,-2 0 0,1 0 0,-2 1 0,0 0 0,0 0 0,-1 0 0,-1 1 0,0-1 0,0 1 0,1 27 0,-4-31 0,1 18 0,-2 0 0,-4 48 0,3-68 0,0 0 0,-1 0 0,-1 0 0,1 0 0,-1-1 0,0 1 0,-1-1 0,0 1 0,0-1 0,0 0 0,-1-1 0,0 1 0,-10 9 0,-17 16 0,20-19 0,0-1 0,-25 18 0,32-27 0,-1 1 0,0-1 0,0 0 0,0-1 0,0 1 0,-1-1 0,1 0 0,-1-1 0,1 0 0,-12 1 0,-72 11 0,59-8 0,-45 3 0,-394-9 0,458 1 0,0-1 0,1 0 0,-1-1 0,1 0 0,-1 0 0,1-2 0,0 1 0,0-1 0,-12-7 0,5 1 0,1-1 0,0-1 0,1 0 0,-21-21 0,-56-44 0,-12-14 0,100 86 0,0-1 0,1 0 0,0 0 0,1 0 0,-1 0 0,1-1 0,0 1 0,1-1 0,0 0 0,0 1 0,0-1 0,1 0 0,0-1 0,0 1 0,0 0 0,1 0 0,0 0 0,1 0 0,0 0 0,2-10 0,0 1 0,1 0 0,1 1 0,0-1 0,1 1 0,1 1 0,0-1 0,17-24 0,-7 15 0,-3 3 0,1 1 0,20-22 0,-29 36 0,0 1 0,0 0 0,1 0 0,-1 0 0,1 1 0,0 0 0,0 0 0,1 1 0,-1-1 0,16-3 0,8 0 0,193-52 0,-191 49-1365,-2 3-5461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6:19.817"/>
    </inkml:context>
    <inkml:brush xml:id="br0">
      <inkml:brushProperty name="width" value="0.035" units="cm"/>
      <inkml:brushProperty name="height" value="0.035" units="cm"/>
      <inkml:brushProperty name="color" value="#E71224"/>
    </inkml:brush>
  </inkml:definitions>
  <inkml:trace contextRef="#ctx0" brushRef="#br0">6770 3 24575,'72'-1'0,"-32"-1"0,0 2 0,-1 2 0,1 1 0,0 2 0,46 12 0,-33-1 0,82 23 0,-97-30 0,-1 2 0,0 1 0,-1 2 0,0 1 0,-1 2 0,34 22 0,-53-26 0,-1 1 0,0 0 0,0 0 0,-2 2 0,0 0 0,17 27 0,-17-23 0,1-1 0,1-1 0,0 0 0,27 23 0,2-5 0,-2 1 0,-1 3 0,-2 2 0,51 68 0,-73-82 0,-1 1 0,18 42 0,-7-13 0,-14-29 0,-1 2 0,-2 0 0,-1 0 0,-1 0 0,-1 1 0,3 52 0,-8 200 0,-4-147 0,2-130 0,1 33 0,-2 0 0,-1 0 0,-2-1 0,-17 72 0,12-82 0,0 6 0,-2-1 0,-2 0 0,-21 38 0,-10 9 0,-98 162 0,115-202 0,-2-1 0,-2-2 0,-62 59 0,45-54 0,-2-2 0,-2-2 0,-2-3 0,-1-2 0,-99 45 0,121-65 0,-196 91 0,185-82 0,1 2 0,0 3 0,-37 31 0,14-9 0,-1-4 0,-83 43 0,135-80 0,-56 36 0,-84 70 0,96-68 0,-3-3 0,-70 40 0,-207 101 0,5-7 0,146-67 0,118-67 0,-115 55 0,67-47 0,-424 172 0,414-179 0,-1-6 0,-177 31 0,96-31 0,-107 16 0,303-54 0,-552 80 0,276-49 0,277-31 0,-150 22 0,84-11 0,-103 28 0,20-8 0,110-24 0,0 2 0,-62 20 0,13 6 0,-166 83 0,-16 9 0,43-22 0,17-8 0,52-25 0,101-36 0,52-26 0,-1 0 0,0-2 0,-1 0 0,0-1 0,-34 8 0,29-10-1365,2 0-5461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6:23.168"/>
    </inkml:context>
    <inkml:brush xml:id="br0">
      <inkml:brushProperty name="width" value="0.035" units="cm"/>
      <inkml:brushProperty name="height" value="0.035" units="cm"/>
      <inkml:brushProperty name="color" value="#E71224"/>
    </inkml:brush>
  </inkml:definitions>
  <inkml:trace contextRef="#ctx0" brushRef="#br0">0 0 24575,'0'5'0,"5"7"0,1 5 0,5 5 0,5-1 0,4 5 0,0 4 0,5-4 0,4-2 0,-4 1 0,-5 5 0,-7 2 0,-5 1 0,-4-6-8191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6:25.244"/>
    </inkml:context>
    <inkml:brush xml:id="br0">
      <inkml:brushProperty name="width" value="0.035" units="cm"/>
      <inkml:brushProperty name="height" value="0.035" units="cm"/>
      <inkml:brushProperty name="color" value="#E71224"/>
    </inkml:brush>
  </inkml:definitions>
  <inkml:trace contextRef="#ctx0" brushRef="#br0">0 136 24575,'0'-4'0,"5"-3"0,6 1 0,6 1 0,5 2 0,4 1 0,7 1 0,2 0 0,0 1 0,5 0 0,-1 1 0,-2-6 0,-2-6 0,2-1 0,-5-4 0,7-3 0,10-4 0,-2 2-8191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6:57.140"/>
    </inkml:context>
    <inkml:brush xml:id="br0">
      <inkml:brushProperty name="width" value="0.035" units="cm"/>
      <inkml:brushProperty name="height" value="0.035" units="cm"/>
      <inkml:brushProperty name="color" value="#E71224"/>
    </inkml:brush>
  </inkml:definitions>
  <inkml:trace contextRef="#ctx0" brushRef="#br0">0 1 24575,'0'1160'-1365,"0"-1115"-5461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1:47:12.291"/>
    </inkml:context>
    <inkml:brush xml:id="br0">
      <inkml:brushProperty name="width" value="0.035" units="cm"/>
      <inkml:brushProperty name="height" value="0.035" units="cm"/>
      <inkml:brushProperty name="color" value="#E71224"/>
    </inkml:brush>
  </inkml:definitions>
  <inkml:trace contextRef="#ctx0" brushRef="#br0">52 679 24575,'2388'0'0,"-2354"-3"0,0 0 0,0-3 0,-1 0 0,64-23 0,-5 3 0,-49 17 0,56-5 0,-65 11 0,0-2 0,0-1 0,40-13 0,-38 8 0,0 2 0,1 1 0,-1 2 0,1 1 0,1 2 0,56 3 0,20 0 0,-21-1 0,-1 5 0,138 21 0,6 8 0,-150-21 0,23 1 0,-24-5 0,157 36 0,-131-21 0,-52-15 0,0-3 0,0-3 0,68-5 0,-8 1 0,989 2 0,-1088-2 0,0 0 0,0-1 0,0-1 0,38-13 0,-35 9 0,-1 2 0,1 0 0,33-2 0,47 4 0,46-4 0,206-38 0,-329 42 0,1-2 0,29-10 0,-29 8 0,0 1 0,31-5 0,76-2 0,86-12 0,-2-21 0,-170 35 0,0 2 0,73-4 0,-21 3 0,-72 7 0,37-5 0,-1-3 0,70-21 0,-97 22 0,1 2 0,0 2 0,0 1 0,43-1 0,159 8 0,-94 2 0,2021-3 0,-1914 15 0,-11-1 0,389-15 0,-359-21 0,-185 12 0,202-32 0,-26 3 0,-74 14 0,351-30 0,-150 11 0,-34 2 0,-241 34 0,501-17 0,332 26 0,-932-1 0,0 0 0,1 0 0,30 5 0,-44-5 0,1 1 0,-1 0 0,0 0 0,0 0 0,0 0 0,0 0 0,1 0 0,-2 1 0,1 0 0,0-1 0,0 1 0,0 0 0,-1 0 0,1 1 0,-1-1 0,0 0 0,0 1 0,0 0 0,0-1 0,2 4 0,2 10 0,-1 0 0,-1 1 0,0-1 0,2 22 0,3 15 0,-5-36 0,13 59 0,-2 2 0,6 120 0,0 90 0,-20-283 0,0 1 0,-1-1 0,0 1 0,0-1 0,0 0 0,-1 1 0,0-1 0,0 0 0,0 0 0,-1 0 0,1 1 0,-1-1 0,0-1 0,-3 6 0,-2-1 0,1-1 0,-1 1 0,-1-1 0,1-1 0,-1 1 0,-9 5 0,-22 19 0,10-8 0,-51 34 0,69-51 0,-1-1 0,1 0 0,-1-1 0,0-1 0,-1 0 0,1 0 0,-1-1 0,-20 2 0,-211-4 0,111-5 0,-3424 5 0,3483 2 0,-113 22 0,62-7 0,-47 11 0,-36 4 0,-119 9 0,191-21 0,-223 6 0,-1622-29 0,1090 3 0,843 2 0,0 1 0,-70 17 0,-42 5 0,45-21 0,79-6 0,1 2 0,0 2 0,0 2 0,-58 14 0,61-11 0,0 0 0,0-2 0,-61 3 0,-99-10 0,71-2 0,-2598 3 0,2625 5 0,-116 19 0,41-2 0,123-15 0,-72 20 0,17-2 0,60-17 0,4 1 0,0-3 0,-1-1 0,-38 0 0,15-3 0,0 2 0,-69 15 0,114-16 0,1 2 0,-29 11 0,29-10 0,0 0 0,0-1 0,-19 4 0,-346 21 0,347-29 0,-872 6 0,520-9 0,-657 2-1365,1012 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E20C29-F432-456F-A406-348B5574B4C5}" type="datetimeFigureOut">
              <a:rPr lang="en-IN" smtClean="0"/>
              <a:t>22-06-2026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82DDF1-A77C-4C4D-8719-67417F0CAC18}" type="slidenum">
              <a:rPr lang="en-IN" smtClean="0"/>
              <a:t>‹#›</a:t>
            </a:fld>
            <a:endParaRPr lang="en-IN"/>
          </a:p>
        </p:txBody>
      </p:sp>
    </p:spTree>
    <p:extLst>
      <p:ext uri="{BB962C8B-B14F-4D97-AF65-F5344CB8AC3E}">
        <p14:creationId xmlns:p14="http://schemas.microsoft.com/office/powerpoint/2010/main" val="4093804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82DDF1-A77C-4C4D-8719-67417F0CAC18}" type="slidenum">
              <a:rPr lang="en-IN" smtClean="0"/>
              <a:t>20</a:t>
            </a:fld>
            <a:endParaRPr lang="en-IN"/>
          </a:p>
        </p:txBody>
      </p:sp>
    </p:spTree>
    <p:extLst>
      <p:ext uri="{BB962C8B-B14F-4D97-AF65-F5344CB8AC3E}">
        <p14:creationId xmlns:p14="http://schemas.microsoft.com/office/powerpoint/2010/main" val="27235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82DDF1-A77C-4C4D-8719-67417F0CAC18}" type="slidenum">
              <a:rPr lang="en-IN" smtClean="0"/>
              <a:t>29</a:t>
            </a:fld>
            <a:endParaRPr lang="en-IN"/>
          </a:p>
        </p:txBody>
      </p:sp>
    </p:spTree>
    <p:extLst>
      <p:ext uri="{BB962C8B-B14F-4D97-AF65-F5344CB8AC3E}">
        <p14:creationId xmlns:p14="http://schemas.microsoft.com/office/powerpoint/2010/main" val="1989599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82DDF1-A77C-4C4D-8719-67417F0CAC18}" type="slidenum">
              <a:rPr lang="en-IN" smtClean="0"/>
              <a:t>31</a:t>
            </a:fld>
            <a:endParaRPr lang="en-IN"/>
          </a:p>
        </p:txBody>
      </p:sp>
    </p:spTree>
    <p:extLst>
      <p:ext uri="{BB962C8B-B14F-4D97-AF65-F5344CB8AC3E}">
        <p14:creationId xmlns:p14="http://schemas.microsoft.com/office/powerpoint/2010/main" val="2001752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82DDF1-A77C-4C4D-8719-67417F0CAC18}" type="slidenum">
              <a:rPr lang="en-IN" smtClean="0"/>
              <a:t>32</a:t>
            </a:fld>
            <a:endParaRPr lang="en-IN"/>
          </a:p>
        </p:txBody>
      </p:sp>
    </p:spTree>
    <p:extLst>
      <p:ext uri="{BB962C8B-B14F-4D97-AF65-F5344CB8AC3E}">
        <p14:creationId xmlns:p14="http://schemas.microsoft.com/office/powerpoint/2010/main" val="35716344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CEC05-7B3F-32DE-AC61-0A70A745B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03933-477E-0ADD-2827-0026F6BCF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CA85E-D574-F129-43BB-63C50AC1773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F4736A6-A945-B5A3-5AAA-861AE0887702}"/>
              </a:ext>
            </a:extLst>
          </p:cNvPr>
          <p:cNvSpPr>
            <a:spLocks noGrp="1"/>
          </p:cNvSpPr>
          <p:nvPr>
            <p:ph type="sldNum" sz="quarter" idx="5"/>
          </p:nvPr>
        </p:nvSpPr>
        <p:spPr/>
        <p:txBody>
          <a:bodyPr/>
          <a:lstStyle/>
          <a:p>
            <a:fld id="{4B82DDF1-A77C-4C4D-8719-67417F0CAC18}" type="slidenum">
              <a:rPr lang="en-IN" smtClean="0"/>
              <a:t>33</a:t>
            </a:fld>
            <a:endParaRPr lang="en-IN"/>
          </a:p>
        </p:txBody>
      </p:sp>
    </p:spTree>
    <p:extLst>
      <p:ext uri="{BB962C8B-B14F-4D97-AF65-F5344CB8AC3E}">
        <p14:creationId xmlns:p14="http://schemas.microsoft.com/office/powerpoint/2010/main" val="238978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181B2-3A00-BBA0-1B71-300F540BD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BDC49-F11B-9730-31DF-0C2186CBB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D4AFC-7EB0-F7CD-A1EE-1F742D81FB9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825873-5617-DA4F-9B33-11B6029D2265}"/>
              </a:ext>
            </a:extLst>
          </p:cNvPr>
          <p:cNvSpPr>
            <a:spLocks noGrp="1"/>
          </p:cNvSpPr>
          <p:nvPr>
            <p:ph type="sldNum" sz="quarter" idx="5"/>
          </p:nvPr>
        </p:nvSpPr>
        <p:spPr/>
        <p:txBody>
          <a:bodyPr/>
          <a:lstStyle/>
          <a:p>
            <a:fld id="{4B82DDF1-A77C-4C4D-8719-67417F0CAC18}" type="slidenum">
              <a:rPr lang="en-IN" smtClean="0"/>
              <a:t>35</a:t>
            </a:fld>
            <a:endParaRPr lang="en-IN"/>
          </a:p>
        </p:txBody>
      </p:sp>
    </p:spTree>
    <p:extLst>
      <p:ext uri="{BB962C8B-B14F-4D97-AF65-F5344CB8AC3E}">
        <p14:creationId xmlns:p14="http://schemas.microsoft.com/office/powerpoint/2010/main" val="390218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82DDF1-A77C-4C4D-8719-67417F0CAC18}" type="slidenum">
              <a:rPr lang="en-IN" smtClean="0"/>
              <a:t>51</a:t>
            </a:fld>
            <a:endParaRPr lang="en-IN"/>
          </a:p>
        </p:txBody>
      </p:sp>
    </p:spTree>
    <p:extLst>
      <p:ext uri="{BB962C8B-B14F-4D97-AF65-F5344CB8AC3E}">
        <p14:creationId xmlns:p14="http://schemas.microsoft.com/office/powerpoint/2010/main" val="3347639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BB417-A8FA-38A0-E1EB-D412A9917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7019D-A3F8-E582-DE7D-3FA6B1FDB1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4894D-2D6A-FF83-9F80-9E3D832B9CE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5D70303-AFCA-47F7-CF5B-BF61B738BD56}"/>
              </a:ext>
            </a:extLst>
          </p:cNvPr>
          <p:cNvSpPr>
            <a:spLocks noGrp="1"/>
          </p:cNvSpPr>
          <p:nvPr>
            <p:ph type="sldNum" sz="quarter" idx="5"/>
          </p:nvPr>
        </p:nvSpPr>
        <p:spPr/>
        <p:txBody>
          <a:bodyPr/>
          <a:lstStyle/>
          <a:p>
            <a:fld id="{4B82DDF1-A77C-4C4D-8719-67417F0CAC18}" type="slidenum">
              <a:rPr lang="en-IN" smtClean="0"/>
              <a:t>52</a:t>
            </a:fld>
            <a:endParaRPr lang="en-IN"/>
          </a:p>
        </p:txBody>
      </p:sp>
    </p:spTree>
    <p:extLst>
      <p:ext uri="{BB962C8B-B14F-4D97-AF65-F5344CB8AC3E}">
        <p14:creationId xmlns:p14="http://schemas.microsoft.com/office/powerpoint/2010/main" val="2418678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DDD7B-BCA5-F485-704A-BD8621F05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6BA31-3349-BF55-5C69-563C32361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B363D-DB7C-5CDA-9308-6685DA25CC0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E2CDCD-0910-4419-34F1-78888AC4E23D}"/>
              </a:ext>
            </a:extLst>
          </p:cNvPr>
          <p:cNvSpPr>
            <a:spLocks noGrp="1"/>
          </p:cNvSpPr>
          <p:nvPr>
            <p:ph type="sldNum" sz="quarter" idx="5"/>
          </p:nvPr>
        </p:nvSpPr>
        <p:spPr/>
        <p:txBody>
          <a:bodyPr/>
          <a:lstStyle/>
          <a:p>
            <a:fld id="{4B82DDF1-A77C-4C4D-8719-67417F0CAC18}" type="slidenum">
              <a:rPr lang="en-IN" smtClean="0"/>
              <a:t>53</a:t>
            </a:fld>
            <a:endParaRPr lang="en-IN"/>
          </a:p>
        </p:txBody>
      </p:sp>
    </p:spTree>
    <p:extLst>
      <p:ext uri="{BB962C8B-B14F-4D97-AF65-F5344CB8AC3E}">
        <p14:creationId xmlns:p14="http://schemas.microsoft.com/office/powerpoint/2010/main" val="3303491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45938-A78E-4621-59ED-6B3FCF9BF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A7786-2D89-5501-053A-B6E293DBD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BFB52B-27FC-1E2F-50E1-0463B469F2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619C80-44D6-B259-5F29-8529C3B77042}"/>
              </a:ext>
            </a:extLst>
          </p:cNvPr>
          <p:cNvSpPr>
            <a:spLocks noGrp="1"/>
          </p:cNvSpPr>
          <p:nvPr>
            <p:ph type="sldNum" sz="quarter" idx="5"/>
          </p:nvPr>
        </p:nvSpPr>
        <p:spPr/>
        <p:txBody>
          <a:bodyPr/>
          <a:lstStyle/>
          <a:p>
            <a:fld id="{4B82DDF1-A77C-4C4D-8719-67417F0CAC18}" type="slidenum">
              <a:rPr lang="en-IN" smtClean="0"/>
              <a:t>54</a:t>
            </a:fld>
            <a:endParaRPr lang="en-IN"/>
          </a:p>
        </p:txBody>
      </p:sp>
    </p:spTree>
    <p:extLst>
      <p:ext uri="{BB962C8B-B14F-4D97-AF65-F5344CB8AC3E}">
        <p14:creationId xmlns:p14="http://schemas.microsoft.com/office/powerpoint/2010/main" val="2606712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1A85E-BB29-572D-831C-ACA1ACCFEF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32185BC-3F59-FC9F-ACC3-2996D7CEE4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0B5AEB-8789-CFE0-5267-644A68EDE9A0}"/>
              </a:ext>
            </a:extLst>
          </p:cNvPr>
          <p:cNvSpPr>
            <a:spLocks noGrp="1"/>
          </p:cNvSpPr>
          <p:nvPr>
            <p:ph type="dt" sz="half" idx="10"/>
          </p:nvPr>
        </p:nvSpPr>
        <p:spPr/>
        <p:txBody>
          <a:bodyPr/>
          <a:lstStyle/>
          <a:p>
            <a:fld id="{55520792-292E-4342-841D-56A29BC3301B}" type="datetimeFigureOut">
              <a:rPr lang="en-IN" smtClean="0"/>
              <a:t>22-06-2026</a:t>
            </a:fld>
            <a:endParaRPr lang="en-IN"/>
          </a:p>
        </p:txBody>
      </p:sp>
      <p:sp>
        <p:nvSpPr>
          <p:cNvPr id="5" name="Footer Placeholder 4">
            <a:extLst>
              <a:ext uri="{FF2B5EF4-FFF2-40B4-BE49-F238E27FC236}">
                <a16:creationId xmlns:a16="http://schemas.microsoft.com/office/drawing/2014/main" id="{2F343DA2-B665-3443-2D25-506CD1E96D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C69A1F-8BD5-24B5-FFFA-565C2C3EE6FC}"/>
              </a:ext>
            </a:extLst>
          </p:cNvPr>
          <p:cNvSpPr>
            <a:spLocks noGrp="1"/>
          </p:cNvSpPr>
          <p:nvPr>
            <p:ph type="sldNum" sz="quarter" idx="12"/>
          </p:nvPr>
        </p:nvSpPr>
        <p:spPr/>
        <p:txBody>
          <a:bodyPr/>
          <a:lstStyle/>
          <a:p>
            <a:fld id="{000E18F7-2402-4720-BFF4-341E476333D4}" type="slidenum">
              <a:rPr lang="en-IN" smtClean="0"/>
              <a:t>‹#›</a:t>
            </a:fld>
            <a:endParaRPr lang="en-IN"/>
          </a:p>
        </p:txBody>
      </p:sp>
    </p:spTree>
    <p:extLst>
      <p:ext uri="{BB962C8B-B14F-4D97-AF65-F5344CB8AC3E}">
        <p14:creationId xmlns:p14="http://schemas.microsoft.com/office/powerpoint/2010/main" val="1668353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D9B93-CBEA-70B9-8C89-8CF65DA3F0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58264D-956A-4CD5-27AA-E5BC82315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B668F7-0F3E-9145-24D4-75D735324DFF}"/>
              </a:ext>
            </a:extLst>
          </p:cNvPr>
          <p:cNvSpPr>
            <a:spLocks noGrp="1"/>
          </p:cNvSpPr>
          <p:nvPr>
            <p:ph type="dt" sz="half" idx="10"/>
          </p:nvPr>
        </p:nvSpPr>
        <p:spPr/>
        <p:txBody>
          <a:bodyPr/>
          <a:lstStyle/>
          <a:p>
            <a:fld id="{55520792-292E-4342-841D-56A29BC3301B}" type="datetimeFigureOut">
              <a:rPr lang="en-IN" smtClean="0"/>
              <a:t>22-06-2026</a:t>
            </a:fld>
            <a:endParaRPr lang="en-IN"/>
          </a:p>
        </p:txBody>
      </p:sp>
      <p:sp>
        <p:nvSpPr>
          <p:cNvPr id="5" name="Footer Placeholder 4">
            <a:extLst>
              <a:ext uri="{FF2B5EF4-FFF2-40B4-BE49-F238E27FC236}">
                <a16:creationId xmlns:a16="http://schemas.microsoft.com/office/drawing/2014/main" id="{284AEC08-2E07-5A66-BB8A-10B4B90A5A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CFD915-C90F-05AD-3AD9-4FCBC9B3EF4C}"/>
              </a:ext>
            </a:extLst>
          </p:cNvPr>
          <p:cNvSpPr>
            <a:spLocks noGrp="1"/>
          </p:cNvSpPr>
          <p:nvPr>
            <p:ph type="sldNum" sz="quarter" idx="12"/>
          </p:nvPr>
        </p:nvSpPr>
        <p:spPr/>
        <p:txBody>
          <a:bodyPr/>
          <a:lstStyle/>
          <a:p>
            <a:fld id="{000E18F7-2402-4720-BFF4-341E476333D4}" type="slidenum">
              <a:rPr lang="en-IN" smtClean="0"/>
              <a:t>‹#›</a:t>
            </a:fld>
            <a:endParaRPr lang="en-IN"/>
          </a:p>
        </p:txBody>
      </p:sp>
    </p:spTree>
    <p:extLst>
      <p:ext uri="{BB962C8B-B14F-4D97-AF65-F5344CB8AC3E}">
        <p14:creationId xmlns:p14="http://schemas.microsoft.com/office/powerpoint/2010/main" val="1886601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4B727-883A-BBCF-F396-76ECE9780C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441D24-B608-F342-2A4C-07B78338B1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3EFFD2-D0E6-F0B1-DCC4-4950BB9DDD4B}"/>
              </a:ext>
            </a:extLst>
          </p:cNvPr>
          <p:cNvSpPr>
            <a:spLocks noGrp="1"/>
          </p:cNvSpPr>
          <p:nvPr>
            <p:ph type="dt" sz="half" idx="10"/>
          </p:nvPr>
        </p:nvSpPr>
        <p:spPr/>
        <p:txBody>
          <a:bodyPr/>
          <a:lstStyle/>
          <a:p>
            <a:fld id="{55520792-292E-4342-841D-56A29BC3301B}" type="datetimeFigureOut">
              <a:rPr lang="en-IN" smtClean="0"/>
              <a:t>22-06-2026</a:t>
            </a:fld>
            <a:endParaRPr lang="en-IN"/>
          </a:p>
        </p:txBody>
      </p:sp>
      <p:sp>
        <p:nvSpPr>
          <p:cNvPr id="5" name="Footer Placeholder 4">
            <a:extLst>
              <a:ext uri="{FF2B5EF4-FFF2-40B4-BE49-F238E27FC236}">
                <a16:creationId xmlns:a16="http://schemas.microsoft.com/office/drawing/2014/main" id="{980BDE21-2582-EE45-9E0B-11DE6ABA57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8D4D2C-4913-3B8D-F84C-C6E30E89D949}"/>
              </a:ext>
            </a:extLst>
          </p:cNvPr>
          <p:cNvSpPr>
            <a:spLocks noGrp="1"/>
          </p:cNvSpPr>
          <p:nvPr>
            <p:ph type="sldNum" sz="quarter" idx="12"/>
          </p:nvPr>
        </p:nvSpPr>
        <p:spPr/>
        <p:txBody>
          <a:bodyPr/>
          <a:lstStyle/>
          <a:p>
            <a:fld id="{000E18F7-2402-4720-BFF4-341E476333D4}" type="slidenum">
              <a:rPr lang="en-IN" smtClean="0"/>
              <a:t>‹#›</a:t>
            </a:fld>
            <a:endParaRPr lang="en-IN"/>
          </a:p>
        </p:txBody>
      </p:sp>
    </p:spTree>
    <p:extLst>
      <p:ext uri="{BB962C8B-B14F-4D97-AF65-F5344CB8AC3E}">
        <p14:creationId xmlns:p14="http://schemas.microsoft.com/office/powerpoint/2010/main" val="2871275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F7922-3CFB-35EE-0081-E2ADFF97F8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3D5EEF-BF25-C976-4109-9919E89E10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66FD09-291B-D121-7624-FD0D39DB2C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6F35EFF-30FF-CEAD-9F89-4A4820CED6BD}"/>
              </a:ext>
            </a:extLst>
          </p:cNvPr>
          <p:cNvSpPr>
            <a:spLocks noGrp="1"/>
          </p:cNvSpPr>
          <p:nvPr>
            <p:ph type="dt" sz="half" idx="10"/>
          </p:nvPr>
        </p:nvSpPr>
        <p:spPr/>
        <p:txBody>
          <a:bodyPr/>
          <a:lstStyle/>
          <a:p>
            <a:fld id="{55520792-292E-4342-841D-56A29BC3301B}" type="datetimeFigureOut">
              <a:rPr lang="en-IN" smtClean="0"/>
              <a:t>22-06-2026</a:t>
            </a:fld>
            <a:endParaRPr lang="en-IN"/>
          </a:p>
        </p:txBody>
      </p:sp>
      <p:sp>
        <p:nvSpPr>
          <p:cNvPr id="6" name="Footer Placeholder 5">
            <a:extLst>
              <a:ext uri="{FF2B5EF4-FFF2-40B4-BE49-F238E27FC236}">
                <a16:creationId xmlns:a16="http://schemas.microsoft.com/office/drawing/2014/main" id="{13BCE3CD-174D-E02D-3817-744718629B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9883BF-C62F-63D3-22DE-6CB5C17E31C6}"/>
              </a:ext>
            </a:extLst>
          </p:cNvPr>
          <p:cNvSpPr>
            <a:spLocks noGrp="1"/>
          </p:cNvSpPr>
          <p:nvPr>
            <p:ph type="sldNum" sz="quarter" idx="12"/>
          </p:nvPr>
        </p:nvSpPr>
        <p:spPr/>
        <p:txBody>
          <a:bodyPr/>
          <a:lstStyle/>
          <a:p>
            <a:fld id="{000E18F7-2402-4720-BFF4-341E476333D4}" type="slidenum">
              <a:rPr lang="en-IN" smtClean="0"/>
              <a:t>‹#›</a:t>
            </a:fld>
            <a:endParaRPr lang="en-IN"/>
          </a:p>
        </p:txBody>
      </p:sp>
    </p:spTree>
    <p:extLst>
      <p:ext uri="{BB962C8B-B14F-4D97-AF65-F5344CB8AC3E}">
        <p14:creationId xmlns:p14="http://schemas.microsoft.com/office/powerpoint/2010/main" val="2091823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EE679-5667-99A2-9DFD-EAFD320054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3A1B0F-4601-4D6A-834B-FE754413A0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788301-721F-4E45-B3F7-03DD3E7923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04F8FC-DDF0-26A9-49A3-8F447C2DAA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AF4A74-B311-C7E5-4320-56A0C1EAB8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0B25DF7-93E0-B5A8-FB2B-ABEA19CBE42B}"/>
              </a:ext>
            </a:extLst>
          </p:cNvPr>
          <p:cNvSpPr>
            <a:spLocks noGrp="1"/>
          </p:cNvSpPr>
          <p:nvPr>
            <p:ph type="dt" sz="half" idx="10"/>
          </p:nvPr>
        </p:nvSpPr>
        <p:spPr/>
        <p:txBody>
          <a:bodyPr/>
          <a:lstStyle/>
          <a:p>
            <a:fld id="{55520792-292E-4342-841D-56A29BC3301B}" type="datetimeFigureOut">
              <a:rPr lang="en-IN" smtClean="0"/>
              <a:t>22-06-2026</a:t>
            </a:fld>
            <a:endParaRPr lang="en-IN"/>
          </a:p>
        </p:txBody>
      </p:sp>
      <p:sp>
        <p:nvSpPr>
          <p:cNvPr id="8" name="Footer Placeholder 7">
            <a:extLst>
              <a:ext uri="{FF2B5EF4-FFF2-40B4-BE49-F238E27FC236}">
                <a16:creationId xmlns:a16="http://schemas.microsoft.com/office/drawing/2014/main" id="{D0547BB0-7714-58B8-CCDC-10E96297D51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121366-28CA-047A-CEA9-65A691DF9C26}"/>
              </a:ext>
            </a:extLst>
          </p:cNvPr>
          <p:cNvSpPr>
            <a:spLocks noGrp="1"/>
          </p:cNvSpPr>
          <p:nvPr>
            <p:ph type="sldNum" sz="quarter" idx="12"/>
          </p:nvPr>
        </p:nvSpPr>
        <p:spPr/>
        <p:txBody>
          <a:bodyPr/>
          <a:lstStyle/>
          <a:p>
            <a:fld id="{000E18F7-2402-4720-BFF4-341E476333D4}" type="slidenum">
              <a:rPr lang="en-IN" smtClean="0"/>
              <a:t>‹#›</a:t>
            </a:fld>
            <a:endParaRPr lang="en-IN"/>
          </a:p>
        </p:txBody>
      </p:sp>
    </p:spTree>
    <p:extLst>
      <p:ext uri="{BB962C8B-B14F-4D97-AF65-F5344CB8AC3E}">
        <p14:creationId xmlns:p14="http://schemas.microsoft.com/office/powerpoint/2010/main" val="2220889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08764-34EC-0C71-ABC1-AB43A2E0F6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05C929-2717-04AB-CF86-7C7748137B85}"/>
              </a:ext>
            </a:extLst>
          </p:cNvPr>
          <p:cNvSpPr>
            <a:spLocks noGrp="1"/>
          </p:cNvSpPr>
          <p:nvPr>
            <p:ph type="dt" sz="half" idx="10"/>
          </p:nvPr>
        </p:nvSpPr>
        <p:spPr/>
        <p:txBody>
          <a:bodyPr/>
          <a:lstStyle/>
          <a:p>
            <a:fld id="{55520792-292E-4342-841D-56A29BC3301B}" type="datetimeFigureOut">
              <a:rPr lang="en-IN" smtClean="0"/>
              <a:t>22-06-2026</a:t>
            </a:fld>
            <a:endParaRPr lang="en-IN"/>
          </a:p>
        </p:txBody>
      </p:sp>
      <p:sp>
        <p:nvSpPr>
          <p:cNvPr id="4" name="Footer Placeholder 3">
            <a:extLst>
              <a:ext uri="{FF2B5EF4-FFF2-40B4-BE49-F238E27FC236}">
                <a16:creationId xmlns:a16="http://schemas.microsoft.com/office/drawing/2014/main" id="{8EC0DD27-4612-BED4-885F-4847D06FD64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3099FC0-4A68-600B-8FA8-3D1A38B8B27C}"/>
              </a:ext>
            </a:extLst>
          </p:cNvPr>
          <p:cNvSpPr>
            <a:spLocks noGrp="1"/>
          </p:cNvSpPr>
          <p:nvPr>
            <p:ph type="sldNum" sz="quarter" idx="12"/>
          </p:nvPr>
        </p:nvSpPr>
        <p:spPr/>
        <p:txBody>
          <a:bodyPr/>
          <a:lstStyle/>
          <a:p>
            <a:fld id="{000E18F7-2402-4720-BFF4-341E476333D4}" type="slidenum">
              <a:rPr lang="en-IN" smtClean="0"/>
              <a:t>‹#›</a:t>
            </a:fld>
            <a:endParaRPr lang="en-IN"/>
          </a:p>
        </p:txBody>
      </p:sp>
    </p:spTree>
    <p:extLst>
      <p:ext uri="{BB962C8B-B14F-4D97-AF65-F5344CB8AC3E}">
        <p14:creationId xmlns:p14="http://schemas.microsoft.com/office/powerpoint/2010/main" val="3755719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9246AA-499C-49F0-01CA-638405EA35FA}"/>
              </a:ext>
            </a:extLst>
          </p:cNvPr>
          <p:cNvSpPr>
            <a:spLocks noGrp="1"/>
          </p:cNvSpPr>
          <p:nvPr>
            <p:ph type="dt" sz="half" idx="10"/>
          </p:nvPr>
        </p:nvSpPr>
        <p:spPr/>
        <p:txBody>
          <a:bodyPr/>
          <a:lstStyle/>
          <a:p>
            <a:fld id="{55520792-292E-4342-841D-56A29BC3301B}" type="datetimeFigureOut">
              <a:rPr lang="en-IN" smtClean="0"/>
              <a:t>22-06-2026</a:t>
            </a:fld>
            <a:endParaRPr lang="en-IN"/>
          </a:p>
        </p:txBody>
      </p:sp>
      <p:sp>
        <p:nvSpPr>
          <p:cNvPr id="3" name="Footer Placeholder 2">
            <a:extLst>
              <a:ext uri="{FF2B5EF4-FFF2-40B4-BE49-F238E27FC236}">
                <a16:creationId xmlns:a16="http://schemas.microsoft.com/office/drawing/2014/main" id="{4E25884E-E8FE-CFB4-C63C-BCBFBA353D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B79D63-0095-5AC6-A07E-A881B974E8C1}"/>
              </a:ext>
            </a:extLst>
          </p:cNvPr>
          <p:cNvSpPr>
            <a:spLocks noGrp="1"/>
          </p:cNvSpPr>
          <p:nvPr>
            <p:ph type="sldNum" sz="quarter" idx="12"/>
          </p:nvPr>
        </p:nvSpPr>
        <p:spPr/>
        <p:txBody>
          <a:bodyPr/>
          <a:lstStyle/>
          <a:p>
            <a:fld id="{000E18F7-2402-4720-BFF4-341E476333D4}" type="slidenum">
              <a:rPr lang="en-IN" smtClean="0"/>
              <a:t>‹#›</a:t>
            </a:fld>
            <a:endParaRPr lang="en-IN"/>
          </a:p>
        </p:txBody>
      </p:sp>
    </p:spTree>
    <p:extLst>
      <p:ext uri="{BB962C8B-B14F-4D97-AF65-F5344CB8AC3E}">
        <p14:creationId xmlns:p14="http://schemas.microsoft.com/office/powerpoint/2010/main" val="2863525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80613-8F9F-D6C2-709A-9BCAFED4EA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136539A-F24D-1CBE-B9E7-123DB3EF58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8B0A59-957A-0781-19EA-C3AC5B737D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ADCC8E-756F-CC6C-DDCF-93E4E59F6F05}"/>
              </a:ext>
            </a:extLst>
          </p:cNvPr>
          <p:cNvSpPr>
            <a:spLocks noGrp="1"/>
          </p:cNvSpPr>
          <p:nvPr>
            <p:ph type="dt" sz="half" idx="10"/>
          </p:nvPr>
        </p:nvSpPr>
        <p:spPr/>
        <p:txBody>
          <a:bodyPr/>
          <a:lstStyle/>
          <a:p>
            <a:fld id="{55520792-292E-4342-841D-56A29BC3301B}" type="datetimeFigureOut">
              <a:rPr lang="en-IN" smtClean="0"/>
              <a:t>22-06-2026</a:t>
            </a:fld>
            <a:endParaRPr lang="en-IN"/>
          </a:p>
        </p:txBody>
      </p:sp>
      <p:sp>
        <p:nvSpPr>
          <p:cNvPr id="6" name="Footer Placeholder 5">
            <a:extLst>
              <a:ext uri="{FF2B5EF4-FFF2-40B4-BE49-F238E27FC236}">
                <a16:creationId xmlns:a16="http://schemas.microsoft.com/office/drawing/2014/main" id="{EFF2CA75-BB3A-27DD-AFA2-732C4A927B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EFCE6F-F29A-1CC9-7BF7-C8CC050E9050}"/>
              </a:ext>
            </a:extLst>
          </p:cNvPr>
          <p:cNvSpPr>
            <a:spLocks noGrp="1"/>
          </p:cNvSpPr>
          <p:nvPr>
            <p:ph type="sldNum" sz="quarter" idx="12"/>
          </p:nvPr>
        </p:nvSpPr>
        <p:spPr/>
        <p:txBody>
          <a:bodyPr/>
          <a:lstStyle/>
          <a:p>
            <a:fld id="{000E18F7-2402-4720-BFF4-341E476333D4}" type="slidenum">
              <a:rPr lang="en-IN" smtClean="0"/>
              <a:t>‹#›</a:t>
            </a:fld>
            <a:endParaRPr lang="en-IN"/>
          </a:p>
        </p:txBody>
      </p:sp>
    </p:spTree>
    <p:extLst>
      <p:ext uri="{BB962C8B-B14F-4D97-AF65-F5344CB8AC3E}">
        <p14:creationId xmlns:p14="http://schemas.microsoft.com/office/powerpoint/2010/main" val="4855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C8911-1C5D-8562-95D6-5FBDE5D98F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04C694-3226-C77C-F7F5-9A233CF545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DE6285-6EFE-966A-FFA1-D3C133AFD6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423562-8259-7485-3C8D-56419D2E9354}"/>
              </a:ext>
            </a:extLst>
          </p:cNvPr>
          <p:cNvSpPr>
            <a:spLocks noGrp="1"/>
          </p:cNvSpPr>
          <p:nvPr>
            <p:ph type="dt" sz="half" idx="10"/>
          </p:nvPr>
        </p:nvSpPr>
        <p:spPr/>
        <p:txBody>
          <a:bodyPr/>
          <a:lstStyle/>
          <a:p>
            <a:fld id="{55520792-292E-4342-841D-56A29BC3301B}" type="datetimeFigureOut">
              <a:rPr lang="en-IN" smtClean="0"/>
              <a:t>22-06-2026</a:t>
            </a:fld>
            <a:endParaRPr lang="en-IN"/>
          </a:p>
        </p:txBody>
      </p:sp>
      <p:sp>
        <p:nvSpPr>
          <p:cNvPr id="6" name="Footer Placeholder 5">
            <a:extLst>
              <a:ext uri="{FF2B5EF4-FFF2-40B4-BE49-F238E27FC236}">
                <a16:creationId xmlns:a16="http://schemas.microsoft.com/office/drawing/2014/main" id="{2FEBB517-7C21-CC9B-2AFF-0748EAB5E4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1D5E36-D316-8E55-8520-6597905079DD}"/>
              </a:ext>
            </a:extLst>
          </p:cNvPr>
          <p:cNvSpPr>
            <a:spLocks noGrp="1"/>
          </p:cNvSpPr>
          <p:nvPr>
            <p:ph type="sldNum" sz="quarter" idx="12"/>
          </p:nvPr>
        </p:nvSpPr>
        <p:spPr/>
        <p:txBody>
          <a:bodyPr/>
          <a:lstStyle/>
          <a:p>
            <a:fld id="{000E18F7-2402-4720-BFF4-341E476333D4}" type="slidenum">
              <a:rPr lang="en-IN" smtClean="0"/>
              <a:t>‹#›</a:t>
            </a:fld>
            <a:endParaRPr lang="en-IN"/>
          </a:p>
        </p:txBody>
      </p:sp>
    </p:spTree>
    <p:extLst>
      <p:ext uri="{BB962C8B-B14F-4D97-AF65-F5344CB8AC3E}">
        <p14:creationId xmlns:p14="http://schemas.microsoft.com/office/powerpoint/2010/main" val="547478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EF5BA-3FAE-836F-361A-048B2A1DD85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20A6A9-0F2E-FBA6-3F54-E348ECBBE2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2EA843-9BD2-A836-662B-BFB9785B43F5}"/>
              </a:ext>
            </a:extLst>
          </p:cNvPr>
          <p:cNvSpPr>
            <a:spLocks noGrp="1"/>
          </p:cNvSpPr>
          <p:nvPr>
            <p:ph type="dt" sz="half" idx="10"/>
          </p:nvPr>
        </p:nvSpPr>
        <p:spPr/>
        <p:txBody>
          <a:bodyPr/>
          <a:lstStyle/>
          <a:p>
            <a:fld id="{55520792-292E-4342-841D-56A29BC3301B}" type="datetimeFigureOut">
              <a:rPr lang="en-IN" smtClean="0"/>
              <a:t>22-06-2026</a:t>
            </a:fld>
            <a:endParaRPr lang="en-IN"/>
          </a:p>
        </p:txBody>
      </p:sp>
      <p:sp>
        <p:nvSpPr>
          <p:cNvPr id="5" name="Footer Placeholder 4">
            <a:extLst>
              <a:ext uri="{FF2B5EF4-FFF2-40B4-BE49-F238E27FC236}">
                <a16:creationId xmlns:a16="http://schemas.microsoft.com/office/drawing/2014/main" id="{C2FE9C32-8C07-5AB4-9394-5BEF8F3045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6FE384-E25D-B7CA-61BB-EC36B76E3522}"/>
              </a:ext>
            </a:extLst>
          </p:cNvPr>
          <p:cNvSpPr>
            <a:spLocks noGrp="1"/>
          </p:cNvSpPr>
          <p:nvPr>
            <p:ph type="sldNum" sz="quarter" idx="12"/>
          </p:nvPr>
        </p:nvSpPr>
        <p:spPr/>
        <p:txBody>
          <a:bodyPr/>
          <a:lstStyle/>
          <a:p>
            <a:fld id="{000E18F7-2402-4720-BFF4-341E476333D4}" type="slidenum">
              <a:rPr lang="en-IN" smtClean="0"/>
              <a:t>‹#›</a:t>
            </a:fld>
            <a:endParaRPr lang="en-IN"/>
          </a:p>
        </p:txBody>
      </p:sp>
    </p:spTree>
    <p:extLst>
      <p:ext uri="{BB962C8B-B14F-4D97-AF65-F5344CB8AC3E}">
        <p14:creationId xmlns:p14="http://schemas.microsoft.com/office/powerpoint/2010/main" val="1530843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72CCA1-D563-0023-2CBE-F018D2B58D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1ED04A-0934-7EDF-6C0D-D48B8ADADE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739891-00C9-76A5-6167-2F573868280C}"/>
              </a:ext>
            </a:extLst>
          </p:cNvPr>
          <p:cNvSpPr>
            <a:spLocks noGrp="1"/>
          </p:cNvSpPr>
          <p:nvPr>
            <p:ph type="dt" sz="half" idx="10"/>
          </p:nvPr>
        </p:nvSpPr>
        <p:spPr/>
        <p:txBody>
          <a:bodyPr/>
          <a:lstStyle/>
          <a:p>
            <a:fld id="{55520792-292E-4342-841D-56A29BC3301B}" type="datetimeFigureOut">
              <a:rPr lang="en-IN" smtClean="0"/>
              <a:t>22-06-2026</a:t>
            </a:fld>
            <a:endParaRPr lang="en-IN"/>
          </a:p>
        </p:txBody>
      </p:sp>
      <p:sp>
        <p:nvSpPr>
          <p:cNvPr id="5" name="Footer Placeholder 4">
            <a:extLst>
              <a:ext uri="{FF2B5EF4-FFF2-40B4-BE49-F238E27FC236}">
                <a16:creationId xmlns:a16="http://schemas.microsoft.com/office/drawing/2014/main" id="{DCE06C4A-324C-B590-C685-1FCDABF992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0581FB-2943-C3DE-FFCD-B905AA183210}"/>
              </a:ext>
            </a:extLst>
          </p:cNvPr>
          <p:cNvSpPr>
            <a:spLocks noGrp="1"/>
          </p:cNvSpPr>
          <p:nvPr>
            <p:ph type="sldNum" sz="quarter" idx="12"/>
          </p:nvPr>
        </p:nvSpPr>
        <p:spPr/>
        <p:txBody>
          <a:bodyPr/>
          <a:lstStyle/>
          <a:p>
            <a:fld id="{000E18F7-2402-4720-BFF4-341E476333D4}" type="slidenum">
              <a:rPr lang="en-IN" smtClean="0"/>
              <a:t>‹#›</a:t>
            </a:fld>
            <a:endParaRPr lang="en-IN"/>
          </a:p>
        </p:txBody>
      </p:sp>
    </p:spTree>
    <p:extLst>
      <p:ext uri="{BB962C8B-B14F-4D97-AF65-F5344CB8AC3E}">
        <p14:creationId xmlns:p14="http://schemas.microsoft.com/office/powerpoint/2010/main" val="1675758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30F02E-EBF1-FADE-5169-B2E4DEF43B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08B9D8-8160-A063-58A2-4413C20645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9FC6FB-20F5-8CA1-9D7C-4A9094D59A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520792-292E-4342-841D-56A29BC3301B}" type="datetimeFigureOut">
              <a:rPr lang="en-IN" smtClean="0"/>
              <a:t>22-06-2026</a:t>
            </a:fld>
            <a:endParaRPr lang="en-IN"/>
          </a:p>
        </p:txBody>
      </p:sp>
      <p:sp>
        <p:nvSpPr>
          <p:cNvPr id="5" name="Footer Placeholder 4">
            <a:extLst>
              <a:ext uri="{FF2B5EF4-FFF2-40B4-BE49-F238E27FC236}">
                <a16:creationId xmlns:a16="http://schemas.microsoft.com/office/drawing/2014/main" id="{BEBCBB7E-7F1B-A4CA-B853-00B1E51840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333C435-A501-2F9B-1584-2BB0748DB1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0E18F7-2402-4720-BFF4-341E476333D4}" type="slidenum">
              <a:rPr lang="en-IN" smtClean="0"/>
              <a:t>‹#›</a:t>
            </a:fld>
            <a:endParaRPr lang="en-IN"/>
          </a:p>
        </p:txBody>
      </p:sp>
    </p:spTree>
    <p:extLst>
      <p:ext uri="{BB962C8B-B14F-4D97-AF65-F5344CB8AC3E}">
        <p14:creationId xmlns:p14="http://schemas.microsoft.com/office/powerpoint/2010/main" val="2792612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dayanandyadav205/CS-402-ADA/blob/main/PPT_Notes/Unit-4_Backtracking_Branch_and_Bound/N-Queens_Problem.c"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dayanandyadav205/CS-402-ADA/blob/main/PPT_Notes/Unit-4_Backtracking_Branch_and_Bound/N-Queens_Problem.c"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customXml" Target="../ink/ink2.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customXml" Target="../ink/ink4.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customXml" Target="../ink/ink5.xml"/><Relationship Id="rId7" Type="http://schemas.openxmlformats.org/officeDocument/2006/relationships/image" Target="../media/image20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customXml" Target="../ink/ink7.xml"/><Relationship Id="rId5" Type="http://schemas.openxmlformats.org/officeDocument/2006/relationships/customXml" Target="../ink/ink6.xml"/><Relationship Id="rId4" Type="http://schemas.openxmlformats.org/officeDocument/2006/relationships/image" Target="../media/image19.png"/><Relationship Id="rId9" Type="http://schemas.openxmlformats.org/officeDocument/2006/relationships/image" Target="../media/image21.png"/></Relationships>
</file>

<file path=ppt/slides/_rels/slide36.xml.rels><?xml version="1.0" encoding="UTF-8" standalone="yes"?>
<Relationships xmlns="http://schemas.openxmlformats.org/package/2006/relationships"><Relationship Id="rId8" Type="http://schemas.openxmlformats.org/officeDocument/2006/relationships/customXml" Target="../ink/ink11.xml"/><Relationship Id="rId3" Type="http://schemas.microsoft.com/office/2007/relationships/hdphoto" Target="../media/hdphoto1.wdp"/><Relationship Id="rId7"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customXml" Target="../ink/ink10.xml"/><Relationship Id="rId5" Type="http://schemas.openxmlformats.org/officeDocument/2006/relationships/image" Target="../media/image23.png"/><Relationship Id="rId4" Type="http://schemas.openxmlformats.org/officeDocument/2006/relationships/customXml" Target="../ink/ink9.xml"/><Relationship Id="rId9"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customXml" Target="../ink/ink14.xml"/><Relationship Id="rId13" Type="http://schemas.openxmlformats.org/officeDocument/2006/relationships/image" Target="../media/image30.png"/><Relationship Id="rId3" Type="http://schemas.openxmlformats.org/officeDocument/2006/relationships/image" Target="../media/image22.jpeg"/><Relationship Id="rId7" Type="http://schemas.openxmlformats.org/officeDocument/2006/relationships/image" Target="../media/image27.png"/><Relationship Id="rId12" Type="http://schemas.openxmlformats.org/officeDocument/2006/relationships/customXml" Target="../ink/ink16.xml"/><Relationship Id="rId2" Type="http://schemas.openxmlformats.org/officeDocument/2006/relationships/image" Target="../media/image21.jpg"/><Relationship Id="rId1" Type="http://schemas.openxmlformats.org/officeDocument/2006/relationships/slideLayout" Target="../slideLayouts/slideLayout7.xml"/><Relationship Id="rId6" Type="http://schemas.openxmlformats.org/officeDocument/2006/relationships/customXml" Target="../ink/ink13.xml"/><Relationship Id="rId11" Type="http://schemas.openxmlformats.org/officeDocument/2006/relationships/image" Target="../media/image29.png"/><Relationship Id="rId5" Type="http://schemas.openxmlformats.org/officeDocument/2006/relationships/image" Target="../media/image26.png"/><Relationship Id="rId10" Type="http://schemas.openxmlformats.org/officeDocument/2006/relationships/customXml" Target="../ink/ink15.xml"/><Relationship Id="rId4" Type="http://schemas.openxmlformats.org/officeDocument/2006/relationships/customXml" Target="../ink/ink12.xml"/><Relationship Id="rId9" Type="http://schemas.openxmlformats.org/officeDocument/2006/relationships/image" Target="../media/image28.png"/></Relationships>
</file>

<file path=ppt/slides/_rels/slide39.xml.rels><?xml version="1.0" encoding="UTF-8" standalone="yes"?>
<Relationships xmlns="http://schemas.openxmlformats.org/package/2006/relationships"><Relationship Id="rId8" Type="http://schemas.openxmlformats.org/officeDocument/2006/relationships/image" Target="../media/image280.png"/><Relationship Id="rId13" Type="http://schemas.openxmlformats.org/officeDocument/2006/relationships/image" Target="../media/image32.png"/><Relationship Id="rId18" Type="http://schemas.openxmlformats.org/officeDocument/2006/relationships/customXml" Target="../ink/ink24.xml"/><Relationship Id="rId3" Type="http://schemas.openxmlformats.org/officeDocument/2006/relationships/customXml" Target="../ink/ink17.xml"/><Relationship Id="rId21" Type="http://schemas.openxmlformats.org/officeDocument/2006/relationships/image" Target="../media/image36.png"/><Relationship Id="rId7" Type="http://schemas.openxmlformats.org/officeDocument/2006/relationships/customXml" Target="../ink/ink19.xml"/><Relationship Id="rId12" Type="http://schemas.openxmlformats.org/officeDocument/2006/relationships/customXml" Target="../ink/ink21.xml"/><Relationship Id="rId17" Type="http://schemas.openxmlformats.org/officeDocument/2006/relationships/image" Target="../media/image34.png"/><Relationship Id="rId25" Type="http://schemas.openxmlformats.org/officeDocument/2006/relationships/image" Target="../media/image38.png"/><Relationship Id="rId2" Type="http://schemas.openxmlformats.org/officeDocument/2006/relationships/image" Target="../media/image23.jpg"/><Relationship Id="rId16" Type="http://schemas.openxmlformats.org/officeDocument/2006/relationships/customXml" Target="../ink/ink23.xml"/><Relationship Id="rId20" Type="http://schemas.openxmlformats.org/officeDocument/2006/relationships/customXml" Target="../ink/ink25.xml"/><Relationship Id="rId1" Type="http://schemas.openxmlformats.org/officeDocument/2006/relationships/slideLayout" Target="../slideLayouts/slideLayout7.xml"/><Relationship Id="rId6" Type="http://schemas.openxmlformats.org/officeDocument/2006/relationships/image" Target="../media/image270.png"/><Relationship Id="rId11" Type="http://schemas.openxmlformats.org/officeDocument/2006/relationships/image" Target="../media/image22.jpeg"/><Relationship Id="rId24" Type="http://schemas.openxmlformats.org/officeDocument/2006/relationships/customXml" Target="../ink/ink27.xml"/><Relationship Id="rId5" Type="http://schemas.openxmlformats.org/officeDocument/2006/relationships/customXml" Target="../ink/ink18.xml"/><Relationship Id="rId15" Type="http://schemas.openxmlformats.org/officeDocument/2006/relationships/image" Target="../media/image33.png"/><Relationship Id="rId23" Type="http://schemas.openxmlformats.org/officeDocument/2006/relationships/image" Target="../media/image37.png"/><Relationship Id="rId10" Type="http://schemas.openxmlformats.org/officeDocument/2006/relationships/image" Target="../media/image290.png"/><Relationship Id="rId19" Type="http://schemas.openxmlformats.org/officeDocument/2006/relationships/image" Target="../media/image35.png"/><Relationship Id="rId4" Type="http://schemas.openxmlformats.org/officeDocument/2006/relationships/image" Target="../media/image260.png"/><Relationship Id="rId9" Type="http://schemas.openxmlformats.org/officeDocument/2006/relationships/customXml" Target="../ink/ink20.xml"/><Relationship Id="rId14" Type="http://schemas.openxmlformats.org/officeDocument/2006/relationships/customXml" Target="../ink/ink22.xml"/><Relationship Id="rId22" Type="http://schemas.openxmlformats.org/officeDocument/2006/relationships/customXml" Target="../ink/ink26.xml"/></Relationships>
</file>

<file path=ppt/slides/_rels/slide40.xml.rels><?xml version="1.0" encoding="UTF-8" standalone="yes"?>
<Relationships xmlns="http://schemas.openxmlformats.org/package/2006/relationships"><Relationship Id="rId8" Type="http://schemas.openxmlformats.org/officeDocument/2006/relationships/customXml" Target="../ink/ink30.xml"/><Relationship Id="rId3" Type="http://schemas.openxmlformats.org/officeDocument/2006/relationships/image" Target="../media/image22.jpeg"/><Relationship Id="rId7" Type="http://schemas.openxmlformats.org/officeDocument/2006/relationships/image" Target="../media/image41.png"/><Relationship Id="rId2" Type="http://schemas.openxmlformats.org/officeDocument/2006/relationships/image" Target="../media/image24.jpg"/><Relationship Id="rId1" Type="http://schemas.openxmlformats.org/officeDocument/2006/relationships/slideLayout" Target="../slideLayouts/slideLayout7.xml"/><Relationship Id="rId6" Type="http://schemas.openxmlformats.org/officeDocument/2006/relationships/customXml" Target="../ink/ink29.xml"/><Relationship Id="rId5" Type="http://schemas.openxmlformats.org/officeDocument/2006/relationships/image" Target="../media/image40.png"/><Relationship Id="rId4" Type="http://schemas.openxmlformats.org/officeDocument/2006/relationships/customXml" Target="../ink/ink28.xml"/><Relationship Id="rId9" Type="http://schemas.openxmlformats.org/officeDocument/2006/relationships/image" Target="../media/image42.png"/></Relationships>
</file>

<file path=ppt/slides/_rels/slide41.xml.rels><?xml version="1.0" encoding="UTF-8" standalone="yes"?>
<Relationships xmlns="http://schemas.openxmlformats.org/package/2006/relationships"><Relationship Id="rId8" Type="http://schemas.openxmlformats.org/officeDocument/2006/relationships/customXml" Target="../ink/ink33.xml"/><Relationship Id="rId3" Type="http://schemas.openxmlformats.org/officeDocument/2006/relationships/image" Target="../media/image22.jpeg"/><Relationship Id="rId7" Type="http://schemas.openxmlformats.org/officeDocument/2006/relationships/image" Target="../media/image45.png"/><Relationship Id="rId2" Type="http://schemas.openxmlformats.org/officeDocument/2006/relationships/image" Target="../media/image25.jpg"/><Relationship Id="rId1" Type="http://schemas.openxmlformats.org/officeDocument/2006/relationships/slideLayout" Target="../slideLayouts/slideLayout7.xml"/><Relationship Id="rId6" Type="http://schemas.openxmlformats.org/officeDocument/2006/relationships/customXml" Target="../ink/ink32.xml"/><Relationship Id="rId11" Type="http://schemas.openxmlformats.org/officeDocument/2006/relationships/image" Target="../media/image47.png"/><Relationship Id="rId5" Type="http://schemas.openxmlformats.org/officeDocument/2006/relationships/image" Target="../media/image44.png"/><Relationship Id="rId10" Type="http://schemas.openxmlformats.org/officeDocument/2006/relationships/customXml" Target="../ink/ink34.xml"/><Relationship Id="rId4" Type="http://schemas.openxmlformats.org/officeDocument/2006/relationships/customXml" Target="../ink/ink31.xml"/><Relationship Id="rId9" Type="http://schemas.openxmlformats.org/officeDocument/2006/relationships/image" Target="../media/image46.png"/></Relationships>
</file>

<file path=ppt/slides/_rels/slide42.xml.rels><?xml version="1.0" encoding="UTF-8" standalone="yes"?>
<Relationships xmlns="http://schemas.openxmlformats.org/package/2006/relationships"><Relationship Id="rId8" Type="http://schemas.openxmlformats.org/officeDocument/2006/relationships/customXml" Target="../ink/ink37.xml"/><Relationship Id="rId3" Type="http://schemas.openxmlformats.org/officeDocument/2006/relationships/image" Target="../media/image22.jpeg"/><Relationship Id="rId7" Type="http://schemas.openxmlformats.org/officeDocument/2006/relationships/image" Target="../media/image50.png"/><Relationship Id="rId2" Type="http://schemas.openxmlformats.org/officeDocument/2006/relationships/image" Target="../media/image26.jpg"/><Relationship Id="rId1" Type="http://schemas.openxmlformats.org/officeDocument/2006/relationships/slideLayout" Target="../slideLayouts/slideLayout7.xml"/><Relationship Id="rId6" Type="http://schemas.openxmlformats.org/officeDocument/2006/relationships/customXml" Target="../ink/ink36.xml"/><Relationship Id="rId11" Type="http://schemas.openxmlformats.org/officeDocument/2006/relationships/image" Target="../media/image52.png"/><Relationship Id="rId5" Type="http://schemas.openxmlformats.org/officeDocument/2006/relationships/image" Target="../media/image49.png"/><Relationship Id="rId10" Type="http://schemas.openxmlformats.org/officeDocument/2006/relationships/customXml" Target="../ink/ink38.xml"/><Relationship Id="rId4" Type="http://schemas.openxmlformats.org/officeDocument/2006/relationships/customXml" Target="../ink/ink35.xml"/><Relationship Id="rId9" Type="http://schemas.openxmlformats.org/officeDocument/2006/relationships/image" Target="../media/image51.png"/></Relationships>
</file>

<file path=ppt/slides/_rels/slide43.xml.rels><?xml version="1.0" encoding="UTF-8" standalone="yes"?>
<Relationships xmlns="http://schemas.openxmlformats.org/package/2006/relationships"><Relationship Id="rId8" Type="http://schemas.openxmlformats.org/officeDocument/2006/relationships/customXml" Target="../ink/ink41.xml"/><Relationship Id="rId3" Type="http://schemas.openxmlformats.org/officeDocument/2006/relationships/image" Target="../media/image22.jpeg"/><Relationship Id="rId7" Type="http://schemas.openxmlformats.org/officeDocument/2006/relationships/image" Target="../media/image55.png"/><Relationship Id="rId2" Type="http://schemas.openxmlformats.org/officeDocument/2006/relationships/image" Target="../media/image27.jpg"/><Relationship Id="rId1" Type="http://schemas.openxmlformats.org/officeDocument/2006/relationships/slideLayout" Target="../slideLayouts/slideLayout7.xml"/><Relationship Id="rId6" Type="http://schemas.openxmlformats.org/officeDocument/2006/relationships/customXml" Target="../ink/ink40.xml"/><Relationship Id="rId11" Type="http://schemas.openxmlformats.org/officeDocument/2006/relationships/image" Target="../media/image57.png"/><Relationship Id="rId5" Type="http://schemas.openxmlformats.org/officeDocument/2006/relationships/image" Target="../media/image54.png"/><Relationship Id="rId10" Type="http://schemas.openxmlformats.org/officeDocument/2006/relationships/customXml" Target="../ink/ink42.xml"/><Relationship Id="rId4" Type="http://schemas.openxmlformats.org/officeDocument/2006/relationships/customXml" Target="../ink/ink39.xml"/><Relationship Id="rId9" Type="http://schemas.openxmlformats.org/officeDocument/2006/relationships/image" Target="../media/image56.png"/></Relationships>
</file>

<file path=ppt/slides/_rels/slide44.xml.rels><?xml version="1.0" encoding="UTF-8" standalone="yes"?>
<Relationships xmlns="http://schemas.openxmlformats.org/package/2006/relationships"><Relationship Id="rId8" Type="http://schemas.openxmlformats.org/officeDocument/2006/relationships/customXml" Target="../ink/ink45.xml"/><Relationship Id="rId13" Type="http://schemas.openxmlformats.org/officeDocument/2006/relationships/image" Target="../media/image63.png"/><Relationship Id="rId3" Type="http://schemas.openxmlformats.org/officeDocument/2006/relationships/image" Target="../media/image22.jpeg"/><Relationship Id="rId7" Type="http://schemas.openxmlformats.org/officeDocument/2006/relationships/image" Target="../media/image60.png"/><Relationship Id="rId12" Type="http://schemas.openxmlformats.org/officeDocument/2006/relationships/customXml" Target="../ink/ink47.xml"/><Relationship Id="rId2" Type="http://schemas.openxmlformats.org/officeDocument/2006/relationships/image" Target="../media/image28.jpg"/><Relationship Id="rId1" Type="http://schemas.openxmlformats.org/officeDocument/2006/relationships/slideLayout" Target="../slideLayouts/slideLayout7.xml"/><Relationship Id="rId6" Type="http://schemas.openxmlformats.org/officeDocument/2006/relationships/customXml" Target="../ink/ink44.xml"/><Relationship Id="rId11" Type="http://schemas.openxmlformats.org/officeDocument/2006/relationships/image" Target="../media/image62.png"/><Relationship Id="rId5" Type="http://schemas.openxmlformats.org/officeDocument/2006/relationships/image" Target="../media/image59.png"/><Relationship Id="rId10" Type="http://schemas.openxmlformats.org/officeDocument/2006/relationships/customXml" Target="../ink/ink46.xml"/><Relationship Id="rId4" Type="http://schemas.openxmlformats.org/officeDocument/2006/relationships/customXml" Target="../ink/ink43.xml"/><Relationship Id="rId9" Type="http://schemas.openxmlformats.org/officeDocument/2006/relationships/image" Target="../media/image61.png"/></Relationships>
</file>

<file path=ppt/slides/_rels/slide45.xml.rels><?xml version="1.0" encoding="UTF-8" standalone="yes"?>
<Relationships xmlns="http://schemas.openxmlformats.org/package/2006/relationships"><Relationship Id="rId8" Type="http://schemas.openxmlformats.org/officeDocument/2006/relationships/customXml" Target="../ink/ink50.xml"/><Relationship Id="rId3" Type="http://schemas.openxmlformats.org/officeDocument/2006/relationships/image" Target="../media/image22.jpeg"/><Relationship Id="rId7" Type="http://schemas.openxmlformats.org/officeDocument/2006/relationships/image" Target="../media/image66.png"/><Relationship Id="rId2" Type="http://schemas.openxmlformats.org/officeDocument/2006/relationships/image" Target="../media/image29.jpg"/><Relationship Id="rId1" Type="http://schemas.openxmlformats.org/officeDocument/2006/relationships/slideLayout" Target="../slideLayouts/slideLayout7.xml"/><Relationship Id="rId6" Type="http://schemas.openxmlformats.org/officeDocument/2006/relationships/customXml" Target="../ink/ink49.xml"/><Relationship Id="rId11" Type="http://schemas.openxmlformats.org/officeDocument/2006/relationships/image" Target="../media/image68.png"/><Relationship Id="rId5" Type="http://schemas.openxmlformats.org/officeDocument/2006/relationships/image" Target="../media/image65.png"/><Relationship Id="rId10" Type="http://schemas.openxmlformats.org/officeDocument/2006/relationships/customXml" Target="../ink/ink51.xml"/><Relationship Id="rId4" Type="http://schemas.openxmlformats.org/officeDocument/2006/relationships/customXml" Target="../ink/ink48.xml"/><Relationship Id="rId9" Type="http://schemas.openxmlformats.org/officeDocument/2006/relationships/image" Target="../media/image67.png"/></Relationships>
</file>

<file path=ppt/slides/_rels/slide46.xml.rels><?xml version="1.0" encoding="UTF-8" standalone="yes"?>
<Relationships xmlns="http://schemas.openxmlformats.org/package/2006/relationships"><Relationship Id="rId8" Type="http://schemas.openxmlformats.org/officeDocument/2006/relationships/customXml" Target="../ink/ink54.xml"/><Relationship Id="rId3" Type="http://schemas.openxmlformats.org/officeDocument/2006/relationships/image" Target="../media/image22.jpeg"/><Relationship Id="rId7" Type="http://schemas.openxmlformats.org/officeDocument/2006/relationships/image" Target="../media/image71.png"/><Relationship Id="rId2" Type="http://schemas.openxmlformats.org/officeDocument/2006/relationships/image" Target="../media/image30.jpg"/><Relationship Id="rId1" Type="http://schemas.openxmlformats.org/officeDocument/2006/relationships/slideLayout" Target="../slideLayouts/slideLayout7.xml"/><Relationship Id="rId6" Type="http://schemas.openxmlformats.org/officeDocument/2006/relationships/customXml" Target="../ink/ink53.xml"/><Relationship Id="rId11" Type="http://schemas.openxmlformats.org/officeDocument/2006/relationships/image" Target="../media/image73.png"/><Relationship Id="rId5" Type="http://schemas.openxmlformats.org/officeDocument/2006/relationships/image" Target="../media/image70.png"/><Relationship Id="rId10" Type="http://schemas.openxmlformats.org/officeDocument/2006/relationships/customXml" Target="../ink/ink55.xml"/><Relationship Id="rId4" Type="http://schemas.openxmlformats.org/officeDocument/2006/relationships/customXml" Target="../ink/ink52.xml"/><Relationship Id="rId9" Type="http://schemas.openxmlformats.org/officeDocument/2006/relationships/image" Target="../media/image72.png"/></Relationships>
</file>

<file path=ppt/slides/_rels/slide47.xml.rels><?xml version="1.0" encoding="UTF-8" standalone="yes"?>
<Relationships xmlns="http://schemas.openxmlformats.org/package/2006/relationships"><Relationship Id="rId8" Type="http://schemas.openxmlformats.org/officeDocument/2006/relationships/customXml" Target="../ink/ink58.xml"/><Relationship Id="rId3" Type="http://schemas.openxmlformats.org/officeDocument/2006/relationships/image" Target="../media/image22.jpeg"/><Relationship Id="rId7" Type="http://schemas.openxmlformats.org/officeDocument/2006/relationships/image" Target="../media/image76.png"/><Relationship Id="rId2" Type="http://schemas.openxmlformats.org/officeDocument/2006/relationships/image" Target="../media/image31.jpg"/><Relationship Id="rId1" Type="http://schemas.openxmlformats.org/officeDocument/2006/relationships/slideLayout" Target="../slideLayouts/slideLayout7.xml"/><Relationship Id="rId6" Type="http://schemas.openxmlformats.org/officeDocument/2006/relationships/customXml" Target="../ink/ink57.xml"/><Relationship Id="rId11" Type="http://schemas.openxmlformats.org/officeDocument/2006/relationships/image" Target="../media/image78.png"/><Relationship Id="rId5" Type="http://schemas.openxmlformats.org/officeDocument/2006/relationships/image" Target="../media/image75.png"/><Relationship Id="rId10" Type="http://schemas.openxmlformats.org/officeDocument/2006/relationships/customXml" Target="../ink/ink59.xml"/><Relationship Id="rId4" Type="http://schemas.openxmlformats.org/officeDocument/2006/relationships/customXml" Target="../ink/ink56.xml"/><Relationship Id="rId9" Type="http://schemas.openxmlformats.org/officeDocument/2006/relationships/image" Target="../media/image77.png"/></Relationships>
</file>

<file path=ppt/slides/_rels/slide48.xml.rels><?xml version="1.0" encoding="UTF-8" standalone="yes"?>
<Relationships xmlns="http://schemas.openxmlformats.org/package/2006/relationships"><Relationship Id="rId8" Type="http://schemas.openxmlformats.org/officeDocument/2006/relationships/customXml" Target="../ink/ink62.xml"/><Relationship Id="rId3" Type="http://schemas.openxmlformats.org/officeDocument/2006/relationships/image" Target="../media/image22.jpeg"/><Relationship Id="rId7" Type="http://schemas.openxmlformats.org/officeDocument/2006/relationships/image" Target="../media/image81.png"/><Relationship Id="rId2" Type="http://schemas.openxmlformats.org/officeDocument/2006/relationships/image" Target="../media/image32.jpg"/><Relationship Id="rId1" Type="http://schemas.openxmlformats.org/officeDocument/2006/relationships/slideLayout" Target="../slideLayouts/slideLayout7.xml"/><Relationship Id="rId6" Type="http://schemas.openxmlformats.org/officeDocument/2006/relationships/customXml" Target="../ink/ink61.xml"/><Relationship Id="rId11" Type="http://schemas.openxmlformats.org/officeDocument/2006/relationships/image" Target="../media/image83.png"/><Relationship Id="rId5" Type="http://schemas.openxmlformats.org/officeDocument/2006/relationships/image" Target="../media/image80.png"/><Relationship Id="rId10" Type="http://schemas.openxmlformats.org/officeDocument/2006/relationships/customXml" Target="../ink/ink63.xml"/><Relationship Id="rId4" Type="http://schemas.openxmlformats.org/officeDocument/2006/relationships/customXml" Target="../ink/ink60.xml"/><Relationship Id="rId9" Type="http://schemas.openxmlformats.org/officeDocument/2006/relationships/image" Target="../media/image82.png"/></Relationships>
</file>

<file path=ppt/slides/_rels/slide49.xml.rels><?xml version="1.0" encoding="UTF-8" standalone="yes"?>
<Relationships xmlns="http://schemas.openxmlformats.org/package/2006/relationships"><Relationship Id="rId3" Type="http://schemas.openxmlformats.org/officeDocument/2006/relationships/customXml" Target="../ink/ink64.xml"/><Relationship Id="rId2" Type="http://schemas.openxmlformats.org/officeDocument/2006/relationships/image" Target="../media/image22.jpeg"/><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customXml" Target="../ink/ink65.xml"/><Relationship Id="rId4" Type="http://schemas.openxmlformats.org/officeDocument/2006/relationships/image" Target="../media/image8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43.png"/><Relationship Id="rId4" Type="http://schemas.microsoft.com/office/2007/relationships/hdphoto" Target="../media/hdphoto2.wdp"/></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68974-BD61-48FD-B818-72A56361EA03}"/>
              </a:ext>
            </a:extLst>
          </p:cNvPr>
          <p:cNvSpPr>
            <a:spLocks noGrp="1"/>
          </p:cNvSpPr>
          <p:nvPr>
            <p:ph type="ctrTitle"/>
          </p:nvPr>
        </p:nvSpPr>
        <p:spPr>
          <a:xfrm>
            <a:off x="1524000" y="1122363"/>
            <a:ext cx="9144000" cy="1655762"/>
          </a:xfrm>
        </p:spPr>
        <p:txBody>
          <a:bodyPr>
            <a:normAutofit/>
          </a:bodyPr>
          <a:lstStyle/>
          <a:p>
            <a:r>
              <a:rPr lang="en-IN" sz="4800" b="1" dirty="0"/>
              <a:t>Unit-4</a:t>
            </a:r>
            <a:br>
              <a:rPr lang="en-IN" sz="4800" b="1" dirty="0"/>
            </a:br>
            <a:r>
              <a:rPr lang="en-IN" sz="4800" b="1" dirty="0"/>
              <a:t>Backtracking, Branch &amp; Bound</a:t>
            </a:r>
          </a:p>
        </p:txBody>
      </p:sp>
      <p:sp>
        <p:nvSpPr>
          <p:cNvPr id="3" name="Subtitle 2">
            <a:extLst>
              <a:ext uri="{FF2B5EF4-FFF2-40B4-BE49-F238E27FC236}">
                <a16:creationId xmlns:a16="http://schemas.microsoft.com/office/drawing/2014/main" id="{34579FFC-B7E4-ECCA-0965-4182FE247655}"/>
              </a:ext>
            </a:extLst>
          </p:cNvPr>
          <p:cNvSpPr>
            <a:spLocks noGrp="1"/>
          </p:cNvSpPr>
          <p:nvPr>
            <p:ph type="subTitle" idx="1"/>
          </p:nvPr>
        </p:nvSpPr>
        <p:spPr/>
        <p:txBody>
          <a:bodyPr>
            <a:normAutofit/>
          </a:bodyPr>
          <a:lstStyle/>
          <a:p>
            <a:r>
              <a:rPr lang="en-IN" sz="3200" b="1" dirty="0"/>
              <a:t>CS-402</a:t>
            </a:r>
          </a:p>
          <a:p>
            <a:r>
              <a:rPr lang="en-IN" sz="3200" b="1" dirty="0"/>
              <a:t>Analysis &amp; Design Algorithm</a:t>
            </a:r>
          </a:p>
        </p:txBody>
      </p:sp>
    </p:spTree>
    <p:extLst>
      <p:ext uri="{BB962C8B-B14F-4D97-AF65-F5344CB8AC3E}">
        <p14:creationId xmlns:p14="http://schemas.microsoft.com/office/powerpoint/2010/main" val="4234231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9618-6625-E3E6-7F7F-74C7F5335F95}"/>
              </a:ext>
            </a:extLst>
          </p:cNvPr>
          <p:cNvSpPr>
            <a:spLocks noGrp="1"/>
          </p:cNvSpPr>
          <p:nvPr>
            <p:ph type="title"/>
          </p:nvPr>
        </p:nvSpPr>
        <p:spPr/>
        <p:txBody>
          <a:bodyPr/>
          <a:lstStyle/>
          <a:p>
            <a:r>
              <a:rPr lang="en-IN" dirty="0"/>
              <a:t>Syllabus</a:t>
            </a:r>
          </a:p>
        </p:txBody>
      </p:sp>
      <p:sp>
        <p:nvSpPr>
          <p:cNvPr id="3" name="Content Placeholder 2">
            <a:extLst>
              <a:ext uri="{FF2B5EF4-FFF2-40B4-BE49-F238E27FC236}">
                <a16:creationId xmlns:a16="http://schemas.microsoft.com/office/drawing/2014/main" id="{7A5D11B7-DF0E-D42C-1821-37CF55749053}"/>
              </a:ext>
            </a:extLst>
          </p:cNvPr>
          <p:cNvSpPr>
            <a:spLocks noGrp="1"/>
          </p:cNvSpPr>
          <p:nvPr>
            <p:ph idx="1"/>
          </p:nvPr>
        </p:nvSpPr>
        <p:spPr/>
        <p:txBody>
          <a:bodyPr/>
          <a:lstStyle/>
          <a:p>
            <a:pPr marL="0" indent="0" algn="just">
              <a:lnSpc>
                <a:spcPct val="150000"/>
              </a:lnSpc>
              <a:buNone/>
            </a:pPr>
            <a:r>
              <a:rPr lang="en-IN" dirty="0"/>
              <a:t>Backtracking concept and its examples like 8 queen’s problem, Hamiltonian cycle, Graph </a:t>
            </a:r>
            <a:r>
              <a:rPr lang="en-IN" dirty="0" err="1"/>
              <a:t>coloring</a:t>
            </a:r>
            <a:r>
              <a:rPr lang="en-IN" dirty="0"/>
              <a:t> problem etc. </a:t>
            </a:r>
          </a:p>
          <a:p>
            <a:pPr marL="0" indent="0" algn="just">
              <a:lnSpc>
                <a:spcPct val="150000"/>
              </a:lnSpc>
              <a:buNone/>
            </a:pPr>
            <a:r>
              <a:rPr lang="en-IN" dirty="0"/>
              <a:t>Introduction to branch &amp; bound method, examples of branch and bound method like traveling salesman problem etc. Meaning of lower bound theory and its use in solving algebraic problem, introduction to parallel algorithms. </a:t>
            </a:r>
          </a:p>
        </p:txBody>
      </p:sp>
    </p:spTree>
    <p:extLst>
      <p:ext uri="{BB962C8B-B14F-4D97-AF65-F5344CB8AC3E}">
        <p14:creationId xmlns:p14="http://schemas.microsoft.com/office/powerpoint/2010/main" val="3370129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5BFDB-2A55-DC22-FADB-45D80AF41B9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72D1A44-A586-2095-C6FC-C1EE346186AA}"/>
              </a:ext>
            </a:extLst>
          </p:cNvPr>
          <p:cNvSpPr>
            <a:spLocks noGrp="1"/>
          </p:cNvSpPr>
          <p:nvPr>
            <p:ph type="ctrTitle"/>
          </p:nvPr>
        </p:nvSpPr>
        <p:spPr>
          <a:xfrm>
            <a:off x="1524000" y="1528763"/>
            <a:ext cx="9144000" cy="2387600"/>
          </a:xfrm>
        </p:spPr>
        <p:txBody>
          <a:bodyPr/>
          <a:lstStyle/>
          <a:p>
            <a:r>
              <a:rPr lang="en-IN" b="1" dirty="0"/>
              <a:t>Backtracking</a:t>
            </a:r>
            <a:endParaRPr lang="en-IN" dirty="0"/>
          </a:p>
        </p:txBody>
      </p:sp>
    </p:spTree>
    <p:extLst>
      <p:ext uri="{BB962C8B-B14F-4D97-AF65-F5344CB8AC3E}">
        <p14:creationId xmlns:p14="http://schemas.microsoft.com/office/powerpoint/2010/main" val="101950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D2CB8-60B9-7D8A-8B0C-CE41467F9967}"/>
              </a:ext>
            </a:extLst>
          </p:cNvPr>
          <p:cNvSpPr>
            <a:spLocks noGrp="1"/>
          </p:cNvSpPr>
          <p:nvPr>
            <p:ph type="title"/>
          </p:nvPr>
        </p:nvSpPr>
        <p:spPr/>
        <p:txBody>
          <a:bodyPr/>
          <a:lstStyle/>
          <a:p>
            <a:r>
              <a:rPr lang="en-IN" b="1" dirty="0"/>
              <a:t>Backtracking</a:t>
            </a:r>
          </a:p>
        </p:txBody>
      </p:sp>
      <p:sp>
        <p:nvSpPr>
          <p:cNvPr id="3" name="Content Placeholder 2">
            <a:extLst>
              <a:ext uri="{FF2B5EF4-FFF2-40B4-BE49-F238E27FC236}">
                <a16:creationId xmlns:a16="http://schemas.microsoft.com/office/drawing/2014/main" id="{3965C1F3-1E64-F15E-01B6-B0A48B32858C}"/>
              </a:ext>
            </a:extLst>
          </p:cNvPr>
          <p:cNvSpPr>
            <a:spLocks noGrp="1"/>
          </p:cNvSpPr>
          <p:nvPr>
            <p:ph idx="1"/>
          </p:nvPr>
        </p:nvSpPr>
        <p:spPr>
          <a:xfrm>
            <a:off x="838200" y="1544320"/>
            <a:ext cx="10515600" cy="5069839"/>
          </a:xfrm>
        </p:spPr>
        <p:txBody>
          <a:bodyPr>
            <a:normAutofit fontScale="92500" lnSpcReduction="20000"/>
          </a:bodyPr>
          <a:lstStyle/>
          <a:p>
            <a:pPr algn="just" fontAlgn="base">
              <a:lnSpc>
                <a:spcPct val="170000"/>
              </a:lnSpc>
            </a:pPr>
            <a:r>
              <a:rPr lang="en-IN" sz="2000" dirty="0"/>
              <a:t>The backtracking approach is generally used in the cases where there are possibilities of multiple solutions.</a:t>
            </a:r>
          </a:p>
          <a:p>
            <a:pPr algn="just" fontAlgn="base">
              <a:lnSpc>
                <a:spcPct val="170000"/>
              </a:lnSpc>
            </a:pPr>
            <a:r>
              <a:rPr lang="en-IN" sz="2000" dirty="0"/>
              <a:t>Backtracking is an algorithmic technique that considers searching in every possible combination for solving a computational problem.</a:t>
            </a:r>
          </a:p>
          <a:p>
            <a:pPr algn="just" fontAlgn="base">
              <a:lnSpc>
                <a:spcPct val="170000"/>
              </a:lnSpc>
            </a:pPr>
            <a:r>
              <a:rPr lang="en-IN" sz="2000" dirty="0"/>
              <a:t>Backtracking is an important tool for solving </a:t>
            </a:r>
            <a:r>
              <a:rPr lang="en-IN" sz="2000" b="1" dirty="0"/>
              <a:t>constraint satisfaction problems,</a:t>
            </a:r>
            <a:r>
              <a:rPr lang="en-IN" sz="2000" dirty="0"/>
              <a:t> such as crosswords, Sudoku, and many other puzzles. </a:t>
            </a:r>
          </a:p>
          <a:p>
            <a:pPr algn="just" fontAlgn="base">
              <a:lnSpc>
                <a:spcPct val="170000"/>
              </a:lnSpc>
            </a:pPr>
            <a:r>
              <a:rPr lang="en-IN" sz="2000" dirty="0"/>
              <a:t>It is known for solving problems recursively one step at a time and removing those solutions that that do not satisfy the problem constraints at any point of time.</a:t>
            </a:r>
          </a:p>
          <a:p>
            <a:pPr algn="just" fontAlgn="base">
              <a:lnSpc>
                <a:spcPct val="170000"/>
              </a:lnSpc>
            </a:pPr>
            <a:r>
              <a:rPr lang="en-IN" sz="2000" dirty="0"/>
              <a:t>It is a</a:t>
            </a:r>
            <a:r>
              <a:rPr lang="en-IN" sz="2000" b="1" dirty="0"/>
              <a:t> brute force</a:t>
            </a:r>
            <a:r>
              <a:rPr lang="en-IN" sz="2000" dirty="0"/>
              <a:t> </a:t>
            </a:r>
            <a:r>
              <a:rPr lang="en-IN" sz="2000" b="1" dirty="0"/>
              <a:t>approach </a:t>
            </a:r>
            <a:r>
              <a:rPr lang="en-IN" sz="2000" dirty="0"/>
              <a:t>that tries out all the possible solutions using </a:t>
            </a:r>
            <a:r>
              <a:rPr lang="en-IN" sz="2000" b="1" dirty="0"/>
              <a:t>depth first search (DFS)</a:t>
            </a:r>
            <a:r>
              <a:rPr lang="en-IN" sz="2000" dirty="0"/>
              <a:t> and chooses the best possible ones out of them.</a:t>
            </a:r>
          </a:p>
        </p:txBody>
      </p:sp>
    </p:spTree>
    <p:extLst>
      <p:ext uri="{BB962C8B-B14F-4D97-AF65-F5344CB8AC3E}">
        <p14:creationId xmlns:p14="http://schemas.microsoft.com/office/powerpoint/2010/main" val="2329932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8ACAB-3453-4D4C-A1BF-43C1D1D830E3}"/>
              </a:ext>
            </a:extLst>
          </p:cNvPr>
          <p:cNvSpPr>
            <a:spLocks noGrp="1"/>
          </p:cNvSpPr>
          <p:nvPr>
            <p:ph type="title"/>
          </p:nvPr>
        </p:nvSpPr>
        <p:spPr/>
        <p:txBody>
          <a:bodyPr/>
          <a:lstStyle/>
          <a:p>
            <a:r>
              <a:rPr lang="en-IN" b="1" dirty="0"/>
              <a:t>Backtracking</a:t>
            </a:r>
            <a:endParaRPr lang="en-IN" dirty="0"/>
          </a:p>
        </p:txBody>
      </p:sp>
      <p:sp>
        <p:nvSpPr>
          <p:cNvPr id="9" name="TextBox 8">
            <a:extLst>
              <a:ext uri="{FF2B5EF4-FFF2-40B4-BE49-F238E27FC236}">
                <a16:creationId xmlns:a16="http://schemas.microsoft.com/office/drawing/2014/main" id="{A38F270D-C856-1516-A060-29CB3BB8CD77}"/>
              </a:ext>
            </a:extLst>
          </p:cNvPr>
          <p:cNvSpPr txBox="1"/>
          <p:nvPr/>
        </p:nvSpPr>
        <p:spPr>
          <a:xfrm>
            <a:off x="533400" y="3340736"/>
            <a:ext cx="3622040" cy="3270126"/>
          </a:xfrm>
          <a:prstGeom prst="rect">
            <a:avLst/>
          </a:prstGeom>
          <a:noFill/>
          <a:ln>
            <a:solidFill>
              <a:schemeClr val="accent1"/>
            </a:solidFill>
          </a:ln>
        </p:spPr>
        <p:txBody>
          <a:bodyPr wrap="square">
            <a:spAutoFit/>
          </a:bodyPr>
          <a:lstStyle/>
          <a:p>
            <a:pPr>
              <a:spcBef>
                <a:spcPts val="900"/>
              </a:spcBef>
              <a:spcAft>
                <a:spcPts val="1200"/>
              </a:spcAft>
            </a:pPr>
            <a:r>
              <a:rPr lang="en-IN" b="0" u="none" strike="noStrike" dirty="0">
                <a:effectLst/>
                <a:latin typeface="Google Sans"/>
              </a:rPr>
              <a:t>We have three distinct brothers:</a:t>
            </a:r>
          </a:p>
          <a:p>
            <a:pPr marL="285750" indent="-285750">
              <a:spcBef>
                <a:spcPts val="900"/>
              </a:spcBef>
              <a:spcAft>
                <a:spcPts val="900"/>
              </a:spcAft>
              <a:buFont typeface="Arial" panose="020B0604020202020204" pitchFamily="34" charset="0"/>
              <a:buChar char="•"/>
            </a:pPr>
            <a:r>
              <a:rPr lang="en-IN" b="1" u="none" strike="noStrike" dirty="0">
                <a:effectLst/>
                <a:latin typeface="Google Sans"/>
              </a:rPr>
              <a:t>B</a:t>
            </a:r>
            <a:r>
              <a:rPr lang="en-IN" b="0" u="none" strike="noStrike" dirty="0">
                <a:effectLst/>
                <a:latin typeface="Google Sans"/>
              </a:rPr>
              <a:t> (Big Brother)</a:t>
            </a:r>
          </a:p>
          <a:p>
            <a:pPr marL="285750" indent="-285750">
              <a:spcBef>
                <a:spcPts val="900"/>
              </a:spcBef>
              <a:spcAft>
                <a:spcPts val="900"/>
              </a:spcAft>
              <a:buFont typeface="Arial" panose="020B0604020202020204" pitchFamily="34" charset="0"/>
              <a:buChar char="•"/>
            </a:pPr>
            <a:r>
              <a:rPr lang="en-IN" b="1" u="none" strike="noStrike" dirty="0">
                <a:effectLst/>
                <a:latin typeface="Google Sans"/>
              </a:rPr>
              <a:t>M</a:t>
            </a:r>
            <a:r>
              <a:rPr lang="en-IN" b="0" u="none" strike="noStrike" dirty="0">
                <a:effectLst/>
                <a:latin typeface="Google Sans"/>
              </a:rPr>
              <a:t> (Middle Brother)</a:t>
            </a:r>
          </a:p>
          <a:p>
            <a:pPr marL="285750" indent="-285750">
              <a:spcBef>
                <a:spcPts val="900"/>
              </a:spcBef>
              <a:spcAft>
                <a:spcPts val="900"/>
              </a:spcAft>
              <a:buFont typeface="Arial" panose="020B0604020202020204" pitchFamily="34" charset="0"/>
              <a:buChar char="•"/>
            </a:pPr>
            <a:r>
              <a:rPr lang="en-IN" b="1" u="none" strike="noStrike" dirty="0">
                <a:effectLst/>
                <a:latin typeface="Google Sans"/>
              </a:rPr>
              <a:t>L</a:t>
            </a:r>
            <a:r>
              <a:rPr lang="en-IN" b="0" u="none" strike="noStrike" dirty="0">
                <a:effectLst/>
                <a:latin typeface="Google Sans"/>
              </a:rPr>
              <a:t> (Little Brother)</a:t>
            </a:r>
          </a:p>
          <a:p>
            <a:pPr>
              <a:spcBef>
                <a:spcPts val="900"/>
              </a:spcBef>
              <a:spcAft>
                <a:spcPts val="1200"/>
              </a:spcAft>
              <a:buNone/>
            </a:pPr>
            <a:r>
              <a:rPr lang="en-IN" b="0" u="none" strike="noStrike" dirty="0">
                <a:effectLst/>
                <a:latin typeface="Google Sans"/>
              </a:rPr>
              <a:t>Since there are 3 positions on the horse (Front, Middle, and Back), the total number of unique ways they can sit is 3! (3 factorial): 3 x 2 x 1 = 6</a:t>
            </a:r>
          </a:p>
        </p:txBody>
      </p:sp>
      <p:pic>
        <p:nvPicPr>
          <p:cNvPr id="5" name="Content Placeholder 4">
            <a:extLst>
              <a:ext uri="{FF2B5EF4-FFF2-40B4-BE49-F238E27FC236}">
                <a16:creationId xmlns:a16="http://schemas.microsoft.com/office/drawing/2014/main" id="{E878A5B0-AE18-CEE8-6C59-881D90889E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1468756"/>
            <a:ext cx="3186905" cy="1738312"/>
          </a:xfrm>
          <a:prstGeom prst="rect">
            <a:avLst/>
          </a:prstGeom>
        </p:spPr>
      </p:pic>
      <p:pic>
        <p:nvPicPr>
          <p:cNvPr id="11" name="Picture 10">
            <a:extLst>
              <a:ext uri="{FF2B5EF4-FFF2-40B4-BE49-F238E27FC236}">
                <a16:creationId xmlns:a16="http://schemas.microsoft.com/office/drawing/2014/main" id="{14FCB603-1A1B-5403-47F7-7AA9EFFACC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6631" y="1513840"/>
            <a:ext cx="7095995" cy="4734560"/>
          </a:xfrm>
          <a:prstGeom prst="rect">
            <a:avLst/>
          </a:prstGeom>
        </p:spPr>
      </p:pic>
    </p:spTree>
    <p:extLst>
      <p:ext uri="{BB962C8B-B14F-4D97-AF65-F5344CB8AC3E}">
        <p14:creationId xmlns:p14="http://schemas.microsoft.com/office/powerpoint/2010/main" val="3050285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9B00D-BF0F-9B25-EC9D-19CCEEF9D360}"/>
              </a:ext>
            </a:extLst>
          </p:cNvPr>
          <p:cNvSpPr>
            <a:spLocks noGrp="1"/>
          </p:cNvSpPr>
          <p:nvPr>
            <p:ph type="title"/>
          </p:nvPr>
        </p:nvSpPr>
        <p:spPr/>
        <p:txBody>
          <a:bodyPr/>
          <a:lstStyle/>
          <a:p>
            <a:r>
              <a:rPr lang="en-IN" b="1" dirty="0"/>
              <a:t>Backtracking </a:t>
            </a:r>
            <a:endParaRPr lang="en-IN" dirty="0"/>
          </a:p>
        </p:txBody>
      </p:sp>
      <p:sp>
        <p:nvSpPr>
          <p:cNvPr id="3" name="Content Placeholder 2">
            <a:extLst>
              <a:ext uri="{FF2B5EF4-FFF2-40B4-BE49-F238E27FC236}">
                <a16:creationId xmlns:a16="http://schemas.microsoft.com/office/drawing/2014/main" id="{559B0CA7-296C-D95F-CE40-30174FC9437F}"/>
              </a:ext>
            </a:extLst>
          </p:cNvPr>
          <p:cNvSpPr>
            <a:spLocks noGrp="1"/>
          </p:cNvSpPr>
          <p:nvPr>
            <p:ph idx="1"/>
          </p:nvPr>
        </p:nvSpPr>
        <p:spPr>
          <a:xfrm>
            <a:off x="594360" y="1446848"/>
            <a:ext cx="4048760" cy="4351338"/>
          </a:xfrm>
          <a:ln>
            <a:solidFill>
              <a:schemeClr val="accent1"/>
            </a:solidFill>
          </a:ln>
        </p:spPr>
        <p:txBody>
          <a:bodyPr>
            <a:normAutofit fontScale="92500" lnSpcReduction="20000"/>
          </a:bodyPr>
          <a:lstStyle/>
          <a:p>
            <a:pPr marL="0" indent="0">
              <a:buNone/>
            </a:pPr>
            <a:r>
              <a:rPr lang="en-IN" sz="2000" b="1" dirty="0"/>
              <a:t>Constraint: </a:t>
            </a:r>
            <a:r>
              <a:rPr lang="en-IN" sz="2000" dirty="0"/>
              <a:t>Little Brother (L) </a:t>
            </a:r>
            <a:r>
              <a:rPr lang="en-IN" sz="2000" b="1" dirty="0"/>
              <a:t>cannot</a:t>
            </a:r>
            <a:r>
              <a:rPr lang="en-IN" sz="2000" dirty="0"/>
              <a:t> sit in the back seat,</a:t>
            </a:r>
          </a:p>
          <a:p>
            <a:pPr marL="0" indent="0">
              <a:buNone/>
            </a:pPr>
            <a:r>
              <a:rPr lang="en-IN" sz="2000" dirty="0"/>
              <a:t>Now there are exactly </a:t>
            </a:r>
            <a:r>
              <a:rPr lang="en-IN" sz="2000" b="1" dirty="0"/>
              <a:t>4 valid ways</a:t>
            </a:r>
            <a:r>
              <a:rPr lang="en-IN" sz="2000" dirty="0"/>
              <a:t> for them to sit.</a:t>
            </a:r>
          </a:p>
          <a:p>
            <a:pPr marL="0" indent="0">
              <a:buNone/>
            </a:pPr>
            <a:endParaRPr lang="en-IN" sz="2000" dirty="0"/>
          </a:p>
          <a:p>
            <a:r>
              <a:rPr lang="en-IN" sz="2000" dirty="0"/>
              <a:t>Total possible seating ways = 6</a:t>
            </a:r>
          </a:p>
          <a:p>
            <a:r>
              <a:rPr lang="en-IN" sz="2000" dirty="0"/>
              <a:t>Ways with L in the back = 2</a:t>
            </a:r>
          </a:p>
          <a:p>
            <a:r>
              <a:rPr lang="en-IN" sz="2000" b="1" dirty="0"/>
              <a:t>Valid ways remaining = 4</a:t>
            </a:r>
            <a:br>
              <a:rPr lang="en-IN" sz="2000" dirty="0"/>
            </a:br>
            <a:endParaRPr lang="en-IN" sz="2000" dirty="0"/>
          </a:p>
          <a:p>
            <a:pPr marL="0" indent="0">
              <a:buNone/>
            </a:pPr>
            <a:r>
              <a:rPr lang="en-IN" sz="2000" b="1" dirty="0"/>
              <a:t>Invalid Arrangements (Filtered Out)</a:t>
            </a:r>
          </a:p>
          <a:p>
            <a:pPr marL="0" indent="0">
              <a:buNone/>
            </a:pPr>
            <a:r>
              <a:rPr lang="en-IN" sz="2000" dirty="0"/>
              <a:t>The algorithm will reject these two options because L is in the back:</a:t>
            </a:r>
          </a:p>
          <a:p>
            <a:pPr marL="0" indent="0">
              <a:buNone/>
            </a:pPr>
            <a:r>
              <a:rPr lang="en-IN" sz="2000" dirty="0"/>
              <a:t>[B, M, L] ❌</a:t>
            </a:r>
          </a:p>
          <a:p>
            <a:pPr marL="0" indent="0">
              <a:buNone/>
            </a:pPr>
            <a:r>
              <a:rPr lang="en-IN" sz="2000" dirty="0"/>
              <a:t>[M, B, L] ❌</a:t>
            </a:r>
          </a:p>
        </p:txBody>
      </p:sp>
      <p:pic>
        <p:nvPicPr>
          <p:cNvPr id="5" name="Picture 4">
            <a:extLst>
              <a:ext uri="{FF2B5EF4-FFF2-40B4-BE49-F238E27FC236}">
                <a16:creationId xmlns:a16="http://schemas.microsoft.com/office/drawing/2014/main" id="{0D038373-DA28-F9A4-1F39-9232DA3057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2266" y="1416368"/>
            <a:ext cx="7167937" cy="5167312"/>
          </a:xfrm>
          <a:prstGeom prst="rect">
            <a:avLst/>
          </a:prstGeom>
        </p:spPr>
      </p:pic>
    </p:spTree>
    <p:extLst>
      <p:ext uri="{BB962C8B-B14F-4D97-AF65-F5344CB8AC3E}">
        <p14:creationId xmlns:p14="http://schemas.microsoft.com/office/powerpoint/2010/main" val="1034648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347B-0929-4714-5403-48F629AB9E03}"/>
              </a:ext>
            </a:extLst>
          </p:cNvPr>
          <p:cNvSpPr>
            <a:spLocks noGrp="1"/>
          </p:cNvSpPr>
          <p:nvPr>
            <p:ph type="title"/>
          </p:nvPr>
        </p:nvSpPr>
        <p:spPr/>
        <p:txBody>
          <a:bodyPr>
            <a:normAutofit/>
          </a:bodyPr>
          <a:lstStyle/>
          <a:p>
            <a:r>
              <a:rPr lang="en-IN" sz="4000" b="1" dirty="0"/>
              <a:t>Backtracking helps to solve following  computer science problems</a:t>
            </a:r>
          </a:p>
        </p:txBody>
      </p:sp>
      <p:sp>
        <p:nvSpPr>
          <p:cNvPr id="3" name="Content Placeholder 2">
            <a:extLst>
              <a:ext uri="{FF2B5EF4-FFF2-40B4-BE49-F238E27FC236}">
                <a16:creationId xmlns:a16="http://schemas.microsoft.com/office/drawing/2014/main" id="{3DA0C263-2DF1-593D-EBDE-DCD78504D362}"/>
              </a:ext>
            </a:extLst>
          </p:cNvPr>
          <p:cNvSpPr>
            <a:spLocks noGrp="1"/>
          </p:cNvSpPr>
          <p:nvPr>
            <p:ph idx="1"/>
          </p:nvPr>
        </p:nvSpPr>
        <p:spPr/>
        <p:txBody>
          <a:bodyPr/>
          <a:lstStyle/>
          <a:p>
            <a:pPr>
              <a:lnSpc>
                <a:spcPct val="150000"/>
              </a:lnSpc>
            </a:pPr>
            <a:r>
              <a:rPr lang="en-IN" dirty="0"/>
              <a:t>The N-Queens Problem (For Example 4-Queens or 8-Queens)</a:t>
            </a:r>
          </a:p>
          <a:p>
            <a:pPr>
              <a:lnSpc>
                <a:spcPct val="150000"/>
              </a:lnSpc>
            </a:pPr>
            <a:r>
              <a:rPr lang="en-IN" dirty="0"/>
              <a:t>The Hamiltonian Cycle</a:t>
            </a:r>
          </a:p>
          <a:p>
            <a:pPr>
              <a:lnSpc>
                <a:spcPct val="150000"/>
              </a:lnSpc>
            </a:pPr>
            <a:r>
              <a:rPr lang="en-IN" dirty="0"/>
              <a:t>The Graph </a:t>
            </a:r>
            <a:r>
              <a:rPr lang="en-IN" dirty="0" err="1"/>
              <a:t>Coloring</a:t>
            </a:r>
            <a:r>
              <a:rPr lang="en-IN" dirty="0"/>
              <a:t> Problem</a:t>
            </a:r>
          </a:p>
        </p:txBody>
      </p:sp>
    </p:spTree>
    <p:extLst>
      <p:ext uri="{BB962C8B-B14F-4D97-AF65-F5344CB8AC3E}">
        <p14:creationId xmlns:p14="http://schemas.microsoft.com/office/powerpoint/2010/main" val="3457542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A2155-A548-2074-727D-1969E8AF3BDB}"/>
              </a:ext>
            </a:extLst>
          </p:cNvPr>
          <p:cNvSpPr>
            <a:spLocks noGrp="1"/>
          </p:cNvSpPr>
          <p:nvPr>
            <p:ph type="title"/>
          </p:nvPr>
        </p:nvSpPr>
        <p:spPr/>
        <p:txBody>
          <a:bodyPr>
            <a:normAutofit/>
          </a:bodyPr>
          <a:lstStyle/>
          <a:p>
            <a:r>
              <a:rPr lang="en-IN" sz="4000" b="1" dirty="0"/>
              <a:t>Backtracking Algorithm: The 4-Queens Problem</a:t>
            </a:r>
            <a:endParaRPr lang="en-IN" sz="4000" dirty="0"/>
          </a:p>
        </p:txBody>
      </p:sp>
      <p:graphicFrame>
        <p:nvGraphicFramePr>
          <p:cNvPr id="5" name="Table 4">
            <a:extLst>
              <a:ext uri="{FF2B5EF4-FFF2-40B4-BE49-F238E27FC236}">
                <a16:creationId xmlns:a16="http://schemas.microsoft.com/office/drawing/2014/main" id="{006C8A58-0A15-A223-DE19-760C1195A934}"/>
              </a:ext>
            </a:extLst>
          </p:cNvPr>
          <p:cNvGraphicFramePr>
            <a:graphicFrameLocks noGrp="1"/>
          </p:cNvGraphicFramePr>
          <p:nvPr>
            <p:extLst>
              <p:ext uri="{D42A27DB-BD31-4B8C-83A1-F6EECF244321}">
                <p14:modId xmlns:p14="http://schemas.microsoft.com/office/powerpoint/2010/main" val="2720702529"/>
              </p:ext>
            </p:extLst>
          </p:nvPr>
        </p:nvGraphicFramePr>
        <p:xfrm>
          <a:off x="7746999" y="1904048"/>
          <a:ext cx="3450875" cy="2505393"/>
        </p:xfrm>
        <a:graphic>
          <a:graphicData uri="http://schemas.openxmlformats.org/drawingml/2006/table">
            <a:tbl>
              <a:tblPr firstRow="1" bandRow="1">
                <a:tableStyleId>{5940675A-B579-460E-94D1-54222C63F5DA}</a:tableStyleId>
              </a:tblPr>
              <a:tblGrid>
                <a:gridCol w="397794">
                  <a:extLst>
                    <a:ext uri="{9D8B030D-6E8A-4147-A177-3AD203B41FA5}">
                      <a16:colId xmlns:a16="http://schemas.microsoft.com/office/drawing/2014/main" val="2835415117"/>
                    </a:ext>
                  </a:extLst>
                </a:gridCol>
                <a:gridCol w="796080">
                  <a:extLst>
                    <a:ext uri="{9D8B030D-6E8A-4147-A177-3AD203B41FA5}">
                      <a16:colId xmlns:a16="http://schemas.microsoft.com/office/drawing/2014/main" val="1304507083"/>
                    </a:ext>
                  </a:extLst>
                </a:gridCol>
                <a:gridCol w="742541">
                  <a:extLst>
                    <a:ext uri="{9D8B030D-6E8A-4147-A177-3AD203B41FA5}">
                      <a16:colId xmlns:a16="http://schemas.microsoft.com/office/drawing/2014/main" val="719428449"/>
                    </a:ext>
                  </a:extLst>
                </a:gridCol>
                <a:gridCol w="757230">
                  <a:extLst>
                    <a:ext uri="{9D8B030D-6E8A-4147-A177-3AD203B41FA5}">
                      <a16:colId xmlns:a16="http://schemas.microsoft.com/office/drawing/2014/main" val="639983479"/>
                    </a:ext>
                  </a:extLst>
                </a:gridCol>
                <a:gridCol w="757230">
                  <a:extLst>
                    <a:ext uri="{9D8B030D-6E8A-4147-A177-3AD203B41FA5}">
                      <a16:colId xmlns:a16="http://schemas.microsoft.com/office/drawing/2014/main" val="825097739"/>
                    </a:ext>
                  </a:extLst>
                </a:gridCol>
              </a:tblGrid>
              <a:tr h="475176">
                <a:tc>
                  <a:txBody>
                    <a:bodyPr/>
                    <a:lstStyle/>
                    <a:p>
                      <a:pPr algn="ctr"/>
                      <a:endParaRPr lang="en-IN"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2</a:t>
                      </a: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2324315"/>
                  </a:ext>
                </a:extLst>
              </a:tr>
              <a:tr h="604689">
                <a:tc>
                  <a:txBody>
                    <a:bodyPr/>
                    <a:lstStyle/>
                    <a:p>
                      <a:pPr algn="ctr"/>
                      <a:r>
                        <a:rPr lang="en-IN" dirty="0"/>
                        <a:t>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Q1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97796"/>
                  </a:ext>
                </a:extLst>
              </a:tr>
              <a:tr h="475176">
                <a:tc>
                  <a:txBody>
                    <a:bodyPr/>
                    <a:lstStyle/>
                    <a:p>
                      <a:pPr algn="ctr"/>
                      <a:r>
                        <a:rPr lang="en-IN"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IN" dirty="0"/>
                        <a:t>-</a:t>
                      </a:r>
                    </a:p>
                  </a:txBody>
                  <a:tcPr anchor="ctr">
                    <a:lnT w="12700" cap="flat" cmpd="sng" algn="ctr">
                      <a:solidFill>
                        <a:schemeClr val="tx1"/>
                      </a:solidFill>
                      <a:prstDash val="solid"/>
                      <a:round/>
                      <a:headEnd type="none" w="med" len="med"/>
                      <a:tailEnd type="none" w="med" len="med"/>
                    </a:lnT>
                  </a:tcPr>
                </a:tc>
                <a:tc>
                  <a:txBody>
                    <a:bodyPr/>
                    <a:lstStyle/>
                    <a:p>
                      <a:pPr algn="ctr"/>
                      <a:r>
                        <a:rPr lang="en-IN" dirty="0"/>
                        <a:t>Q2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53939358"/>
                  </a:ext>
                </a:extLst>
              </a:tr>
              <a:tr h="475176">
                <a:tc>
                  <a:txBody>
                    <a:bodyPr/>
                    <a:lstStyle/>
                    <a:p>
                      <a:pPr algn="ctr"/>
                      <a:r>
                        <a:rPr lang="en-IN"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Q3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tcPr>
                </a:tc>
                <a:tc>
                  <a:txBody>
                    <a:bodyPr/>
                    <a:lstStyle/>
                    <a:p>
                      <a:pPr algn="ctr"/>
                      <a:r>
                        <a:rPr lang="en-IN" dirty="0"/>
                        <a:t>-</a:t>
                      </a:r>
                    </a:p>
                  </a:txBody>
                  <a:tcPr anchor="ctr"/>
                </a:tc>
                <a:tc>
                  <a:txBody>
                    <a:bodyPr/>
                    <a:lstStyle/>
                    <a:p>
                      <a:pPr algn="ctr"/>
                      <a:r>
                        <a:rPr lang="en-IN" dirty="0"/>
                        <a:t>-</a:t>
                      </a:r>
                    </a:p>
                  </a:txBody>
                  <a:tcPr anchor="ctr"/>
                </a:tc>
                <a:extLst>
                  <a:ext uri="{0D108BD9-81ED-4DB2-BD59-A6C34878D82A}">
                    <a16:rowId xmlns:a16="http://schemas.microsoft.com/office/drawing/2014/main" val="206229420"/>
                  </a:ext>
                </a:extLst>
              </a:tr>
              <a:tr h="475176">
                <a:tc>
                  <a:txBody>
                    <a:bodyPr/>
                    <a:lstStyle/>
                    <a:p>
                      <a:pPr algn="ctr"/>
                      <a:r>
                        <a:rPr lang="en-IN"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tcPr>
                </a:tc>
                <a:tc>
                  <a:txBody>
                    <a:bodyPr/>
                    <a:lstStyle/>
                    <a:p>
                      <a:pPr algn="ctr"/>
                      <a:r>
                        <a:rPr lang="en-IN" dirty="0"/>
                        <a:t>Q4</a:t>
                      </a:r>
                    </a:p>
                  </a:txBody>
                  <a:tcPr anchor="ctr"/>
                </a:tc>
                <a:tc>
                  <a:txBody>
                    <a:bodyPr/>
                    <a:lstStyle/>
                    <a:p>
                      <a:pPr algn="ctr"/>
                      <a:r>
                        <a:rPr lang="en-IN" dirty="0"/>
                        <a:t>-</a:t>
                      </a:r>
                    </a:p>
                  </a:txBody>
                  <a:tcPr anchor="ctr"/>
                </a:tc>
                <a:extLst>
                  <a:ext uri="{0D108BD9-81ED-4DB2-BD59-A6C34878D82A}">
                    <a16:rowId xmlns:a16="http://schemas.microsoft.com/office/drawing/2014/main" val="2840274321"/>
                  </a:ext>
                </a:extLst>
              </a:tr>
            </a:tbl>
          </a:graphicData>
        </a:graphic>
      </p:graphicFrame>
      <p:sp>
        <p:nvSpPr>
          <p:cNvPr id="7" name="TextBox 6">
            <a:extLst>
              <a:ext uri="{FF2B5EF4-FFF2-40B4-BE49-F238E27FC236}">
                <a16:creationId xmlns:a16="http://schemas.microsoft.com/office/drawing/2014/main" id="{34AECA88-95B7-0432-31D8-63F3C2B01355}"/>
              </a:ext>
            </a:extLst>
          </p:cNvPr>
          <p:cNvSpPr txBox="1"/>
          <p:nvPr/>
        </p:nvSpPr>
        <p:spPr>
          <a:xfrm>
            <a:off x="8067273" y="4653280"/>
            <a:ext cx="3231975" cy="923330"/>
          </a:xfrm>
          <a:prstGeom prst="rect">
            <a:avLst/>
          </a:prstGeom>
          <a:noFill/>
        </p:spPr>
        <p:txBody>
          <a:bodyPr wrap="none" rtlCol="0">
            <a:spAutoFit/>
          </a:bodyPr>
          <a:lstStyle/>
          <a:p>
            <a:pPr algn="ctr"/>
            <a:r>
              <a:rPr lang="en-IN" b="1" dirty="0"/>
              <a:t>4 x 4 chessboard</a:t>
            </a:r>
          </a:p>
          <a:p>
            <a:r>
              <a:rPr lang="en-IN" b="1" dirty="0"/>
              <a:t>One of the solution is: x[2 4 1 3]</a:t>
            </a:r>
          </a:p>
          <a:p>
            <a:r>
              <a:rPr lang="en-IN" b="1" dirty="0"/>
              <a:t>                 </a:t>
            </a:r>
          </a:p>
        </p:txBody>
      </p:sp>
      <p:sp>
        <p:nvSpPr>
          <p:cNvPr id="8" name="Content Placeholder 2">
            <a:extLst>
              <a:ext uri="{FF2B5EF4-FFF2-40B4-BE49-F238E27FC236}">
                <a16:creationId xmlns:a16="http://schemas.microsoft.com/office/drawing/2014/main" id="{544B941B-8106-B310-DFF9-17DA40742B2E}"/>
              </a:ext>
            </a:extLst>
          </p:cNvPr>
          <p:cNvSpPr>
            <a:spLocks noGrp="1"/>
          </p:cNvSpPr>
          <p:nvPr>
            <p:ph idx="1"/>
          </p:nvPr>
        </p:nvSpPr>
        <p:spPr>
          <a:xfrm>
            <a:off x="552916" y="1623696"/>
            <a:ext cx="6763040" cy="4604384"/>
          </a:xfrm>
          <a:ln>
            <a:solidFill>
              <a:schemeClr val="accent1"/>
            </a:solidFill>
          </a:ln>
        </p:spPr>
        <p:txBody>
          <a:bodyPr>
            <a:normAutofit fontScale="85000" lnSpcReduction="20000"/>
          </a:bodyPr>
          <a:lstStyle/>
          <a:p>
            <a:pPr marL="0" indent="0" algn="just">
              <a:buNone/>
            </a:pPr>
            <a:r>
              <a:rPr lang="en-IN" b="1" dirty="0">
                <a:solidFill>
                  <a:srgbClr val="FF0000"/>
                </a:solidFill>
              </a:rPr>
              <a:t>Problem: </a:t>
            </a:r>
            <a:r>
              <a:rPr lang="en-IN" dirty="0"/>
              <a:t>Place 4-Queens into 4x4 chessboard so that no two queens can attack each other means no two queens are on  the same row, same column or same diagonal.</a:t>
            </a:r>
            <a:endParaRPr lang="en-IN" sz="3200" dirty="0"/>
          </a:p>
          <a:p>
            <a:pPr marL="0" indent="0" algn="just">
              <a:buNone/>
            </a:pPr>
            <a:r>
              <a:rPr lang="en-IN" b="1" dirty="0"/>
              <a:t>Constraints:</a:t>
            </a:r>
          </a:p>
          <a:p>
            <a:pPr marL="538163" indent="-138113" algn="just"/>
            <a:r>
              <a:rPr lang="en-IN" sz="3200" dirty="0"/>
              <a:t> </a:t>
            </a:r>
            <a:r>
              <a:rPr lang="en-IN" b="1" dirty="0"/>
              <a:t>Explicit Constraints</a:t>
            </a:r>
          </a:p>
          <a:p>
            <a:pPr marL="1314450" lvl="1" indent="-457200" algn="just">
              <a:buFont typeface="+mj-lt"/>
              <a:buAutoNum type="arabicPeriod"/>
            </a:pPr>
            <a:r>
              <a:rPr lang="en-IN" dirty="0"/>
              <a:t>Given 4 x 4 chessboard</a:t>
            </a:r>
          </a:p>
          <a:p>
            <a:pPr marL="1314450" lvl="1" indent="-457200" algn="just">
              <a:buFont typeface="+mj-lt"/>
              <a:buAutoNum type="arabicPeriod"/>
            </a:pPr>
            <a:r>
              <a:rPr lang="en-IN" dirty="0"/>
              <a:t>Where 4 is the no. of queens </a:t>
            </a:r>
          </a:p>
          <a:p>
            <a:pPr marL="1314450" lvl="2" indent="0" algn="just">
              <a:buNone/>
            </a:pPr>
            <a:r>
              <a:rPr lang="en-IN" sz="2400" b="1" dirty="0"/>
              <a:t>1 &lt;= xi &lt;=4</a:t>
            </a:r>
            <a:endParaRPr lang="en-IN" sz="1800" b="1" dirty="0"/>
          </a:p>
          <a:p>
            <a:pPr marL="857250" lvl="1" indent="0" algn="just">
              <a:buNone/>
            </a:pPr>
            <a:endParaRPr lang="en-IN" sz="2800" dirty="0"/>
          </a:p>
          <a:p>
            <a:pPr lvl="1" algn="just"/>
            <a:r>
              <a:rPr lang="en-IN" sz="2800" b="1" dirty="0"/>
              <a:t>Implicit constraints:</a:t>
            </a:r>
          </a:p>
          <a:p>
            <a:pPr marL="457200" lvl="1" indent="0" algn="just">
              <a:buNone/>
            </a:pPr>
            <a:r>
              <a:rPr lang="en-IN" sz="2600" dirty="0"/>
              <a:t>We have to place all the queens in such a way that:</a:t>
            </a:r>
            <a:endParaRPr lang="en-IN" sz="2800" dirty="0"/>
          </a:p>
          <a:p>
            <a:pPr marL="1371600" lvl="2" indent="-457200" algn="just">
              <a:buFont typeface="+mj-lt"/>
              <a:buAutoNum type="arabicPeriod"/>
            </a:pPr>
            <a:r>
              <a:rPr lang="en-IN" sz="2400" dirty="0"/>
              <a:t>No two queens should be in same row</a:t>
            </a:r>
          </a:p>
          <a:p>
            <a:pPr marL="1371600" lvl="2" indent="-457200" algn="just">
              <a:buFont typeface="+mj-lt"/>
              <a:buAutoNum type="arabicPeriod"/>
            </a:pPr>
            <a:r>
              <a:rPr lang="en-IN" sz="2400" dirty="0"/>
              <a:t>No two queens should be in same column</a:t>
            </a:r>
          </a:p>
          <a:p>
            <a:pPr marL="1371600" lvl="2" indent="-457200" algn="just">
              <a:buFont typeface="+mj-lt"/>
              <a:buAutoNum type="arabicPeriod"/>
            </a:pPr>
            <a:r>
              <a:rPr lang="en-IN" sz="2400" dirty="0"/>
              <a:t>No two queens should be in same diagonal</a:t>
            </a:r>
          </a:p>
        </p:txBody>
      </p:sp>
    </p:spTree>
    <p:extLst>
      <p:ext uri="{BB962C8B-B14F-4D97-AF65-F5344CB8AC3E}">
        <p14:creationId xmlns:p14="http://schemas.microsoft.com/office/powerpoint/2010/main" val="4195694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89FBF1D-3441-08D0-96D3-D4315600747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25230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67CFD9F-B5E5-17C5-4509-82F69CAF09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87871"/>
            <a:ext cx="12192000" cy="5501457"/>
          </a:xfrm>
          <a:prstGeom prst="rect">
            <a:avLst/>
          </a:prstGeom>
        </p:spPr>
      </p:pic>
      <p:sp>
        <p:nvSpPr>
          <p:cNvPr id="9" name="Title 1">
            <a:extLst>
              <a:ext uri="{FF2B5EF4-FFF2-40B4-BE49-F238E27FC236}">
                <a16:creationId xmlns:a16="http://schemas.microsoft.com/office/drawing/2014/main" id="{06C196FC-445B-73BC-2F47-30BA6CE190FB}"/>
              </a:ext>
            </a:extLst>
          </p:cNvPr>
          <p:cNvSpPr>
            <a:spLocks noGrp="1"/>
          </p:cNvSpPr>
          <p:nvPr>
            <p:ph type="title"/>
          </p:nvPr>
        </p:nvSpPr>
        <p:spPr>
          <a:xfrm>
            <a:off x="838200" y="50165"/>
            <a:ext cx="10515600" cy="1325563"/>
          </a:xfrm>
        </p:spPr>
        <p:txBody>
          <a:bodyPr>
            <a:normAutofit/>
          </a:bodyPr>
          <a:lstStyle/>
          <a:p>
            <a:r>
              <a:rPr lang="en-IN" sz="4000" b="1" dirty="0"/>
              <a:t>Backtracking Algorithm: The 4-Queens Problem</a:t>
            </a:r>
            <a:endParaRPr lang="en-IN" sz="4000" dirty="0"/>
          </a:p>
        </p:txBody>
      </p:sp>
    </p:spTree>
    <p:extLst>
      <p:ext uri="{BB962C8B-B14F-4D97-AF65-F5344CB8AC3E}">
        <p14:creationId xmlns:p14="http://schemas.microsoft.com/office/powerpoint/2010/main" val="2168438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55805-B38E-6A99-B14D-09DFFBFAA942}"/>
            </a:ext>
          </a:extLst>
        </p:cNvPr>
        <p:cNvGrpSpPr/>
        <p:nvPr/>
      </p:nvGrpSpPr>
      <p:grpSpPr>
        <a:xfrm>
          <a:off x="0" y="0"/>
          <a:ext cx="0" cy="0"/>
          <a:chOff x="0" y="0"/>
          <a:chExt cx="0" cy="0"/>
        </a:xfrm>
      </p:grpSpPr>
      <p:pic>
        <p:nvPicPr>
          <p:cNvPr id="111" name="Picture 110">
            <a:extLst>
              <a:ext uri="{FF2B5EF4-FFF2-40B4-BE49-F238E27FC236}">
                <a16:creationId xmlns:a16="http://schemas.microsoft.com/office/drawing/2014/main" id="{A862502A-695C-EB48-5FFD-F74F71B108BC}"/>
              </a:ext>
            </a:extLst>
          </p:cNvPr>
          <p:cNvPicPr>
            <a:picLocks noChangeAspect="1"/>
          </p:cNvPicPr>
          <p:nvPr/>
        </p:nvPicPr>
        <p:blipFill>
          <a:blip r:embed="rId2"/>
          <a:stretch>
            <a:fillRect/>
          </a:stretch>
        </p:blipFill>
        <p:spPr>
          <a:xfrm>
            <a:off x="426719" y="142240"/>
            <a:ext cx="10775403" cy="6061164"/>
          </a:xfrm>
          <a:prstGeom prst="rect">
            <a:avLst/>
          </a:prstGeom>
        </p:spPr>
      </p:pic>
      <p:graphicFrame>
        <p:nvGraphicFramePr>
          <p:cNvPr id="112" name="Table 111">
            <a:extLst>
              <a:ext uri="{FF2B5EF4-FFF2-40B4-BE49-F238E27FC236}">
                <a16:creationId xmlns:a16="http://schemas.microsoft.com/office/drawing/2014/main" id="{497B4CB3-8E44-684C-8DB8-038436D8712D}"/>
              </a:ext>
            </a:extLst>
          </p:cNvPr>
          <p:cNvGraphicFramePr>
            <a:graphicFrameLocks noGrp="1"/>
          </p:cNvGraphicFramePr>
          <p:nvPr/>
        </p:nvGraphicFramePr>
        <p:xfrm>
          <a:off x="10007600" y="132080"/>
          <a:ext cx="1696721" cy="1373036"/>
        </p:xfrm>
        <a:graphic>
          <a:graphicData uri="http://schemas.openxmlformats.org/drawingml/2006/table">
            <a:tbl>
              <a:tblPr firstRow="1" bandRow="1">
                <a:tableStyleId>{5940675A-B579-460E-94D1-54222C63F5DA}</a:tableStyleId>
              </a:tblPr>
              <a:tblGrid>
                <a:gridCol w="239288">
                  <a:extLst>
                    <a:ext uri="{9D8B030D-6E8A-4147-A177-3AD203B41FA5}">
                      <a16:colId xmlns:a16="http://schemas.microsoft.com/office/drawing/2014/main" val="2835415117"/>
                    </a:ext>
                  </a:extLst>
                </a:gridCol>
                <a:gridCol w="380021">
                  <a:extLst>
                    <a:ext uri="{9D8B030D-6E8A-4147-A177-3AD203B41FA5}">
                      <a16:colId xmlns:a16="http://schemas.microsoft.com/office/drawing/2014/main" val="1304507083"/>
                    </a:ext>
                  </a:extLst>
                </a:gridCol>
                <a:gridCol w="354462">
                  <a:extLst>
                    <a:ext uri="{9D8B030D-6E8A-4147-A177-3AD203B41FA5}">
                      <a16:colId xmlns:a16="http://schemas.microsoft.com/office/drawing/2014/main" val="719428449"/>
                    </a:ext>
                  </a:extLst>
                </a:gridCol>
                <a:gridCol w="361475">
                  <a:extLst>
                    <a:ext uri="{9D8B030D-6E8A-4147-A177-3AD203B41FA5}">
                      <a16:colId xmlns:a16="http://schemas.microsoft.com/office/drawing/2014/main" val="639983479"/>
                    </a:ext>
                  </a:extLst>
                </a:gridCol>
                <a:gridCol w="361475">
                  <a:extLst>
                    <a:ext uri="{9D8B030D-6E8A-4147-A177-3AD203B41FA5}">
                      <a16:colId xmlns:a16="http://schemas.microsoft.com/office/drawing/2014/main" val="825097739"/>
                    </a:ext>
                  </a:extLst>
                </a:gridCol>
              </a:tblGrid>
              <a:tr h="242404">
                <a:tc>
                  <a:txBody>
                    <a:bodyPr/>
                    <a:lstStyle/>
                    <a:p>
                      <a:pPr algn="ctr"/>
                      <a:endParaRPr lang="en-IN" sz="1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00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2</a:t>
                      </a: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2324315"/>
                  </a:ext>
                </a:extLst>
              </a:tr>
              <a:tr h="282299">
                <a:tc>
                  <a:txBody>
                    <a:bodyPr/>
                    <a:lstStyle/>
                    <a:p>
                      <a:pPr algn="ctr"/>
                      <a:r>
                        <a:rPr lang="en-IN" sz="1000" dirty="0"/>
                        <a:t>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Q1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97796"/>
                  </a:ext>
                </a:extLst>
              </a:tr>
              <a:tr h="282299">
                <a:tc>
                  <a:txBody>
                    <a:bodyPr/>
                    <a:lstStyle/>
                    <a:p>
                      <a:pPr algn="ctr"/>
                      <a:r>
                        <a:rPr lang="en-IN" sz="1000"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000" dirty="0"/>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IN" sz="1000" dirty="0"/>
                        <a:t>-</a:t>
                      </a:r>
                    </a:p>
                  </a:txBody>
                  <a:tcPr anchor="ctr">
                    <a:lnT w="12700" cap="flat" cmpd="sng" algn="ctr">
                      <a:solidFill>
                        <a:schemeClr val="tx1"/>
                      </a:solidFill>
                      <a:prstDash val="solid"/>
                      <a:round/>
                      <a:headEnd type="none" w="med" len="med"/>
                      <a:tailEnd type="none" w="med" len="med"/>
                    </a:lnT>
                  </a:tcPr>
                </a:tc>
                <a:tc>
                  <a:txBody>
                    <a:bodyPr/>
                    <a:lstStyle/>
                    <a:p>
                      <a:pPr algn="ctr"/>
                      <a:r>
                        <a:rPr lang="en-IN" sz="1000" dirty="0"/>
                        <a: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53939358"/>
                  </a:ext>
                </a:extLst>
              </a:tr>
              <a:tr h="282299">
                <a:tc>
                  <a:txBody>
                    <a:bodyPr/>
                    <a:lstStyle/>
                    <a:p>
                      <a:pPr algn="ctr"/>
                      <a:r>
                        <a:rPr lang="en-IN" sz="1000"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tcPr>
                </a:tc>
                <a:tc>
                  <a:txBody>
                    <a:bodyPr/>
                    <a:lstStyle/>
                    <a:p>
                      <a:pPr algn="ctr"/>
                      <a:r>
                        <a:rPr lang="en-IN" sz="1000" dirty="0"/>
                        <a:t>-</a:t>
                      </a:r>
                    </a:p>
                  </a:txBody>
                  <a:tcPr anchor="ctr"/>
                </a:tc>
                <a:tc>
                  <a:txBody>
                    <a:bodyPr/>
                    <a:lstStyle/>
                    <a:p>
                      <a:pPr algn="ctr"/>
                      <a:r>
                        <a:rPr lang="en-IN" sz="1000" dirty="0"/>
                        <a:t>Q3</a:t>
                      </a:r>
                    </a:p>
                  </a:txBody>
                  <a:tcPr anchor="ctr"/>
                </a:tc>
                <a:extLst>
                  <a:ext uri="{0D108BD9-81ED-4DB2-BD59-A6C34878D82A}">
                    <a16:rowId xmlns:a16="http://schemas.microsoft.com/office/drawing/2014/main" val="206229420"/>
                  </a:ext>
                </a:extLst>
              </a:tr>
              <a:tr h="282299">
                <a:tc>
                  <a:txBody>
                    <a:bodyPr/>
                    <a:lstStyle/>
                    <a:p>
                      <a:pPr algn="ctr"/>
                      <a:r>
                        <a:rPr lang="en-IN" sz="1000"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Q4</a:t>
                      </a:r>
                    </a:p>
                  </a:txBody>
                  <a:tcPr anchor="ctr">
                    <a:lnL w="12700" cap="flat" cmpd="sng" algn="ctr">
                      <a:solidFill>
                        <a:schemeClr val="tx1"/>
                      </a:solidFill>
                      <a:prstDash val="solid"/>
                      <a:round/>
                      <a:headEnd type="none" w="med" len="med"/>
                      <a:tailEnd type="none" w="med" len="med"/>
                    </a:lnL>
                  </a:tcPr>
                </a:tc>
                <a:tc>
                  <a:txBody>
                    <a:bodyPr/>
                    <a:lstStyle/>
                    <a:p>
                      <a:pPr algn="ctr"/>
                      <a:r>
                        <a:rPr lang="en-IN" sz="1000" dirty="0"/>
                        <a:t>-</a:t>
                      </a:r>
                    </a:p>
                  </a:txBody>
                  <a:tcPr anchor="ctr"/>
                </a:tc>
                <a:tc>
                  <a:txBody>
                    <a:bodyPr/>
                    <a:lstStyle/>
                    <a:p>
                      <a:pPr algn="ctr"/>
                      <a:r>
                        <a:rPr lang="en-IN" sz="1000" dirty="0"/>
                        <a:t>-</a:t>
                      </a:r>
                    </a:p>
                  </a:txBody>
                  <a:tcPr anchor="ctr"/>
                </a:tc>
                <a:extLst>
                  <a:ext uri="{0D108BD9-81ED-4DB2-BD59-A6C34878D82A}">
                    <a16:rowId xmlns:a16="http://schemas.microsoft.com/office/drawing/2014/main" val="2840274321"/>
                  </a:ext>
                </a:extLst>
              </a:tr>
            </a:tbl>
          </a:graphicData>
        </a:graphic>
      </p:graphicFrame>
      <p:graphicFrame>
        <p:nvGraphicFramePr>
          <p:cNvPr id="113" name="Table 112">
            <a:extLst>
              <a:ext uri="{FF2B5EF4-FFF2-40B4-BE49-F238E27FC236}">
                <a16:creationId xmlns:a16="http://schemas.microsoft.com/office/drawing/2014/main" id="{BBDDC6BA-F2A8-FA3D-6539-5528DF04072D}"/>
              </a:ext>
            </a:extLst>
          </p:cNvPr>
          <p:cNvGraphicFramePr>
            <a:graphicFrameLocks noGrp="1"/>
          </p:cNvGraphicFramePr>
          <p:nvPr/>
        </p:nvGraphicFramePr>
        <p:xfrm>
          <a:off x="7955280" y="172720"/>
          <a:ext cx="1696721" cy="1373036"/>
        </p:xfrm>
        <a:graphic>
          <a:graphicData uri="http://schemas.openxmlformats.org/drawingml/2006/table">
            <a:tbl>
              <a:tblPr firstRow="1" bandRow="1">
                <a:tableStyleId>{5940675A-B579-460E-94D1-54222C63F5DA}</a:tableStyleId>
              </a:tblPr>
              <a:tblGrid>
                <a:gridCol w="239288">
                  <a:extLst>
                    <a:ext uri="{9D8B030D-6E8A-4147-A177-3AD203B41FA5}">
                      <a16:colId xmlns:a16="http://schemas.microsoft.com/office/drawing/2014/main" val="2835415117"/>
                    </a:ext>
                  </a:extLst>
                </a:gridCol>
                <a:gridCol w="380021">
                  <a:extLst>
                    <a:ext uri="{9D8B030D-6E8A-4147-A177-3AD203B41FA5}">
                      <a16:colId xmlns:a16="http://schemas.microsoft.com/office/drawing/2014/main" val="1304507083"/>
                    </a:ext>
                  </a:extLst>
                </a:gridCol>
                <a:gridCol w="354462">
                  <a:extLst>
                    <a:ext uri="{9D8B030D-6E8A-4147-A177-3AD203B41FA5}">
                      <a16:colId xmlns:a16="http://schemas.microsoft.com/office/drawing/2014/main" val="719428449"/>
                    </a:ext>
                  </a:extLst>
                </a:gridCol>
                <a:gridCol w="361475">
                  <a:extLst>
                    <a:ext uri="{9D8B030D-6E8A-4147-A177-3AD203B41FA5}">
                      <a16:colId xmlns:a16="http://schemas.microsoft.com/office/drawing/2014/main" val="639983479"/>
                    </a:ext>
                  </a:extLst>
                </a:gridCol>
                <a:gridCol w="361475">
                  <a:extLst>
                    <a:ext uri="{9D8B030D-6E8A-4147-A177-3AD203B41FA5}">
                      <a16:colId xmlns:a16="http://schemas.microsoft.com/office/drawing/2014/main" val="825097739"/>
                    </a:ext>
                  </a:extLst>
                </a:gridCol>
              </a:tblGrid>
              <a:tr h="242404">
                <a:tc>
                  <a:txBody>
                    <a:bodyPr/>
                    <a:lstStyle/>
                    <a:p>
                      <a:pPr algn="ctr"/>
                      <a:endParaRPr lang="en-IN" sz="1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00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2</a:t>
                      </a: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2324315"/>
                  </a:ext>
                </a:extLst>
              </a:tr>
              <a:tr h="282299">
                <a:tc>
                  <a:txBody>
                    <a:bodyPr/>
                    <a:lstStyle/>
                    <a:p>
                      <a:pPr algn="ctr"/>
                      <a:r>
                        <a:rPr lang="en-IN" sz="1000" dirty="0"/>
                        <a:t>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Q1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97796"/>
                  </a:ext>
                </a:extLst>
              </a:tr>
              <a:tr h="282299">
                <a:tc>
                  <a:txBody>
                    <a:bodyPr/>
                    <a:lstStyle/>
                    <a:p>
                      <a:pPr algn="ctr"/>
                      <a:r>
                        <a:rPr lang="en-IN" sz="1000"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IN" sz="1000" dirty="0"/>
                        <a:t>-</a:t>
                      </a:r>
                    </a:p>
                  </a:txBody>
                  <a:tcPr anchor="ctr">
                    <a:lnT w="12700" cap="flat" cmpd="sng" algn="ctr">
                      <a:solidFill>
                        <a:schemeClr val="tx1"/>
                      </a:solidFill>
                      <a:prstDash val="solid"/>
                      <a:round/>
                      <a:headEnd type="none" w="med" len="med"/>
                      <a:tailEnd type="none" w="med" len="med"/>
                    </a:lnT>
                  </a:tcPr>
                </a:tc>
                <a:tc>
                  <a:txBody>
                    <a:bodyPr/>
                    <a:lstStyle/>
                    <a:p>
                      <a:pPr algn="ctr"/>
                      <a:r>
                        <a:rPr lang="en-IN" sz="1000" dirty="0"/>
                        <a:t>Q2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53939358"/>
                  </a:ext>
                </a:extLst>
              </a:tr>
              <a:tr h="282299">
                <a:tc>
                  <a:txBody>
                    <a:bodyPr/>
                    <a:lstStyle/>
                    <a:p>
                      <a:pPr algn="ctr"/>
                      <a:r>
                        <a:rPr lang="en-IN" sz="1000"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000" dirty="0"/>
                        <a:t>Q3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tcPr>
                </a:tc>
                <a:tc>
                  <a:txBody>
                    <a:bodyPr/>
                    <a:lstStyle/>
                    <a:p>
                      <a:pPr algn="ctr"/>
                      <a:r>
                        <a:rPr lang="en-IN" sz="1000" dirty="0"/>
                        <a:t>-</a:t>
                      </a:r>
                    </a:p>
                  </a:txBody>
                  <a:tcPr anchor="ctr"/>
                </a:tc>
                <a:tc>
                  <a:txBody>
                    <a:bodyPr/>
                    <a:lstStyle/>
                    <a:p>
                      <a:pPr algn="ctr"/>
                      <a:r>
                        <a:rPr lang="en-IN" sz="1000" dirty="0"/>
                        <a:t>-</a:t>
                      </a:r>
                    </a:p>
                  </a:txBody>
                  <a:tcPr anchor="ctr"/>
                </a:tc>
                <a:extLst>
                  <a:ext uri="{0D108BD9-81ED-4DB2-BD59-A6C34878D82A}">
                    <a16:rowId xmlns:a16="http://schemas.microsoft.com/office/drawing/2014/main" val="206229420"/>
                  </a:ext>
                </a:extLst>
              </a:tr>
              <a:tr h="282299">
                <a:tc>
                  <a:txBody>
                    <a:bodyPr/>
                    <a:lstStyle/>
                    <a:p>
                      <a:pPr algn="ctr"/>
                      <a:r>
                        <a:rPr lang="en-IN" sz="1000"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a:t>
                      </a:r>
                    </a:p>
                  </a:txBody>
                  <a:tcPr anchor="ctr">
                    <a:lnL w="12700" cap="flat" cmpd="sng" algn="ctr">
                      <a:solidFill>
                        <a:schemeClr val="tx1"/>
                      </a:solidFill>
                      <a:prstDash val="solid"/>
                      <a:round/>
                      <a:headEnd type="none" w="med" len="med"/>
                      <a:tailEnd type="none" w="med" len="med"/>
                    </a:lnL>
                  </a:tcPr>
                </a:tc>
                <a:tc>
                  <a:txBody>
                    <a:bodyPr/>
                    <a:lstStyle/>
                    <a:p>
                      <a:pPr algn="ctr"/>
                      <a:r>
                        <a:rPr lang="en-IN" sz="1000" dirty="0"/>
                        <a:t>Q4</a:t>
                      </a:r>
                    </a:p>
                  </a:txBody>
                  <a:tcPr anchor="ctr"/>
                </a:tc>
                <a:tc>
                  <a:txBody>
                    <a:bodyPr/>
                    <a:lstStyle/>
                    <a:p>
                      <a:pPr algn="ctr"/>
                      <a:r>
                        <a:rPr lang="en-IN" sz="1000" dirty="0"/>
                        <a:t>-</a:t>
                      </a:r>
                    </a:p>
                  </a:txBody>
                  <a:tcPr anchor="ctr"/>
                </a:tc>
                <a:extLst>
                  <a:ext uri="{0D108BD9-81ED-4DB2-BD59-A6C34878D82A}">
                    <a16:rowId xmlns:a16="http://schemas.microsoft.com/office/drawing/2014/main" val="2840274321"/>
                  </a:ext>
                </a:extLst>
              </a:tr>
            </a:tbl>
          </a:graphicData>
        </a:graphic>
      </p:graphicFrame>
      <p:sp>
        <p:nvSpPr>
          <p:cNvPr id="114" name="TextBox 113">
            <a:extLst>
              <a:ext uri="{FF2B5EF4-FFF2-40B4-BE49-F238E27FC236}">
                <a16:creationId xmlns:a16="http://schemas.microsoft.com/office/drawing/2014/main" id="{275AAB73-9CC2-3528-93B2-7173FE7B121B}"/>
              </a:ext>
            </a:extLst>
          </p:cNvPr>
          <p:cNvSpPr txBox="1"/>
          <p:nvPr/>
        </p:nvSpPr>
        <p:spPr>
          <a:xfrm>
            <a:off x="8546973" y="1524000"/>
            <a:ext cx="829843" cy="577081"/>
          </a:xfrm>
          <a:prstGeom prst="rect">
            <a:avLst/>
          </a:prstGeom>
          <a:noFill/>
        </p:spPr>
        <p:txBody>
          <a:bodyPr wrap="none" rtlCol="0">
            <a:spAutoFit/>
          </a:bodyPr>
          <a:lstStyle/>
          <a:p>
            <a:pPr algn="ctr"/>
            <a:r>
              <a:rPr lang="en-IN" sz="1050" b="1" dirty="0"/>
              <a:t>solution </a:t>
            </a:r>
          </a:p>
          <a:p>
            <a:pPr algn="ctr"/>
            <a:r>
              <a:rPr lang="en-IN" sz="1050" b="1" dirty="0"/>
              <a:t>x[2 4 1 3]</a:t>
            </a:r>
          </a:p>
          <a:p>
            <a:r>
              <a:rPr lang="en-IN" sz="1050" b="1" dirty="0"/>
              <a:t>                 </a:t>
            </a:r>
          </a:p>
        </p:txBody>
      </p:sp>
      <p:sp>
        <p:nvSpPr>
          <p:cNvPr id="115" name="TextBox 114">
            <a:extLst>
              <a:ext uri="{FF2B5EF4-FFF2-40B4-BE49-F238E27FC236}">
                <a16:creationId xmlns:a16="http://schemas.microsoft.com/office/drawing/2014/main" id="{A0C5CBA5-67CF-D713-5894-FFA89BCB283A}"/>
              </a:ext>
            </a:extLst>
          </p:cNvPr>
          <p:cNvSpPr txBox="1"/>
          <p:nvPr/>
        </p:nvSpPr>
        <p:spPr>
          <a:xfrm>
            <a:off x="10645622" y="1493520"/>
            <a:ext cx="716863" cy="577081"/>
          </a:xfrm>
          <a:prstGeom prst="rect">
            <a:avLst/>
          </a:prstGeom>
          <a:noFill/>
        </p:spPr>
        <p:txBody>
          <a:bodyPr wrap="none" rtlCol="0">
            <a:spAutoFit/>
          </a:bodyPr>
          <a:lstStyle/>
          <a:p>
            <a:pPr algn="ctr"/>
            <a:r>
              <a:rPr lang="en-IN" sz="1050" b="1" dirty="0"/>
              <a:t>solution </a:t>
            </a:r>
          </a:p>
          <a:p>
            <a:pPr algn="ctr"/>
            <a:r>
              <a:rPr lang="en-IN" sz="1050" b="1" dirty="0"/>
              <a:t>x[3 1 4 2]</a:t>
            </a:r>
          </a:p>
          <a:p>
            <a:r>
              <a:rPr lang="en-IN" sz="1050" b="1" dirty="0"/>
              <a:t>                 </a:t>
            </a:r>
          </a:p>
        </p:txBody>
      </p:sp>
      <p:sp>
        <p:nvSpPr>
          <p:cNvPr id="3" name="TextBox 2">
            <a:extLst>
              <a:ext uri="{FF2B5EF4-FFF2-40B4-BE49-F238E27FC236}">
                <a16:creationId xmlns:a16="http://schemas.microsoft.com/office/drawing/2014/main" id="{47DD0AB1-4879-05CF-FBC8-9CB239A708A0}"/>
              </a:ext>
            </a:extLst>
          </p:cNvPr>
          <p:cNvSpPr txBox="1"/>
          <p:nvPr/>
        </p:nvSpPr>
        <p:spPr>
          <a:xfrm>
            <a:off x="3199536" y="883642"/>
            <a:ext cx="3018384" cy="461665"/>
          </a:xfrm>
          <a:prstGeom prst="rect">
            <a:avLst/>
          </a:prstGeom>
          <a:noFill/>
        </p:spPr>
        <p:txBody>
          <a:bodyPr wrap="square">
            <a:spAutoFit/>
          </a:bodyPr>
          <a:lstStyle/>
          <a:p>
            <a:r>
              <a:rPr lang="en-IN" sz="2400" b="1" dirty="0">
                <a:latin typeface="+mj-lt"/>
              </a:rPr>
              <a:t>or Permutation tree</a:t>
            </a:r>
          </a:p>
        </p:txBody>
      </p:sp>
    </p:spTree>
    <p:extLst>
      <p:ext uri="{BB962C8B-B14F-4D97-AF65-F5344CB8AC3E}">
        <p14:creationId xmlns:p14="http://schemas.microsoft.com/office/powerpoint/2010/main" val="3521695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68500-5E9E-3AA5-AA26-F310B8895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7487E-3C36-A554-043D-B6D72B4C9E07}"/>
              </a:ext>
            </a:extLst>
          </p:cNvPr>
          <p:cNvSpPr>
            <a:spLocks noGrp="1"/>
          </p:cNvSpPr>
          <p:nvPr>
            <p:ph type="title"/>
          </p:nvPr>
        </p:nvSpPr>
        <p:spPr>
          <a:xfrm>
            <a:off x="563880" y="304165"/>
            <a:ext cx="10515600" cy="417195"/>
          </a:xfrm>
        </p:spPr>
        <p:txBody>
          <a:bodyPr>
            <a:noAutofit/>
          </a:bodyPr>
          <a:lstStyle/>
          <a:p>
            <a:r>
              <a:rPr lang="en-IN" sz="3600" b="1" dirty="0"/>
              <a:t>Backtracking Algorithm: The 4-Queens Problem</a:t>
            </a:r>
            <a:endParaRPr lang="en-IN" sz="3600" dirty="0"/>
          </a:p>
        </p:txBody>
      </p:sp>
      <p:graphicFrame>
        <p:nvGraphicFramePr>
          <p:cNvPr id="3" name="Table 2">
            <a:extLst>
              <a:ext uri="{FF2B5EF4-FFF2-40B4-BE49-F238E27FC236}">
                <a16:creationId xmlns:a16="http://schemas.microsoft.com/office/drawing/2014/main" id="{29C9AAC4-39E2-A60E-FA48-470AFA7D0C2B}"/>
              </a:ext>
            </a:extLst>
          </p:cNvPr>
          <p:cNvGraphicFramePr>
            <a:graphicFrameLocks noGrp="1"/>
          </p:cNvGraphicFramePr>
          <p:nvPr>
            <p:extLst>
              <p:ext uri="{D42A27DB-BD31-4B8C-83A1-F6EECF244321}">
                <p14:modId xmlns:p14="http://schemas.microsoft.com/office/powerpoint/2010/main" val="1172076095"/>
              </p:ext>
            </p:extLst>
          </p:nvPr>
        </p:nvGraphicFramePr>
        <p:xfrm>
          <a:off x="5740401" y="792481"/>
          <a:ext cx="3048000" cy="2129010"/>
        </p:xfrm>
        <a:graphic>
          <a:graphicData uri="http://schemas.openxmlformats.org/drawingml/2006/table">
            <a:tbl>
              <a:tblPr firstRow="1" bandRow="1">
                <a:tableStyleId>{5940675A-B579-460E-94D1-54222C63F5DA}</a:tableStyleId>
              </a:tblPr>
              <a:tblGrid>
                <a:gridCol w="351353">
                  <a:extLst>
                    <a:ext uri="{9D8B030D-6E8A-4147-A177-3AD203B41FA5}">
                      <a16:colId xmlns:a16="http://schemas.microsoft.com/office/drawing/2014/main" val="2835415117"/>
                    </a:ext>
                  </a:extLst>
                </a:gridCol>
                <a:gridCol w="703141">
                  <a:extLst>
                    <a:ext uri="{9D8B030D-6E8A-4147-A177-3AD203B41FA5}">
                      <a16:colId xmlns:a16="http://schemas.microsoft.com/office/drawing/2014/main" val="1304507083"/>
                    </a:ext>
                  </a:extLst>
                </a:gridCol>
                <a:gridCol w="655852">
                  <a:extLst>
                    <a:ext uri="{9D8B030D-6E8A-4147-A177-3AD203B41FA5}">
                      <a16:colId xmlns:a16="http://schemas.microsoft.com/office/drawing/2014/main" val="719428449"/>
                    </a:ext>
                  </a:extLst>
                </a:gridCol>
                <a:gridCol w="668827">
                  <a:extLst>
                    <a:ext uri="{9D8B030D-6E8A-4147-A177-3AD203B41FA5}">
                      <a16:colId xmlns:a16="http://schemas.microsoft.com/office/drawing/2014/main" val="639983479"/>
                    </a:ext>
                  </a:extLst>
                </a:gridCol>
                <a:gridCol w="668827">
                  <a:extLst>
                    <a:ext uri="{9D8B030D-6E8A-4147-A177-3AD203B41FA5}">
                      <a16:colId xmlns:a16="http://schemas.microsoft.com/office/drawing/2014/main" val="825097739"/>
                    </a:ext>
                  </a:extLst>
                </a:gridCol>
              </a:tblGrid>
              <a:tr h="497839">
                <a:tc>
                  <a:txBody>
                    <a:bodyPr/>
                    <a:lstStyle/>
                    <a:p>
                      <a:pPr algn="ctr"/>
                      <a:endParaRPr lang="en-IN"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2</a:t>
                      </a: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2324315"/>
                  </a:ext>
                </a:extLst>
              </a:tr>
              <a:tr h="436880">
                <a:tc>
                  <a:txBody>
                    <a:bodyPr/>
                    <a:lstStyle/>
                    <a:p>
                      <a:pPr algn="ctr"/>
                      <a:r>
                        <a:rPr lang="en-IN" dirty="0"/>
                        <a:t>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97796"/>
                  </a:ext>
                </a:extLst>
              </a:tr>
              <a:tr h="398097">
                <a:tc>
                  <a:txBody>
                    <a:bodyPr/>
                    <a:lstStyle/>
                    <a:p>
                      <a:pPr algn="ctr"/>
                      <a:r>
                        <a:rPr lang="en-IN"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IN" dirty="0"/>
                        <a:t>Q2</a:t>
                      </a:r>
                    </a:p>
                  </a:txBody>
                  <a:tcPr anchor="ctr">
                    <a:lnT w="12700" cap="flat" cmpd="sng" algn="ctr">
                      <a:solidFill>
                        <a:schemeClr val="tx1"/>
                      </a:solidFill>
                      <a:prstDash val="solid"/>
                      <a:round/>
                      <a:headEnd type="none" w="med" len="med"/>
                      <a:tailEnd type="none" w="med" len="med"/>
                    </a:lnT>
                  </a:tcPr>
                </a:tc>
                <a:tc>
                  <a:txBody>
                    <a:bodyPr/>
                    <a:lstStyle/>
                    <a:p>
                      <a:pPr algn="ctr"/>
                      <a:r>
                        <a:rPr lang="en-IN" dirty="0"/>
                        <a:t>Q2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53939358"/>
                  </a:ext>
                </a:extLst>
              </a:tr>
              <a:tr h="398097">
                <a:tc>
                  <a:txBody>
                    <a:bodyPr/>
                    <a:lstStyle/>
                    <a:p>
                      <a:pPr algn="ctr"/>
                      <a:r>
                        <a:rPr lang="en-IN"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Q3</a:t>
                      </a:r>
                    </a:p>
                  </a:txBody>
                  <a:tcPr anchor="ctr">
                    <a:lnL w="12700" cap="flat" cmpd="sng" algn="ctr">
                      <a:solidFill>
                        <a:schemeClr val="tx1"/>
                      </a:solidFill>
                      <a:prstDash val="solid"/>
                      <a:round/>
                      <a:headEnd type="none" w="med" len="med"/>
                      <a:tailEnd type="none" w="med" len="med"/>
                    </a:lnL>
                  </a:tcPr>
                </a:tc>
                <a:tc>
                  <a:txBody>
                    <a:bodyPr/>
                    <a:lstStyle/>
                    <a:p>
                      <a:pPr algn="ctr"/>
                      <a:r>
                        <a:rPr lang="en-IN" dirty="0"/>
                        <a:t>Q3</a:t>
                      </a:r>
                    </a:p>
                  </a:txBody>
                  <a:tcPr anchor="ctr"/>
                </a:tc>
                <a:tc>
                  <a:txBody>
                    <a:bodyPr/>
                    <a:lstStyle/>
                    <a:p>
                      <a:pPr algn="ctr"/>
                      <a:endParaRPr lang="en-IN" dirty="0"/>
                    </a:p>
                  </a:txBody>
                  <a:tcPr anchor="ctr"/>
                </a:tc>
                <a:extLst>
                  <a:ext uri="{0D108BD9-81ED-4DB2-BD59-A6C34878D82A}">
                    <a16:rowId xmlns:a16="http://schemas.microsoft.com/office/drawing/2014/main" val="206229420"/>
                  </a:ext>
                </a:extLst>
              </a:tr>
              <a:tr h="398097">
                <a:tc>
                  <a:txBody>
                    <a:bodyPr/>
                    <a:lstStyle/>
                    <a:p>
                      <a:pPr algn="ctr"/>
                      <a:r>
                        <a:rPr lang="en-IN"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Q4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Q4</a:t>
                      </a:r>
                    </a:p>
                  </a:txBody>
                  <a:tcPr anchor="ctr">
                    <a:lnL w="12700" cap="flat" cmpd="sng" algn="ctr">
                      <a:solidFill>
                        <a:schemeClr val="tx1"/>
                      </a:solidFill>
                      <a:prstDash val="solid"/>
                      <a:round/>
                      <a:headEnd type="none" w="med" len="med"/>
                      <a:tailEnd type="none" w="med" len="med"/>
                    </a:lnL>
                  </a:tcPr>
                </a:tc>
                <a:tc>
                  <a:txBody>
                    <a:bodyPr/>
                    <a:lstStyle/>
                    <a:p>
                      <a:pPr algn="ctr"/>
                      <a:endParaRPr lang="en-IN" dirty="0"/>
                    </a:p>
                  </a:txBody>
                  <a:tcPr anchor="ctr"/>
                </a:tc>
                <a:tc>
                  <a:txBody>
                    <a:bodyPr/>
                    <a:lstStyle/>
                    <a:p>
                      <a:pPr algn="ctr"/>
                      <a:endParaRPr lang="en-IN" dirty="0"/>
                    </a:p>
                  </a:txBody>
                  <a:tcPr anchor="ctr"/>
                </a:tc>
                <a:extLst>
                  <a:ext uri="{0D108BD9-81ED-4DB2-BD59-A6C34878D82A}">
                    <a16:rowId xmlns:a16="http://schemas.microsoft.com/office/drawing/2014/main" val="2840274321"/>
                  </a:ext>
                </a:extLst>
              </a:tr>
            </a:tbl>
          </a:graphicData>
        </a:graphic>
      </p:graphicFrame>
      <p:graphicFrame>
        <p:nvGraphicFramePr>
          <p:cNvPr id="5" name="Table 4">
            <a:extLst>
              <a:ext uri="{FF2B5EF4-FFF2-40B4-BE49-F238E27FC236}">
                <a16:creationId xmlns:a16="http://schemas.microsoft.com/office/drawing/2014/main" id="{88C9276D-F5AC-BD07-1E4D-69DA42D59633}"/>
              </a:ext>
            </a:extLst>
          </p:cNvPr>
          <p:cNvGraphicFramePr>
            <a:graphicFrameLocks noGrp="1"/>
          </p:cNvGraphicFramePr>
          <p:nvPr>
            <p:extLst>
              <p:ext uri="{D42A27DB-BD31-4B8C-83A1-F6EECF244321}">
                <p14:modId xmlns:p14="http://schemas.microsoft.com/office/powerpoint/2010/main" val="4038211111"/>
              </p:ext>
            </p:extLst>
          </p:nvPr>
        </p:nvGraphicFramePr>
        <p:xfrm>
          <a:off x="2194560" y="888052"/>
          <a:ext cx="2921002" cy="1966871"/>
        </p:xfrm>
        <a:graphic>
          <a:graphicData uri="http://schemas.openxmlformats.org/drawingml/2006/table">
            <a:tbl>
              <a:tblPr firstRow="1" bandRow="1">
                <a:tableStyleId>{5940675A-B579-460E-94D1-54222C63F5DA}</a:tableStyleId>
              </a:tblPr>
              <a:tblGrid>
                <a:gridCol w="336714">
                  <a:extLst>
                    <a:ext uri="{9D8B030D-6E8A-4147-A177-3AD203B41FA5}">
                      <a16:colId xmlns:a16="http://schemas.microsoft.com/office/drawing/2014/main" val="2835415117"/>
                    </a:ext>
                  </a:extLst>
                </a:gridCol>
                <a:gridCol w="673844">
                  <a:extLst>
                    <a:ext uri="{9D8B030D-6E8A-4147-A177-3AD203B41FA5}">
                      <a16:colId xmlns:a16="http://schemas.microsoft.com/office/drawing/2014/main" val="1304507083"/>
                    </a:ext>
                  </a:extLst>
                </a:gridCol>
                <a:gridCol w="628526">
                  <a:extLst>
                    <a:ext uri="{9D8B030D-6E8A-4147-A177-3AD203B41FA5}">
                      <a16:colId xmlns:a16="http://schemas.microsoft.com/office/drawing/2014/main" val="719428449"/>
                    </a:ext>
                  </a:extLst>
                </a:gridCol>
                <a:gridCol w="640959">
                  <a:extLst>
                    <a:ext uri="{9D8B030D-6E8A-4147-A177-3AD203B41FA5}">
                      <a16:colId xmlns:a16="http://schemas.microsoft.com/office/drawing/2014/main" val="639983479"/>
                    </a:ext>
                  </a:extLst>
                </a:gridCol>
                <a:gridCol w="640959">
                  <a:extLst>
                    <a:ext uri="{9D8B030D-6E8A-4147-A177-3AD203B41FA5}">
                      <a16:colId xmlns:a16="http://schemas.microsoft.com/office/drawing/2014/main" val="825097739"/>
                    </a:ext>
                  </a:extLst>
                </a:gridCol>
              </a:tblGrid>
              <a:tr h="382681">
                <a:tc>
                  <a:txBody>
                    <a:bodyPr/>
                    <a:lstStyle/>
                    <a:p>
                      <a:pPr algn="ctr"/>
                      <a:endParaRPr lang="en-IN"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2</a:t>
                      </a: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2324315"/>
                  </a:ext>
                </a:extLst>
              </a:tr>
              <a:tr h="436147">
                <a:tc>
                  <a:txBody>
                    <a:bodyPr/>
                    <a:lstStyle/>
                    <a:p>
                      <a:pPr algn="ctr"/>
                      <a:r>
                        <a:rPr lang="en-IN" dirty="0"/>
                        <a:t>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Q1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97796"/>
                  </a:ext>
                </a:extLst>
              </a:tr>
              <a:tr h="382681">
                <a:tc>
                  <a:txBody>
                    <a:bodyPr/>
                    <a:lstStyle/>
                    <a:p>
                      <a:pPr algn="ctr"/>
                      <a:r>
                        <a:rPr lang="en-IN"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Q2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Q2</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IN" dirty="0"/>
                    </a:p>
                  </a:txBody>
                  <a:tcPr anchor="ctr">
                    <a:lnT w="12700" cap="flat" cmpd="sng" algn="ctr">
                      <a:solidFill>
                        <a:schemeClr val="tx1"/>
                      </a:solidFill>
                      <a:prstDash val="solid"/>
                      <a:round/>
                      <a:headEnd type="none" w="med" len="med"/>
                      <a:tailEnd type="none" w="med" len="med"/>
                    </a:lnT>
                  </a:tcPr>
                </a:tc>
                <a:tc>
                  <a:txBody>
                    <a:bodyPr/>
                    <a:lstStyle/>
                    <a:p>
                      <a:pPr algn="ctr"/>
                      <a:endParaRPr lang="en-IN"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53939358"/>
                  </a:ext>
                </a:extLst>
              </a:tr>
              <a:tr h="382681">
                <a:tc>
                  <a:txBody>
                    <a:bodyPr/>
                    <a:lstStyle/>
                    <a:p>
                      <a:pPr algn="ctr"/>
                      <a:r>
                        <a:rPr lang="en-IN"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Q3</a:t>
                      </a:r>
                    </a:p>
                  </a:txBody>
                  <a:tcPr anchor="ctr">
                    <a:lnL w="12700" cap="flat" cmpd="sng" algn="ctr">
                      <a:solidFill>
                        <a:schemeClr val="tx1"/>
                      </a:solidFill>
                      <a:prstDash val="solid"/>
                      <a:round/>
                      <a:headEnd type="none" w="med" len="med"/>
                      <a:tailEnd type="none" w="med" len="med"/>
                    </a:lnL>
                  </a:tcPr>
                </a:tc>
                <a:tc>
                  <a:txBody>
                    <a:bodyPr/>
                    <a:lstStyle/>
                    <a:p>
                      <a:pPr algn="ctr"/>
                      <a:r>
                        <a:rPr lang="en-IN" dirty="0"/>
                        <a:t>Q3</a:t>
                      </a:r>
                    </a:p>
                  </a:txBody>
                  <a:tcPr anchor="ctr"/>
                </a:tc>
                <a:tc>
                  <a:txBody>
                    <a:bodyPr/>
                    <a:lstStyle/>
                    <a:p>
                      <a:pPr algn="ctr"/>
                      <a:endParaRPr lang="en-IN" dirty="0"/>
                    </a:p>
                  </a:txBody>
                  <a:tcPr anchor="ctr"/>
                </a:tc>
                <a:extLst>
                  <a:ext uri="{0D108BD9-81ED-4DB2-BD59-A6C34878D82A}">
                    <a16:rowId xmlns:a16="http://schemas.microsoft.com/office/drawing/2014/main" val="206229420"/>
                  </a:ext>
                </a:extLst>
              </a:tr>
              <a:tr h="382681">
                <a:tc>
                  <a:txBody>
                    <a:bodyPr/>
                    <a:lstStyle/>
                    <a:p>
                      <a:pPr algn="ctr"/>
                      <a:r>
                        <a:rPr lang="en-IN"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tcPr>
                </a:tc>
                <a:tc>
                  <a:txBody>
                    <a:bodyPr/>
                    <a:lstStyle/>
                    <a:p>
                      <a:pPr algn="ctr"/>
                      <a:r>
                        <a:rPr lang="en-IN" dirty="0"/>
                        <a:t>Q4</a:t>
                      </a:r>
                    </a:p>
                  </a:txBody>
                  <a:tcPr anchor="ctr"/>
                </a:tc>
                <a:tc>
                  <a:txBody>
                    <a:bodyPr/>
                    <a:lstStyle/>
                    <a:p>
                      <a:pPr algn="ctr"/>
                      <a:endParaRPr lang="en-IN" dirty="0"/>
                    </a:p>
                  </a:txBody>
                  <a:tcPr anchor="ctr"/>
                </a:tc>
                <a:extLst>
                  <a:ext uri="{0D108BD9-81ED-4DB2-BD59-A6C34878D82A}">
                    <a16:rowId xmlns:a16="http://schemas.microsoft.com/office/drawing/2014/main" val="2840274321"/>
                  </a:ext>
                </a:extLst>
              </a:tr>
            </a:tbl>
          </a:graphicData>
        </a:graphic>
      </p:graphicFrame>
      <p:cxnSp>
        <p:nvCxnSpPr>
          <p:cNvPr id="9" name="Straight Connector 8">
            <a:extLst>
              <a:ext uri="{FF2B5EF4-FFF2-40B4-BE49-F238E27FC236}">
                <a16:creationId xmlns:a16="http://schemas.microsoft.com/office/drawing/2014/main" id="{BDE77266-08D1-D485-202C-81189F24F056}"/>
              </a:ext>
            </a:extLst>
          </p:cNvPr>
          <p:cNvCxnSpPr>
            <a:cxnSpLocks/>
          </p:cNvCxnSpPr>
          <p:nvPr/>
        </p:nvCxnSpPr>
        <p:spPr>
          <a:xfrm>
            <a:off x="2712720" y="1371600"/>
            <a:ext cx="1696720" cy="109728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FA792F38-D806-C0B6-201A-E131AEC06DE7}"/>
              </a:ext>
            </a:extLst>
          </p:cNvPr>
          <p:cNvCxnSpPr>
            <a:cxnSpLocks/>
          </p:cNvCxnSpPr>
          <p:nvPr/>
        </p:nvCxnSpPr>
        <p:spPr>
          <a:xfrm>
            <a:off x="2743200" y="1856264"/>
            <a:ext cx="1615440" cy="968216"/>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150023C0-1B92-37C7-C043-028E8F99B73C}"/>
              </a:ext>
            </a:extLst>
          </p:cNvPr>
          <p:cNvSpPr txBox="1"/>
          <p:nvPr/>
        </p:nvSpPr>
        <p:spPr>
          <a:xfrm>
            <a:off x="2377440" y="3088640"/>
            <a:ext cx="6644636" cy="3477875"/>
          </a:xfrm>
          <a:prstGeom prst="rect">
            <a:avLst/>
          </a:prstGeom>
          <a:noFill/>
          <a:ln>
            <a:solidFill>
              <a:schemeClr val="accent1"/>
            </a:solidFill>
          </a:ln>
        </p:spPr>
        <p:txBody>
          <a:bodyPr wrap="square" rtlCol="0">
            <a:spAutoFit/>
          </a:bodyPr>
          <a:lstStyle/>
          <a:p>
            <a:pPr algn="ctr"/>
            <a:r>
              <a:rPr lang="en-IN" sz="2000" b="1" dirty="0"/>
              <a:t>Check for two queens can not be in same diagonal</a:t>
            </a:r>
          </a:p>
          <a:p>
            <a:r>
              <a:rPr lang="en-IN" sz="2000" dirty="0"/>
              <a:t>(1,1) (2,2) (3,3)                               (2,4) (3,3) (4,2)                                           </a:t>
            </a:r>
          </a:p>
          <a:p>
            <a:r>
              <a:rPr lang="en-IN" sz="2000" dirty="0"/>
              <a:t>(2,1) (3,2) (4,3)                               (2,3) (3,2) (4,1)</a:t>
            </a:r>
          </a:p>
          <a:p>
            <a:r>
              <a:rPr lang="en-IN" sz="2000" dirty="0"/>
              <a:t>Lets consider any two points       Lets consider any two points</a:t>
            </a:r>
          </a:p>
          <a:p>
            <a:r>
              <a:rPr lang="en-IN" sz="2000" dirty="0"/>
              <a:t>(3,2) </a:t>
            </a:r>
            <a:r>
              <a:rPr lang="en-IN" sz="2000" dirty="0">
                <a:sym typeface="Wingdings" panose="05000000000000000000" pitchFamily="2" charset="2"/>
              </a:rPr>
              <a:t> (</a:t>
            </a:r>
            <a:r>
              <a:rPr lang="en-IN" sz="2000" dirty="0" err="1">
                <a:sym typeface="Wingdings" panose="05000000000000000000" pitchFamily="2" charset="2"/>
              </a:rPr>
              <a:t>i,j</a:t>
            </a:r>
            <a:r>
              <a:rPr lang="en-IN" sz="2000" dirty="0">
                <a:sym typeface="Wingdings" panose="05000000000000000000" pitchFamily="2" charset="2"/>
              </a:rPr>
              <a:t>)                                     (3,3)  (</a:t>
            </a:r>
            <a:r>
              <a:rPr lang="en-IN" sz="2000" dirty="0" err="1">
                <a:sym typeface="Wingdings" panose="05000000000000000000" pitchFamily="2" charset="2"/>
              </a:rPr>
              <a:t>i,j</a:t>
            </a:r>
            <a:r>
              <a:rPr lang="en-IN" sz="2000" dirty="0">
                <a:sym typeface="Wingdings" panose="05000000000000000000" pitchFamily="2" charset="2"/>
              </a:rPr>
              <a:t>)</a:t>
            </a:r>
          </a:p>
          <a:p>
            <a:r>
              <a:rPr lang="en-IN" sz="2000" dirty="0"/>
              <a:t>(4,3) </a:t>
            </a:r>
            <a:r>
              <a:rPr lang="en-IN" sz="2000" dirty="0">
                <a:sym typeface="Wingdings" panose="05000000000000000000" pitchFamily="2" charset="2"/>
              </a:rPr>
              <a:t> (</a:t>
            </a:r>
            <a:r>
              <a:rPr lang="en-IN" sz="2000" dirty="0" err="1">
                <a:sym typeface="Wingdings" panose="05000000000000000000" pitchFamily="2" charset="2"/>
              </a:rPr>
              <a:t>k,l</a:t>
            </a:r>
            <a:r>
              <a:rPr lang="en-IN" sz="2000" dirty="0">
                <a:sym typeface="Wingdings" panose="05000000000000000000" pitchFamily="2" charset="2"/>
              </a:rPr>
              <a:t>)                                    (4,2)  (</a:t>
            </a:r>
            <a:r>
              <a:rPr lang="en-IN" sz="2000" dirty="0" err="1">
                <a:sym typeface="Wingdings" panose="05000000000000000000" pitchFamily="2" charset="2"/>
              </a:rPr>
              <a:t>k,l</a:t>
            </a:r>
            <a:r>
              <a:rPr lang="en-IN" sz="2000" dirty="0">
                <a:sym typeface="Wingdings" panose="05000000000000000000" pitchFamily="2" charset="2"/>
              </a:rPr>
              <a:t>)</a:t>
            </a:r>
          </a:p>
          <a:p>
            <a:r>
              <a:rPr lang="en-IN" sz="2000" dirty="0" err="1"/>
              <a:t>i</a:t>
            </a:r>
            <a:r>
              <a:rPr lang="en-IN" sz="2000" dirty="0"/>
              <a:t>-j = k-l                                              </a:t>
            </a:r>
            <a:r>
              <a:rPr lang="en-IN" sz="2000" dirty="0" err="1"/>
              <a:t>i+j</a:t>
            </a:r>
            <a:r>
              <a:rPr lang="en-IN" sz="2000" dirty="0"/>
              <a:t> = </a:t>
            </a:r>
            <a:r>
              <a:rPr lang="en-IN" sz="2000" dirty="0" err="1"/>
              <a:t>k+l</a:t>
            </a:r>
            <a:endParaRPr lang="en-IN" sz="2000" dirty="0"/>
          </a:p>
          <a:p>
            <a:r>
              <a:rPr lang="en-IN" sz="2000" dirty="0"/>
              <a:t>3-2 = 4-3                                          3+3  = 4+2</a:t>
            </a:r>
          </a:p>
          <a:p>
            <a:r>
              <a:rPr lang="en-IN" sz="2000" dirty="0"/>
              <a:t>1  =  1                                                6   =  6</a:t>
            </a:r>
          </a:p>
          <a:p>
            <a:r>
              <a:rPr lang="en-IN" sz="2000" dirty="0"/>
              <a:t>J-l = </a:t>
            </a:r>
            <a:r>
              <a:rPr lang="en-IN" sz="2000" dirty="0" err="1"/>
              <a:t>i</a:t>
            </a:r>
            <a:r>
              <a:rPr lang="en-IN" sz="2000" dirty="0"/>
              <a:t>-k                                             j-l = k-</a:t>
            </a:r>
            <a:r>
              <a:rPr lang="en-IN" sz="2000" dirty="0" err="1"/>
              <a:t>i</a:t>
            </a:r>
            <a:endParaRPr lang="en-IN" sz="2000" dirty="0"/>
          </a:p>
          <a:p>
            <a:r>
              <a:rPr lang="en-IN" sz="2000" dirty="0"/>
              <a:t>                            (abs(j- l) == abs(k - </a:t>
            </a:r>
            <a:r>
              <a:rPr lang="en-IN" sz="2000" dirty="0" err="1"/>
              <a:t>i</a:t>
            </a:r>
            <a:r>
              <a:rPr lang="en-IN" sz="2000" dirty="0"/>
              <a:t>)))</a:t>
            </a:r>
          </a:p>
        </p:txBody>
      </p:sp>
      <p:cxnSp>
        <p:nvCxnSpPr>
          <p:cNvPr id="15" name="Straight Connector 14">
            <a:extLst>
              <a:ext uri="{FF2B5EF4-FFF2-40B4-BE49-F238E27FC236}">
                <a16:creationId xmlns:a16="http://schemas.microsoft.com/office/drawing/2014/main" id="{CA4FC38D-481C-7712-8EC7-F91BD0F6F5C9}"/>
              </a:ext>
            </a:extLst>
          </p:cNvPr>
          <p:cNvCxnSpPr>
            <a:cxnSpLocks/>
          </p:cNvCxnSpPr>
          <p:nvPr/>
        </p:nvCxnSpPr>
        <p:spPr>
          <a:xfrm flipH="1">
            <a:off x="7132320" y="1876584"/>
            <a:ext cx="1300480" cy="846296"/>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C2D7051C-C42F-32CE-3A0B-90BAE47BBD2E}"/>
              </a:ext>
            </a:extLst>
          </p:cNvPr>
          <p:cNvCxnSpPr>
            <a:cxnSpLocks/>
          </p:cNvCxnSpPr>
          <p:nvPr/>
        </p:nvCxnSpPr>
        <p:spPr>
          <a:xfrm>
            <a:off x="5537200" y="3464560"/>
            <a:ext cx="0" cy="2733040"/>
          </a:xfrm>
          <a:prstGeom prst="line">
            <a:avLst/>
          </a:prstGeom>
          <a:ln w="1270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8DC4E05A-B042-EACD-1492-9A0B3FD1A33F}"/>
              </a:ext>
            </a:extLst>
          </p:cNvPr>
          <p:cNvCxnSpPr>
            <a:cxnSpLocks/>
          </p:cNvCxnSpPr>
          <p:nvPr/>
        </p:nvCxnSpPr>
        <p:spPr>
          <a:xfrm flipH="1">
            <a:off x="6482080" y="1876584"/>
            <a:ext cx="1300480" cy="846296"/>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C128879F-06AD-804C-ACED-97F454C5F837}"/>
              </a:ext>
            </a:extLst>
          </p:cNvPr>
          <p:cNvCxnSpPr>
            <a:cxnSpLocks/>
          </p:cNvCxnSpPr>
          <p:nvPr/>
        </p:nvCxnSpPr>
        <p:spPr>
          <a:xfrm>
            <a:off x="5547360" y="1016000"/>
            <a:ext cx="0" cy="195072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00510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AC62B-31A4-185A-1899-6780214EF0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4F4E9-3370-073C-8373-DD2017578C50}"/>
              </a:ext>
            </a:extLst>
          </p:cNvPr>
          <p:cNvSpPr>
            <a:spLocks noGrp="1"/>
          </p:cNvSpPr>
          <p:nvPr>
            <p:ph type="title"/>
          </p:nvPr>
        </p:nvSpPr>
        <p:spPr>
          <a:xfrm>
            <a:off x="563880" y="304165"/>
            <a:ext cx="10515600" cy="417195"/>
          </a:xfrm>
        </p:spPr>
        <p:txBody>
          <a:bodyPr>
            <a:noAutofit/>
          </a:bodyPr>
          <a:lstStyle/>
          <a:p>
            <a:r>
              <a:rPr lang="en-IN" sz="3600" b="1" dirty="0"/>
              <a:t>Backtracking Algorithm: The 4-Queens Problem</a:t>
            </a:r>
            <a:endParaRPr lang="en-IN" sz="3600" dirty="0"/>
          </a:p>
        </p:txBody>
      </p:sp>
      <p:sp>
        <p:nvSpPr>
          <p:cNvPr id="6" name="TextBox 5">
            <a:extLst>
              <a:ext uri="{FF2B5EF4-FFF2-40B4-BE49-F238E27FC236}">
                <a16:creationId xmlns:a16="http://schemas.microsoft.com/office/drawing/2014/main" id="{1721D700-00D8-2AAD-F413-76D932C2C4C5}"/>
              </a:ext>
            </a:extLst>
          </p:cNvPr>
          <p:cNvSpPr txBox="1"/>
          <p:nvPr/>
        </p:nvSpPr>
        <p:spPr>
          <a:xfrm>
            <a:off x="508000" y="3949558"/>
            <a:ext cx="3149600" cy="2002728"/>
          </a:xfrm>
          <a:prstGeom prst="rect">
            <a:avLst/>
          </a:prstGeom>
          <a:noFill/>
          <a:ln>
            <a:solidFill>
              <a:schemeClr val="accent1"/>
            </a:solidFill>
          </a:ln>
        </p:spPr>
        <p:txBody>
          <a:bodyPr wrap="square">
            <a:spAutoFit/>
          </a:bodyPr>
          <a:lstStyle/>
          <a:p>
            <a:pPr>
              <a:lnSpc>
                <a:spcPct val="150000"/>
              </a:lnSpc>
            </a:pPr>
            <a:r>
              <a:rPr lang="en-IN" sz="1200" b="1" dirty="0"/>
              <a:t>// Algorithm : Can a new queen be placed?</a:t>
            </a:r>
          </a:p>
          <a:p>
            <a:pPr>
              <a:lnSpc>
                <a:spcPct val="150000"/>
              </a:lnSpc>
            </a:pPr>
            <a:r>
              <a:rPr lang="en-IN" sz="1200" dirty="0"/>
              <a:t>Place(</a:t>
            </a:r>
            <a:r>
              <a:rPr lang="en-IN" sz="1200" dirty="0" err="1"/>
              <a:t>k,i</a:t>
            </a:r>
            <a:r>
              <a:rPr lang="en-IN" sz="1200" dirty="0"/>
              <a:t>) </a:t>
            </a:r>
          </a:p>
          <a:p>
            <a:pPr>
              <a:lnSpc>
                <a:spcPct val="150000"/>
              </a:lnSpc>
            </a:pPr>
            <a:r>
              <a:rPr lang="en-IN" sz="1200" dirty="0"/>
              <a:t>    for (j = 1 to  k - 1) do</a:t>
            </a:r>
          </a:p>
          <a:p>
            <a:pPr>
              <a:lnSpc>
                <a:spcPct val="150000"/>
              </a:lnSpc>
            </a:pPr>
            <a:r>
              <a:rPr lang="en-IN" sz="1200" dirty="0"/>
              <a:t>        // Check if same column or same diagonal</a:t>
            </a:r>
          </a:p>
          <a:p>
            <a:pPr>
              <a:lnSpc>
                <a:spcPct val="150000"/>
              </a:lnSpc>
            </a:pPr>
            <a:r>
              <a:rPr lang="en-IN" sz="1200" dirty="0"/>
              <a:t>        if ((x[j] == </a:t>
            </a:r>
            <a:r>
              <a:rPr lang="en-IN" sz="1200" dirty="0" err="1"/>
              <a:t>i</a:t>
            </a:r>
            <a:r>
              <a:rPr lang="en-IN" sz="1200" dirty="0"/>
              <a:t>) || (abs(x[j] - </a:t>
            </a:r>
            <a:r>
              <a:rPr lang="en-IN" sz="1200" dirty="0" err="1"/>
              <a:t>i</a:t>
            </a:r>
            <a:r>
              <a:rPr lang="en-IN" sz="1200" dirty="0"/>
              <a:t>) == abs(j - k))) </a:t>
            </a:r>
          </a:p>
          <a:p>
            <a:pPr>
              <a:lnSpc>
                <a:spcPct val="150000"/>
              </a:lnSpc>
            </a:pPr>
            <a:r>
              <a:rPr lang="en-IN" sz="1200" dirty="0"/>
              <a:t>            return false; </a:t>
            </a:r>
          </a:p>
          <a:p>
            <a:pPr>
              <a:lnSpc>
                <a:spcPct val="150000"/>
              </a:lnSpc>
            </a:pPr>
            <a:r>
              <a:rPr lang="en-IN" sz="1200" dirty="0"/>
              <a:t>    return true; </a:t>
            </a:r>
          </a:p>
        </p:txBody>
      </p:sp>
      <p:sp>
        <p:nvSpPr>
          <p:cNvPr id="4" name="TextBox 3">
            <a:extLst>
              <a:ext uri="{FF2B5EF4-FFF2-40B4-BE49-F238E27FC236}">
                <a16:creationId xmlns:a16="http://schemas.microsoft.com/office/drawing/2014/main" id="{79966C8C-B0B4-A66B-ACED-4B7806410DC8}"/>
              </a:ext>
            </a:extLst>
          </p:cNvPr>
          <p:cNvSpPr txBox="1"/>
          <p:nvPr/>
        </p:nvSpPr>
        <p:spPr>
          <a:xfrm>
            <a:off x="508000" y="1115834"/>
            <a:ext cx="3149600" cy="2833724"/>
          </a:xfrm>
          <a:prstGeom prst="rect">
            <a:avLst/>
          </a:prstGeom>
          <a:noFill/>
          <a:ln>
            <a:solidFill>
              <a:schemeClr val="accent1"/>
            </a:solidFill>
          </a:ln>
        </p:spPr>
        <p:txBody>
          <a:bodyPr wrap="square">
            <a:spAutoFit/>
          </a:bodyPr>
          <a:lstStyle/>
          <a:p>
            <a:pPr>
              <a:lnSpc>
                <a:spcPct val="150000"/>
              </a:lnSpc>
            </a:pPr>
            <a:r>
              <a:rPr lang="en-IN" sz="1200" b="1" dirty="0"/>
              <a:t>// Algorithm : All solutions to the n-queens problem</a:t>
            </a:r>
          </a:p>
          <a:p>
            <a:pPr>
              <a:lnSpc>
                <a:spcPct val="150000"/>
              </a:lnSpc>
            </a:pPr>
            <a:r>
              <a:rPr lang="en-IN" sz="1200" dirty="0" err="1"/>
              <a:t>NQueens</a:t>
            </a:r>
            <a:r>
              <a:rPr lang="en-IN" sz="1200" dirty="0"/>
              <a:t>(</a:t>
            </a:r>
            <a:r>
              <a:rPr lang="en-IN" sz="1200" dirty="0" err="1"/>
              <a:t>k,n</a:t>
            </a:r>
            <a:r>
              <a:rPr lang="en-IN" sz="1200" dirty="0"/>
              <a:t>) </a:t>
            </a:r>
          </a:p>
          <a:p>
            <a:pPr>
              <a:lnSpc>
                <a:spcPct val="150000"/>
              </a:lnSpc>
            </a:pPr>
            <a:r>
              <a:rPr lang="en-IN" sz="1200" dirty="0"/>
              <a:t>    for (</a:t>
            </a:r>
            <a:r>
              <a:rPr lang="en-IN" sz="1200" dirty="0" err="1"/>
              <a:t>i</a:t>
            </a:r>
            <a:r>
              <a:rPr lang="en-IN" sz="1200" dirty="0"/>
              <a:t> = 1 to n) do</a:t>
            </a:r>
          </a:p>
          <a:p>
            <a:pPr>
              <a:lnSpc>
                <a:spcPct val="150000"/>
              </a:lnSpc>
            </a:pPr>
            <a:r>
              <a:rPr lang="en-IN" sz="1200" dirty="0"/>
              <a:t>        if (Place(k, </a:t>
            </a:r>
            <a:r>
              <a:rPr lang="en-IN" sz="1200" dirty="0" err="1"/>
              <a:t>i</a:t>
            </a:r>
            <a:r>
              <a:rPr lang="en-IN" sz="1200" dirty="0"/>
              <a:t>)) </a:t>
            </a:r>
          </a:p>
          <a:p>
            <a:pPr>
              <a:lnSpc>
                <a:spcPct val="150000"/>
              </a:lnSpc>
            </a:pPr>
            <a:r>
              <a:rPr lang="en-IN" sz="1200" dirty="0"/>
              <a:t>            x[k] = </a:t>
            </a:r>
            <a:r>
              <a:rPr lang="en-IN" sz="1200" dirty="0" err="1"/>
              <a:t>i</a:t>
            </a:r>
            <a:endParaRPr lang="en-IN" sz="1200" dirty="0"/>
          </a:p>
          <a:p>
            <a:pPr>
              <a:lnSpc>
                <a:spcPct val="150000"/>
              </a:lnSpc>
            </a:pPr>
            <a:r>
              <a:rPr lang="en-IN" sz="1200" dirty="0"/>
              <a:t>            if (k == n)  // If all queens are placed</a:t>
            </a:r>
          </a:p>
          <a:p>
            <a:pPr>
              <a:lnSpc>
                <a:spcPct val="150000"/>
              </a:lnSpc>
            </a:pPr>
            <a:r>
              <a:rPr lang="en-IN" sz="1200" dirty="0"/>
              <a:t>               print( x[1:n])</a:t>
            </a:r>
          </a:p>
          <a:p>
            <a:pPr>
              <a:lnSpc>
                <a:spcPct val="150000"/>
              </a:lnSpc>
            </a:pPr>
            <a:r>
              <a:rPr lang="en-IN" sz="1200" dirty="0"/>
              <a:t>               else </a:t>
            </a:r>
          </a:p>
          <a:p>
            <a:pPr>
              <a:lnSpc>
                <a:spcPct val="150000"/>
              </a:lnSpc>
            </a:pPr>
            <a:r>
              <a:rPr lang="en-IN" sz="1200" dirty="0"/>
              <a:t>                </a:t>
            </a:r>
            <a:r>
              <a:rPr lang="en-IN" sz="1200" dirty="0" err="1"/>
              <a:t>NQueens</a:t>
            </a:r>
            <a:r>
              <a:rPr lang="en-IN" sz="1200" dirty="0"/>
              <a:t>(k + 1, n)</a:t>
            </a:r>
          </a:p>
        </p:txBody>
      </p:sp>
      <p:graphicFrame>
        <p:nvGraphicFramePr>
          <p:cNvPr id="3" name="Table 2">
            <a:extLst>
              <a:ext uri="{FF2B5EF4-FFF2-40B4-BE49-F238E27FC236}">
                <a16:creationId xmlns:a16="http://schemas.microsoft.com/office/drawing/2014/main" id="{0A4CCA64-4831-7897-F339-721178FE85C1}"/>
              </a:ext>
            </a:extLst>
          </p:cNvPr>
          <p:cNvGraphicFramePr>
            <a:graphicFrameLocks noGrp="1"/>
          </p:cNvGraphicFramePr>
          <p:nvPr>
            <p:extLst>
              <p:ext uri="{D42A27DB-BD31-4B8C-83A1-F6EECF244321}">
                <p14:modId xmlns:p14="http://schemas.microsoft.com/office/powerpoint/2010/main" val="521370829"/>
              </p:ext>
            </p:extLst>
          </p:nvPr>
        </p:nvGraphicFramePr>
        <p:xfrm>
          <a:off x="3749040" y="1070115"/>
          <a:ext cx="2346960" cy="2318245"/>
        </p:xfrm>
        <a:graphic>
          <a:graphicData uri="http://schemas.openxmlformats.org/drawingml/2006/table">
            <a:tbl>
              <a:tblPr firstRow="1" bandRow="1">
                <a:tableStyleId>{5940675A-B579-460E-94D1-54222C63F5DA}</a:tableStyleId>
              </a:tblPr>
              <a:tblGrid>
                <a:gridCol w="469392">
                  <a:extLst>
                    <a:ext uri="{9D8B030D-6E8A-4147-A177-3AD203B41FA5}">
                      <a16:colId xmlns:a16="http://schemas.microsoft.com/office/drawing/2014/main" val="4062790188"/>
                    </a:ext>
                  </a:extLst>
                </a:gridCol>
                <a:gridCol w="469392">
                  <a:extLst>
                    <a:ext uri="{9D8B030D-6E8A-4147-A177-3AD203B41FA5}">
                      <a16:colId xmlns:a16="http://schemas.microsoft.com/office/drawing/2014/main" val="3340735479"/>
                    </a:ext>
                  </a:extLst>
                </a:gridCol>
                <a:gridCol w="469392">
                  <a:extLst>
                    <a:ext uri="{9D8B030D-6E8A-4147-A177-3AD203B41FA5}">
                      <a16:colId xmlns:a16="http://schemas.microsoft.com/office/drawing/2014/main" val="572287918"/>
                    </a:ext>
                  </a:extLst>
                </a:gridCol>
                <a:gridCol w="469392">
                  <a:extLst>
                    <a:ext uri="{9D8B030D-6E8A-4147-A177-3AD203B41FA5}">
                      <a16:colId xmlns:a16="http://schemas.microsoft.com/office/drawing/2014/main" val="3307020802"/>
                    </a:ext>
                  </a:extLst>
                </a:gridCol>
                <a:gridCol w="469392">
                  <a:extLst>
                    <a:ext uri="{9D8B030D-6E8A-4147-A177-3AD203B41FA5}">
                      <a16:colId xmlns:a16="http://schemas.microsoft.com/office/drawing/2014/main" val="2360265911"/>
                    </a:ext>
                  </a:extLst>
                </a:gridCol>
              </a:tblGrid>
              <a:tr h="463649">
                <a:tc>
                  <a:txBody>
                    <a:bodyPr/>
                    <a:lstStyle/>
                    <a:p>
                      <a:pPr algn="ctr"/>
                      <a:endParaRPr lang="en-IN" dirty="0"/>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1</a:t>
                      </a:r>
                    </a:p>
                  </a:txBody>
                  <a:tcP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3</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0128669"/>
                  </a:ext>
                </a:extLst>
              </a:tr>
              <a:tr h="463649">
                <a:tc>
                  <a:txBody>
                    <a:bodyPr/>
                    <a:lstStyle/>
                    <a:p>
                      <a:pPr algn="ctr"/>
                      <a:r>
                        <a:rPr lang="en-IN"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IN"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IN" dirty="0"/>
                        <a:t>Q1</a:t>
                      </a:r>
                    </a:p>
                  </a:txBody>
                  <a:tcPr>
                    <a:lnT w="12700" cap="flat" cmpd="sng" algn="ctr">
                      <a:solidFill>
                        <a:schemeClr val="tx1"/>
                      </a:solidFill>
                      <a:prstDash val="solid"/>
                      <a:round/>
                      <a:headEnd type="none" w="med" len="med"/>
                      <a:tailEnd type="none" w="med" len="med"/>
                    </a:lnT>
                  </a:tcPr>
                </a:tc>
                <a:tc>
                  <a:txBody>
                    <a:bodyPr/>
                    <a:lstStyle/>
                    <a:p>
                      <a:pPr algn="ctr"/>
                      <a:endParaRPr lang="en-IN" dirty="0"/>
                    </a:p>
                  </a:txBody>
                  <a:tcPr>
                    <a:lnT w="12700" cap="flat" cmpd="sng" algn="ctr">
                      <a:solidFill>
                        <a:schemeClr val="tx1"/>
                      </a:solidFill>
                      <a:prstDash val="solid"/>
                      <a:round/>
                      <a:headEnd type="none" w="med" len="med"/>
                      <a:tailEnd type="none" w="med" len="med"/>
                    </a:lnT>
                  </a:tcPr>
                </a:tc>
                <a:tc>
                  <a:txBody>
                    <a:bodyPr/>
                    <a:lstStyle/>
                    <a:p>
                      <a:pPr algn="ctr"/>
                      <a:endParaRPr lang="en-IN"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141973094"/>
                  </a:ext>
                </a:extLst>
              </a:tr>
              <a:tr h="463649">
                <a:tc>
                  <a:txBody>
                    <a:bodyPr/>
                    <a:lstStyle/>
                    <a:p>
                      <a:pPr algn="ctr"/>
                      <a:r>
                        <a:rPr lang="en-IN"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x</a:t>
                      </a:r>
                    </a:p>
                  </a:txBody>
                  <a:tcPr>
                    <a:lnL w="12700" cap="flat" cmpd="sng" algn="ctr">
                      <a:solidFill>
                        <a:schemeClr val="tx1"/>
                      </a:solidFill>
                      <a:prstDash val="solid"/>
                      <a:round/>
                      <a:headEnd type="none" w="med" len="med"/>
                      <a:tailEnd type="none" w="med" len="med"/>
                    </a:lnL>
                  </a:tcPr>
                </a:tc>
                <a:tc>
                  <a:txBody>
                    <a:bodyPr/>
                    <a:lstStyle/>
                    <a:p>
                      <a:pPr algn="ctr"/>
                      <a:r>
                        <a:rPr lang="en-IN" dirty="0"/>
                        <a:t>x</a:t>
                      </a:r>
                    </a:p>
                  </a:txBody>
                  <a:tcPr/>
                </a:tc>
                <a:tc>
                  <a:txBody>
                    <a:bodyPr/>
                    <a:lstStyle/>
                    <a:p>
                      <a:pPr algn="ctr"/>
                      <a:r>
                        <a:rPr lang="en-IN" dirty="0"/>
                        <a:t>x</a:t>
                      </a:r>
                    </a:p>
                  </a:txBody>
                  <a:tcPr/>
                </a:tc>
                <a:tc>
                  <a:txBody>
                    <a:bodyPr/>
                    <a:lstStyle/>
                    <a:p>
                      <a:pPr algn="ctr"/>
                      <a:r>
                        <a:rPr lang="en-IN" dirty="0"/>
                        <a:t>Q2</a:t>
                      </a:r>
                    </a:p>
                  </a:txBody>
                  <a:tcPr/>
                </a:tc>
                <a:extLst>
                  <a:ext uri="{0D108BD9-81ED-4DB2-BD59-A6C34878D82A}">
                    <a16:rowId xmlns:a16="http://schemas.microsoft.com/office/drawing/2014/main" val="1819331015"/>
                  </a:ext>
                </a:extLst>
              </a:tr>
              <a:tr h="463649">
                <a:tc>
                  <a:txBody>
                    <a:bodyPr/>
                    <a:lstStyle/>
                    <a:p>
                      <a:pPr algn="ctr"/>
                      <a:r>
                        <a:rPr lang="en-IN"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Q3</a:t>
                      </a:r>
                    </a:p>
                  </a:txBody>
                  <a:tcPr>
                    <a:lnL w="12700" cap="flat" cmpd="sng" algn="ctr">
                      <a:solidFill>
                        <a:schemeClr val="tx1"/>
                      </a:solidFill>
                      <a:prstDash val="solid"/>
                      <a:round/>
                      <a:headEnd type="none" w="med" len="med"/>
                      <a:tailEnd type="none" w="med" len="med"/>
                    </a:lnL>
                  </a:tcPr>
                </a:tc>
                <a:tc>
                  <a:txBody>
                    <a:bodyPr/>
                    <a:lstStyle/>
                    <a:p>
                      <a:pPr algn="ctr"/>
                      <a:endParaRPr lang="en-IN" dirty="0"/>
                    </a:p>
                  </a:txBody>
                  <a:tcPr/>
                </a:tc>
                <a:tc>
                  <a:txBody>
                    <a:bodyPr/>
                    <a:lstStyle/>
                    <a:p>
                      <a:pPr algn="ctr"/>
                      <a:endParaRPr lang="en-IN" dirty="0"/>
                    </a:p>
                  </a:txBody>
                  <a:tcPr/>
                </a:tc>
                <a:tc>
                  <a:txBody>
                    <a:bodyPr/>
                    <a:lstStyle/>
                    <a:p>
                      <a:pPr algn="ctr"/>
                      <a:endParaRPr lang="en-IN" dirty="0"/>
                    </a:p>
                  </a:txBody>
                  <a:tcPr/>
                </a:tc>
                <a:extLst>
                  <a:ext uri="{0D108BD9-81ED-4DB2-BD59-A6C34878D82A}">
                    <a16:rowId xmlns:a16="http://schemas.microsoft.com/office/drawing/2014/main" val="3662734282"/>
                  </a:ext>
                </a:extLst>
              </a:tr>
              <a:tr h="463649">
                <a:tc>
                  <a:txBody>
                    <a:bodyPr/>
                    <a:lstStyle/>
                    <a:p>
                      <a:pPr algn="ctr"/>
                      <a:r>
                        <a:rPr lang="en-IN" dirty="0"/>
                        <a:t>4</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x</a:t>
                      </a:r>
                    </a:p>
                  </a:txBody>
                  <a:tcPr>
                    <a:lnL w="12700" cap="flat" cmpd="sng" algn="ctr">
                      <a:solidFill>
                        <a:schemeClr val="tx1"/>
                      </a:solidFill>
                      <a:prstDash val="solid"/>
                      <a:round/>
                      <a:headEnd type="none" w="med" len="med"/>
                      <a:tailEnd type="none" w="med" len="med"/>
                    </a:lnL>
                  </a:tcPr>
                </a:tc>
                <a:tc>
                  <a:txBody>
                    <a:bodyPr/>
                    <a:lstStyle/>
                    <a:p>
                      <a:pPr algn="ctr"/>
                      <a:r>
                        <a:rPr lang="en-IN" dirty="0"/>
                        <a:t>x</a:t>
                      </a:r>
                    </a:p>
                  </a:txBody>
                  <a:tcPr/>
                </a:tc>
                <a:tc>
                  <a:txBody>
                    <a:bodyPr/>
                    <a:lstStyle/>
                    <a:p>
                      <a:pPr algn="ctr"/>
                      <a:r>
                        <a:rPr lang="en-IN" dirty="0"/>
                        <a:t>Q4</a:t>
                      </a:r>
                    </a:p>
                  </a:txBody>
                  <a:tcPr/>
                </a:tc>
                <a:tc>
                  <a:txBody>
                    <a:bodyPr/>
                    <a:lstStyle/>
                    <a:p>
                      <a:pPr algn="ctr"/>
                      <a:endParaRPr lang="en-IN" dirty="0"/>
                    </a:p>
                  </a:txBody>
                  <a:tcPr/>
                </a:tc>
                <a:extLst>
                  <a:ext uri="{0D108BD9-81ED-4DB2-BD59-A6C34878D82A}">
                    <a16:rowId xmlns:a16="http://schemas.microsoft.com/office/drawing/2014/main" val="736089555"/>
                  </a:ext>
                </a:extLst>
              </a:tr>
            </a:tbl>
          </a:graphicData>
        </a:graphic>
      </p:graphicFrame>
      <p:graphicFrame>
        <p:nvGraphicFramePr>
          <p:cNvPr id="8" name="Table 7">
            <a:extLst>
              <a:ext uri="{FF2B5EF4-FFF2-40B4-BE49-F238E27FC236}">
                <a16:creationId xmlns:a16="http://schemas.microsoft.com/office/drawing/2014/main" id="{0A3E9953-7F97-5491-5F50-8C9328D4DB1E}"/>
              </a:ext>
            </a:extLst>
          </p:cNvPr>
          <p:cNvGraphicFramePr>
            <a:graphicFrameLocks noGrp="1"/>
          </p:cNvGraphicFramePr>
          <p:nvPr>
            <p:extLst>
              <p:ext uri="{D42A27DB-BD31-4B8C-83A1-F6EECF244321}">
                <p14:modId xmlns:p14="http://schemas.microsoft.com/office/powerpoint/2010/main" val="68166354"/>
              </p:ext>
            </p:extLst>
          </p:nvPr>
        </p:nvGraphicFramePr>
        <p:xfrm>
          <a:off x="6319520" y="1080275"/>
          <a:ext cx="4759960" cy="2318245"/>
        </p:xfrm>
        <a:graphic>
          <a:graphicData uri="http://schemas.openxmlformats.org/drawingml/2006/table">
            <a:tbl>
              <a:tblPr firstRow="1" bandRow="1">
                <a:tableStyleId>{5940675A-B579-460E-94D1-54222C63F5DA}</a:tableStyleId>
              </a:tblPr>
              <a:tblGrid>
                <a:gridCol w="2052320">
                  <a:extLst>
                    <a:ext uri="{9D8B030D-6E8A-4147-A177-3AD203B41FA5}">
                      <a16:colId xmlns:a16="http://schemas.microsoft.com/office/drawing/2014/main" val="4062790188"/>
                    </a:ext>
                  </a:extLst>
                </a:gridCol>
                <a:gridCol w="660400">
                  <a:extLst>
                    <a:ext uri="{9D8B030D-6E8A-4147-A177-3AD203B41FA5}">
                      <a16:colId xmlns:a16="http://schemas.microsoft.com/office/drawing/2014/main" val="3340735479"/>
                    </a:ext>
                  </a:extLst>
                </a:gridCol>
                <a:gridCol w="701040">
                  <a:extLst>
                    <a:ext uri="{9D8B030D-6E8A-4147-A177-3AD203B41FA5}">
                      <a16:colId xmlns:a16="http://schemas.microsoft.com/office/drawing/2014/main" val="572287918"/>
                    </a:ext>
                  </a:extLst>
                </a:gridCol>
                <a:gridCol w="701040">
                  <a:extLst>
                    <a:ext uri="{9D8B030D-6E8A-4147-A177-3AD203B41FA5}">
                      <a16:colId xmlns:a16="http://schemas.microsoft.com/office/drawing/2014/main" val="3307020802"/>
                    </a:ext>
                  </a:extLst>
                </a:gridCol>
                <a:gridCol w="645160">
                  <a:extLst>
                    <a:ext uri="{9D8B030D-6E8A-4147-A177-3AD203B41FA5}">
                      <a16:colId xmlns:a16="http://schemas.microsoft.com/office/drawing/2014/main" val="2360265911"/>
                    </a:ext>
                  </a:extLst>
                </a:gridCol>
              </a:tblGrid>
              <a:tr h="463649">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b="1" dirty="0" err="1"/>
                        <a:t>i</a:t>
                      </a:r>
                      <a:r>
                        <a:rPr lang="en-IN" sz="1600" b="1"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b="1" dirty="0" err="1"/>
                        <a:t>i</a:t>
                      </a:r>
                      <a:r>
                        <a:rPr lang="en-IN" sz="16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b="1" dirty="0" err="1"/>
                        <a:t>i</a:t>
                      </a:r>
                      <a:r>
                        <a:rPr lang="en-IN" sz="16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600" b="1" dirty="0" err="1"/>
                        <a:t>i</a:t>
                      </a:r>
                      <a:r>
                        <a:rPr lang="en-IN" sz="16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0128669"/>
                  </a:ext>
                </a:extLst>
              </a:tr>
              <a:tr h="463649">
                <a:tc>
                  <a:txBody>
                    <a:bodyPr/>
                    <a:lstStyle/>
                    <a:p>
                      <a:pPr algn="l"/>
                      <a:r>
                        <a:rPr lang="en-IN" sz="1600" b="1" dirty="0" err="1"/>
                        <a:t>NQueens</a:t>
                      </a:r>
                      <a:r>
                        <a:rPr lang="en-IN" sz="1600" b="1" dirty="0"/>
                        <a:t> (1,4)    x[1]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1973094"/>
                  </a:ext>
                </a:extLst>
              </a:tr>
              <a:tr h="463649">
                <a:tc>
                  <a:txBody>
                    <a:bodyPr/>
                    <a:lstStyle/>
                    <a:p>
                      <a:pPr algn="l"/>
                      <a:r>
                        <a:rPr lang="en-IN" sz="1600" b="1" dirty="0" err="1"/>
                        <a:t>NQueens</a:t>
                      </a:r>
                      <a:r>
                        <a:rPr lang="en-IN" sz="1600" b="1" dirty="0"/>
                        <a:t> (2,4)    x[2]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9331015"/>
                  </a:ext>
                </a:extLst>
              </a:tr>
              <a:tr h="4636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err="1"/>
                        <a:t>NQueens</a:t>
                      </a:r>
                      <a:r>
                        <a:rPr lang="en-IN" sz="1600" b="1" dirty="0"/>
                        <a:t> (3,4)    x[3]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2734282"/>
                  </a:ext>
                </a:extLst>
              </a:tr>
              <a:tr h="4636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err="1"/>
                        <a:t>NQueens</a:t>
                      </a:r>
                      <a:r>
                        <a:rPr lang="en-IN" sz="1600" b="1" dirty="0"/>
                        <a:t> (4,4)    x[4]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6089555"/>
                  </a:ext>
                </a:extLst>
              </a:tr>
            </a:tbl>
          </a:graphicData>
        </a:graphic>
      </p:graphicFrame>
      <p:sp>
        <p:nvSpPr>
          <p:cNvPr id="10" name="TextBox 9">
            <a:extLst>
              <a:ext uri="{FF2B5EF4-FFF2-40B4-BE49-F238E27FC236}">
                <a16:creationId xmlns:a16="http://schemas.microsoft.com/office/drawing/2014/main" id="{8C2F684F-3AF9-1A71-F751-26CDC17230B0}"/>
              </a:ext>
            </a:extLst>
          </p:cNvPr>
          <p:cNvSpPr txBox="1"/>
          <p:nvPr/>
        </p:nvSpPr>
        <p:spPr>
          <a:xfrm>
            <a:off x="4516120" y="4379387"/>
            <a:ext cx="6563360" cy="1143070"/>
          </a:xfrm>
          <a:prstGeom prst="rect">
            <a:avLst/>
          </a:prstGeom>
          <a:noFill/>
          <a:ln>
            <a:solidFill>
              <a:schemeClr val="accent1"/>
            </a:solidFill>
          </a:ln>
        </p:spPr>
        <p:txBody>
          <a:bodyPr wrap="square">
            <a:spAutoFit/>
          </a:bodyPr>
          <a:lstStyle/>
          <a:p>
            <a:pPr>
              <a:lnSpc>
                <a:spcPct val="150000"/>
              </a:lnSpc>
            </a:pPr>
            <a:r>
              <a:rPr lang="en-IN" sz="2400" dirty="0"/>
              <a:t> if ((x[j] == </a:t>
            </a:r>
            <a:r>
              <a:rPr lang="en-IN" sz="2400" dirty="0" err="1"/>
              <a:t>i</a:t>
            </a:r>
            <a:r>
              <a:rPr lang="en-IN" sz="2400" dirty="0"/>
              <a:t>)   || (abs(x[j] - </a:t>
            </a:r>
            <a:r>
              <a:rPr lang="en-IN" sz="2400" dirty="0" err="1"/>
              <a:t>i</a:t>
            </a:r>
            <a:r>
              <a:rPr lang="en-IN" sz="2400" dirty="0"/>
              <a:t>) == abs(j - k)))</a:t>
            </a:r>
          </a:p>
          <a:p>
            <a:pPr>
              <a:lnSpc>
                <a:spcPct val="150000"/>
              </a:lnSpc>
            </a:pPr>
            <a:r>
              <a:rPr lang="en-IN" sz="2400" dirty="0"/>
              <a:t> same column|| same diagonal</a:t>
            </a:r>
          </a:p>
        </p:txBody>
      </p:sp>
      <p:sp>
        <p:nvSpPr>
          <p:cNvPr id="12" name="TextBox 11">
            <a:extLst>
              <a:ext uri="{FF2B5EF4-FFF2-40B4-BE49-F238E27FC236}">
                <a16:creationId xmlns:a16="http://schemas.microsoft.com/office/drawing/2014/main" id="{84B79250-4B50-21DE-DFC7-841104AA63CF}"/>
              </a:ext>
            </a:extLst>
          </p:cNvPr>
          <p:cNvSpPr txBox="1"/>
          <p:nvPr/>
        </p:nvSpPr>
        <p:spPr>
          <a:xfrm>
            <a:off x="8351520" y="3459481"/>
            <a:ext cx="2727960" cy="506292"/>
          </a:xfrm>
          <a:prstGeom prst="rect">
            <a:avLst/>
          </a:prstGeom>
          <a:noFill/>
          <a:ln>
            <a:noFill/>
          </a:ln>
        </p:spPr>
        <p:txBody>
          <a:bodyPr wrap="square" anchor="ctr">
            <a:spAutoFit/>
          </a:bodyPr>
          <a:lstStyle/>
          <a:p>
            <a:pPr algn="ctr">
              <a:lnSpc>
                <a:spcPct val="150000"/>
              </a:lnSpc>
            </a:pPr>
            <a:r>
              <a:rPr lang="en-IN" sz="2000" b="1" dirty="0"/>
              <a:t> Solution: x[2 4 1 3]</a:t>
            </a:r>
          </a:p>
        </p:txBody>
      </p:sp>
      <p:sp>
        <p:nvSpPr>
          <p:cNvPr id="14" name="TextBox 13">
            <a:extLst>
              <a:ext uri="{FF2B5EF4-FFF2-40B4-BE49-F238E27FC236}">
                <a16:creationId xmlns:a16="http://schemas.microsoft.com/office/drawing/2014/main" id="{175E5C66-F44A-EEF2-D983-105822C8C40E}"/>
              </a:ext>
            </a:extLst>
          </p:cNvPr>
          <p:cNvSpPr txBox="1"/>
          <p:nvPr/>
        </p:nvSpPr>
        <p:spPr>
          <a:xfrm>
            <a:off x="695960" y="6063650"/>
            <a:ext cx="10515600" cy="523220"/>
          </a:xfrm>
          <a:prstGeom prst="rect">
            <a:avLst/>
          </a:prstGeom>
          <a:noFill/>
        </p:spPr>
        <p:txBody>
          <a:bodyPr wrap="square">
            <a:spAutoFit/>
          </a:bodyPr>
          <a:lstStyle/>
          <a:p>
            <a:r>
              <a:rPr lang="en-IN" sz="1400" b="1" dirty="0"/>
              <a:t>C Program Link</a:t>
            </a:r>
          </a:p>
          <a:p>
            <a:r>
              <a:rPr lang="en-IN" sz="1400" dirty="0">
                <a:hlinkClick r:id="rId2"/>
              </a:rPr>
              <a:t>https://github.com/dayanandyadav205/CS-402-ADA/blob/main/PPT_Notes/Unit-4_Backtracking_Branch_and_Bound/N-Queens_Problem.c</a:t>
            </a:r>
            <a:r>
              <a:rPr lang="en-IN" sz="1400" dirty="0"/>
              <a:t> </a:t>
            </a:r>
          </a:p>
        </p:txBody>
      </p:sp>
      <p:sp>
        <p:nvSpPr>
          <p:cNvPr id="7" name="TextBox 6">
            <a:extLst>
              <a:ext uri="{FF2B5EF4-FFF2-40B4-BE49-F238E27FC236}">
                <a16:creationId xmlns:a16="http://schemas.microsoft.com/office/drawing/2014/main" id="{FA202E92-AB3B-6328-5682-65BA9B54B37D}"/>
              </a:ext>
            </a:extLst>
          </p:cNvPr>
          <p:cNvSpPr txBox="1"/>
          <p:nvPr/>
        </p:nvSpPr>
        <p:spPr>
          <a:xfrm>
            <a:off x="5204909" y="5722336"/>
            <a:ext cx="3786691" cy="369332"/>
          </a:xfrm>
          <a:prstGeom prst="rect">
            <a:avLst/>
          </a:prstGeom>
          <a:noFill/>
        </p:spPr>
        <p:txBody>
          <a:bodyPr wrap="square">
            <a:spAutoFit/>
          </a:bodyPr>
          <a:lstStyle/>
          <a:p>
            <a:r>
              <a:rPr lang="en-IN" b="1" dirty="0"/>
              <a:t>Worst-Case Time Complexity is:</a:t>
            </a:r>
            <a:r>
              <a:rPr lang="en-IN" dirty="0"/>
              <a:t> O(n!)</a:t>
            </a:r>
          </a:p>
        </p:txBody>
      </p:sp>
    </p:spTree>
    <p:extLst>
      <p:ext uri="{BB962C8B-B14F-4D97-AF65-F5344CB8AC3E}">
        <p14:creationId xmlns:p14="http://schemas.microsoft.com/office/powerpoint/2010/main" val="2238494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41BEB-7276-898D-EB85-E617EBCFA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9C8B5-47DA-9CD0-3632-A4F7A5B2098E}"/>
              </a:ext>
            </a:extLst>
          </p:cNvPr>
          <p:cNvSpPr>
            <a:spLocks noGrp="1"/>
          </p:cNvSpPr>
          <p:nvPr>
            <p:ph type="title"/>
          </p:nvPr>
        </p:nvSpPr>
        <p:spPr/>
        <p:txBody>
          <a:bodyPr>
            <a:normAutofit/>
          </a:bodyPr>
          <a:lstStyle/>
          <a:p>
            <a:r>
              <a:rPr lang="en-IN" sz="4000" b="1" dirty="0"/>
              <a:t>Backtracking Algorithm: The 8-Queens Problem</a:t>
            </a:r>
          </a:p>
        </p:txBody>
      </p:sp>
      <p:graphicFrame>
        <p:nvGraphicFramePr>
          <p:cNvPr id="5" name="Table 4">
            <a:extLst>
              <a:ext uri="{FF2B5EF4-FFF2-40B4-BE49-F238E27FC236}">
                <a16:creationId xmlns:a16="http://schemas.microsoft.com/office/drawing/2014/main" id="{912D79B0-78CB-9B6B-9982-FFF47CD1859B}"/>
              </a:ext>
            </a:extLst>
          </p:cNvPr>
          <p:cNvGraphicFramePr>
            <a:graphicFrameLocks noGrp="1"/>
          </p:cNvGraphicFramePr>
          <p:nvPr/>
        </p:nvGraphicFramePr>
        <p:xfrm>
          <a:off x="7543799" y="1690688"/>
          <a:ext cx="4221481" cy="3511972"/>
        </p:xfrm>
        <a:graphic>
          <a:graphicData uri="http://schemas.openxmlformats.org/drawingml/2006/table">
            <a:tbl>
              <a:tblPr firstRow="1" bandRow="1">
                <a:tableStyleId>{5940675A-B579-460E-94D1-54222C63F5DA}</a:tableStyleId>
              </a:tblPr>
              <a:tblGrid>
                <a:gridCol w="259081">
                  <a:extLst>
                    <a:ext uri="{9D8B030D-6E8A-4147-A177-3AD203B41FA5}">
                      <a16:colId xmlns:a16="http://schemas.microsoft.com/office/drawing/2014/main" val="2835415117"/>
                    </a:ext>
                  </a:extLst>
                </a:gridCol>
                <a:gridCol w="518482">
                  <a:extLst>
                    <a:ext uri="{9D8B030D-6E8A-4147-A177-3AD203B41FA5}">
                      <a16:colId xmlns:a16="http://schemas.microsoft.com/office/drawing/2014/main" val="1304507083"/>
                    </a:ext>
                  </a:extLst>
                </a:gridCol>
                <a:gridCol w="483612">
                  <a:extLst>
                    <a:ext uri="{9D8B030D-6E8A-4147-A177-3AD203B41FA5}">
                      <a16:colId xmlns:a16="http://schemas.microsoft.com/office/drawing/2014/main" val="719428449"/>
                    </a:ext>
                  </a:extLst>
                </a:gridCol>
                <a:gridCol w="493179">
                  <a:extLst>
                    <a:ext uri="{9D8B030D-6E8A-4147-A177-3AD203B41FA5}">
                      <a16:colId xmlns:a16="http://schemas.microsoft.com/office/drawing/2014/main" val="639983479"/>
                    </a:ext>
                  </a:extLst>
                </a:gridCol>
                <a:gridCol w="493179">
                  <a:extLst>
                    <a:ext uri="{9D8B030D-6E8A-4147-A177-3AD203B41FA5}">
                      <a16:colId xmlns:a16="http://schemas.microsoft.com/office/drawing/2014/main" val="825097739"/>
                    </a:ext>
                  </a:extLst>
                </a:gridCol>
                <a:gridCol w="493179">
                  <a:extLst>
                    <a:ext uri="{9D8B030D-6E8A-4147-A177-3AD203B41FA5}">
                      <a16:colId xmlns:a16="http://schemas.microsoft.com/office/drawing/2014/main" val="2936793895"/>
                    </a:ext>
                  </a:extLst>
                </a:gridCol>
                <a:gridCol w="493179">
                  <a:extLst>
                    <a:ext uri="{9D8B030D-6E8A-4147-A177-3AD203B41FA5}">
                      <a16:colId xmlns:a16="http://schemas.microsoft.com/office/drawing/2014/main" val="2026578532"/>
                    </a:ext>
                  </a:extLst>
                </a:gridCol>
                <a:gridCol w="530390">
                  <a:extLst>
                    <a:ext uri="{9D8B030D-6E8A-4147-A177-3AD203B41FA5}">
                      <a16:colId xmlns:a16="http://schemas.microsoft.com/office/drawing/2014/main" val="1784111147"/>
                    </a:ext>
                  </a:extLst>
                </a:gridCol>
                <a:gridCol w="457200">
                  <a:extLst>
                    <a:ext uri="{9D8B030D-6E8A-4147-A177-3AD203B41FA5}">
                      <a16:colId xmlns:a16="http://schemas.microsoft.com/office/drawing/2014/main" val="356645724"/>
                    </a:ext>
                  </a:extLst>
                </a:gridCol>
              </a:tblGrid>
              <a:tr h="378749">
                <a:tc>
                  <a:txBody>
                    <a:bodyPr/>
                    <a:lstStyle/>
                    <a:p>
                      <a:pPr algn="ctr"/>
                      <a:endParaRPr lang="en-IN"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2</a:t>
                      </a: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8</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2324315"/>
                  </a:ext>
                </a:extLst>
              </a:tr>
              <a:tr h="481980">
                <a:tc>
                  <a:txBody>
                    <a:bodyPr/>
                    <a:lstStyle/>
                    <a:p>
                      <a:pPr algn="ctr"/>
                      <a:r>
                        <a:rPr lang="en-IN" dirty="0"/>
                        <a:t>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Q1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97796"/>
                  </a:ext>
                </a:extLst>
              </a:tr>
              <a:tr h="378749">
                <a:tc>
                  <a:txBody>
                    <a:bodyPr/>
                    <a:lstStyle/>
                    <a:p>
                      <a:pPr algn="ctr"/>
                      <a:r>
                        <a:rPr lang="en-IN"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IN" dirty="0"/>
                        <a:t>-</a:t>
                      </a:r>
                    </a:p>
                  </a:txBody>
                  <a:tcPr anchor="ctr">
                    <a:lnT w="12700" cap="flat" cmpd="sng" algn="ctr">
                      <a:solidFill>
                        <a:schemeClr val="tx1"/>
                      </a:solidFill>
                      <a:prstDash val="solid"/>
                      <a:round/>
                      <a:headEnd type="none" w="med" len="med"/>
                      <a:tailEnd type="none" w="med" len="med"/>
                    </a:lnT>
                  </a:tcPr>
                </a:tc>
                <a:tc>
                  <a:txBody>
                    <a:bodyPr/>
                    <a:lstStyle/>
                    <a:p>
                      <a:pPr algn="ctr"/>
                      <a:r>
                        <a:rPr lang="en-IN" dirty="0"/>
                        <a:t>-</a:t>
                      </a:r>
                    </a:p>
                  </a:txBody>
                  <a:tcPr anchor="ctr">
                    <a:lnT w="12700" cap="flat" cmpd="sng" algn="ctr">
                      <a:solidFill>
                        <a:schemeClr val="tx1"/>
                      </a:solidFill>
                      <a:prstDash val="solid"/>
                      <a:round/>
                      <a:headEnd type="none" w="med" len="med"/>
                      <a:tailEnd type="none" w="med" len="med"/>
                    </a:lnT>
                  </a:tcPr>
                </a:tc>
                <a:tc>
                  <a:txBody>
                    <a:bodyPr/>
                    <a:lstStyle/>
                    <a:p>
                      <a:pPr algn="ctr"/>
                      <a:r>
                        <a:rPr lang="en-IN" dirty="0"/>
                        <a:t>-</a:t>
                      </a:r>
                    </a:p>
                  </a:txBody>
                  <a:tcPr anchor="ctr">
                    <a:lnT w="12700" cap="flat" cmpd="sng" algn="ctr">
                      <a:solidFill>
                        <a:schemeClr val="tx1"/>
                      </a:solidFill>
                      <a:prstDash val="solid"/>
                      <a:round/>
                      <a:headEnd type="none" w="med" len="med"/>
                      <a:tailEnd type="none" w="med" len="med"/>
                    </a:lnT>
                  </a:tcPr>
                </a:tc>
                <a:tc>
                  <a:txBody>
                    <a:bodyPr/>
                    <a:lstStyle/>
                    <a:p>
                      <a:pPr algn="ctr"/>
                      <a:r>
                        <a:rPr lang="en-IN" dirty="0"/>
                        <a:t>Q2</a:t>
                      </a:r>
                    </a:p>
                  </a:txBody>
                  <a:tcPr anchor="ctr">
                    <a:lnT w="12700" cap="flat" cmpd="sng" algn="ctr">
                      <a:solidFill>
                        <a:schemeClr val="tx1"/>
                      </a:solidFill>
                      <a:prstDash val="solid"/>
                      <a:round/>
                      <a:headEnd type="none" w="med" len="med"/>
                      <a:tailEnd type="none" w="med" len="med"/>
                    </a:lnT>
                  </a:tcPr>
                </a:tc>
                <a:tc>
                  <a:txBody>
                    <a:bodyPr/>
                    <a:lstStyle/>
                    <a:p>
                      <a:pPr algn="ctr"/>
                      <a:r>
                        <a:rPr lang="en-IN" dirty="0"/>
                        <a:t>-</a:t>
                      </a:r>
                    </a:p>
                  </a:txBody>
                  <a:tcPr anchor="ctr">
                    <a:lnT w="12700" cap="flat" cmpd="sng" algn="ctr">
                      <a:solidFill>
                        <a:schemeClr val="tx1"/>
                      </a:solidFill>
                      <a:prstDash val="solid"/>
                      <a:round/>
                      <a:headEnd type="none" w="med" len="med"/>
                      <a:tailEnd type="none" w="med" len="med"/>
                    </a:lnT>
                  </a:tcPr>
                </a:tc>
                <a:tc>
                  <a:txBody>
                    <a:bodyPr/>
                    <a:lstStyle/>
                    <a:p>
                      <a:pPr algn="ctr"/>
                      <a:r>
                        <a:rPr lang="en-IN" dirty="0"/>
                        <a: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53939358"/>
                  </a:ext>
                </a:extLst>
              </a:tr>
              <a:tr h="378749">
                <a:tc>
                  <a:txBody>
                    <a:bodyPr/>
                    <a:lstStyle/>
                    <a:p>
                      <a:pPr algn="ctr"/>
                      <a:r>
                        <a:rPr lang="en-IN"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tcP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Q3</a:t>
                      </a:r>
                    </a:p>
                  </a:txBody>
                  <a:tcPr anchor="ctr"/>
                </a:tc>
                <a:extLst>
                  <a:ext uri="{0D108BD9-81ED-4DB2-BD59-A6C34878D82A}">
                    <a16:rowId xmlns:a16="http://schemas.microsoft.com/office/drawing/2014/main" val="206229420"/>
                  </a:ext>
                </a:extLst>
              </a:tr>
              <a:tr h="378749">
                <a:tc>
                  <a:txBody>
                    <a:bodyPr/>
                    <a:lstStyle/>
                    <a:p>
                      <a:pPr algn="ctr"/>
                      <a:r>
                        <a:rPr lang="en-IN"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Q4</a:t>
                      </a:r>
                    </a:p>
                  </a:txBody>
                  <a:tcPr anchor="ctr">
                    <a:lnL w="12700" cap="flat" cmpd="sng" algn="ctr">
                      <a:solidFill>
                        <a:schemeClr val="tx1"/>
                      </a:solidFill>
                      <a:prstDash val="solid"/>
                      <a:round/>
                      <a:headEnd type="none" w="med" len="med"/>
                      <a:tailEnd type="none" w="med" len="med"/>
                    </a:lnL>
                  </a:tcP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extLst>
                  <a:ext uri="{0D108BD9-81ED-4DB2-BD59-A6C34878D82A}">
                    <a16:rowId xmlns:a16="http://schemas.microsoft.com/office/drawing/2014/main" val="2840274321"/>
                  </a:ext>
                </a:extLst>
              </a:tr>
              <a:tr h="378749">
                <a:tc>
                  <a:txBody>
                    <a:bodyPr/>
                    <a:lstStyle/>
                    <a:p>
                      <a:pPr algn="ctr"/>
                      <a:r>
                        <a:rPr lang="en-IN" dirty="0"/>
                        <a:t>5</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tcP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Q5</a:t>
                      </a:r>
                    </a:p>
                  </a:txBody>
                  <a:tcPr anchor="ctr"/>
                </a:tc>
                <a:tc>
                  <a:txBody>
                    <a:bodyPr/>
                    <a:lstStyle/>
                    <a:p>
                      <a:pPr algn="ctr"/>
                      <a:r>
                        <a:rPr lang="en-IN" dirty="0"/>
                        <a:t>-</a:t>
                      </a:r>
                    </a:p>
                  </a:txBody>
                  <a:tcPr anchor="ctr"/>
                </a:tc>
                <a:extLst>
                  <a:ext uri="{0D108BD9-81ED-4DB2-BD59-A6C34878D82A}">
                    <a16:rowId xmlns:a16="http://schemas.microsoft.com/office/drawing/2014/main" val="1148551912"/>
                  </a:ext>
                </a:extLst>
              </a:tr>
              <a:tr h="378749">
                <a:tc>
                  <a:txBody>
                    <a:bodyPr/>
                    <a:lstStyle/>
                    <a:p>
                      <a:pPr algn="ctr"/>
                      <a:r>
                        <a:rPr lang="en-IN" dirty="0"/>
                        <a:t>6</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Q6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tcP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extLst>
                  <a:ext uri="{0D108BD9-81ED-4DB2-BD59-A6C34878D82A}">
                    <a16:rowId xmlns:a16="http://schemas.microsoft.com/office/drawing/2014/main" val="3131333112"/>
                  </a:ext>
                </a:extLst>
              </a:tr>
              <a:tr h="378749">
                <a:tc>
                  <a:txBody>
                    <a:bodyPr/>
                    <a:lstStyle/>
                    <a:p>
                      <a:pPr algn="ctr"/>
                      <a:r>
                        <a:rPr lang="en-IN" dirty="0"/>
                        <a:t>7</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tcPr>
                </a:tc>
                <a:tc>
                  <a:txBody>
                    <a:bodyPr/>
                    <a:lstStyle/>
                    <a:p>
                      <a:pPr algn="ctr"/>
                      <a:r>
                        <a:rPr lang="en-IN" dirty="0"/>
                        <a:t>Q7</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extLst>
                  <a:ext uri="{0D108BD9-81ED-4DB2-BD59-A6C34878D82A}">
                    <a16:rowId xmlns:a16="http://schemas.microsoft.com/office/drawing/2014/main" val="4269242149"/>
                  </a:ext>
                </a:extLst>
              </a:tr>
              <a:tr h="378749">
                <a:tc>
                  <a:txBody>
                    <a:bodyPr/>
                    <a:lstStyle/>
                    <a:p>
                      <a:pPr algn="ctr"/>
                      <a:r>
                        <a:rPr lang="en-IN" dirty="0"/>
                        <a:t>8</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tcP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Q8</a:t>
                      </a:r>
                    </a:p>
                  </a:txBody>
                  <a:tcPr anchor="ctr"/>
                </a:tc>
                <a:tc>
                  <a:txBody>
                    <a:bodyPr/>
                    <a:lstStyle/>
                    <a:p>
                      <a:pPr algn="ctr"/>
                      <a:r>
                        <a:rPr lang="en-IN" dirty="0"/>
                        <a:t>-</a:t>
                      </a:r>
                    </a:p>
                  </a:txBody>
                  <a:tcPr anchor="ctr"/>
                </a:tc>
                <a:tc>
                  <a:txBody>
                    <a:bodyPr/>
                    <a:lstStyle/>
                    <a:p>
                      <a:pPr algn="ctr"/>
                      <a:r>
                        <a:rPr lang="en-IN" dirty="0"/>
                        <a:t>-</a:t>
                      </a:r>
                    </a:p>
                  </a:txBody>
                  <a:tcPr anchor="ctr"/>
                </a:tc>
                <a:tc>
                  <a:txBody>
                    <a:bodyPr/>
                    <a:lstStyle/>
                    <a:p>
                      <a:pPr algn="ctr"/>
                      <a:r>
                        <a:rPr lang="en-IN" dirty="0"/>
                        <a:t>-</a:t>
                      </a:r>
                    </a:p>
                  </a:txBody>
                  <a:tcPr anchor="ctr"/>
                </a:tc>
                <a:extLst>
                  <a:ext uri="{0D108BD9-81ED-4DB2-BD59-A6C34878D82A}">
                    <a16:rowId xmlns:a16="http://schemas.microsoft.com/office/drawing/2014/main" val="1307436199"/>
                  </a:ext>
                </a:extLst>
              </a:tr>
            </a:tbl>
          </a:graphicData>
        </a:graphic>
      </p:graphicFrame>
      <p:sp>
        <p:nvSpPr>
          <p:cNvPr id="6" name="TextBox 5">
            <a:extLst>
              <a:ext uri="{FF2B5EF4-FFF2-40B4-BE49-F238E27FC236}">
                <a16:creationId xmlns:a16="http://schemas.microsoft.com/office/drawing/2014/main" id="{2EC0B553-A6CA-AB67-D6DE-20C1FC97687E}"/>
              </a:ext>
            </a:extLst>
          </p:cNvPr>
          <p:cNvSpPr txBox="1"/>
          <p:nvPr/>
        </p:nvSpPr>
        <p:spPr>
          <a:xfrm>
            <a:off x="7727436" y="5374640"/>
            <a:ext cx="3911648" cy="923330"/>
          </a:xfrm>
          <a:prstGeom prst="rect">
            <a:avLst/>
          </a:prstGeom>
          <a:noFill/>
        </p:spPr>
        <p:txBody>
          <a:bodyPr wrap="none" rtlCol="0">
            <a:spAutoFit/>
          </a:bodyPr>
          <a:lstStyle/>
          <a:p>
            <a:pPr algn="ctr"/>
            <a:r>
              <a:rPr lang="en-IN" b="1" dirty="0"/>
              <a:t>8 x 8 chessboard</a:t>
            </a:r>
          </a:p>
          <a:p>
            <a:r>
              <a:rPr lang="en-IN" b="1" dirty="0"/>
              <a:t>One of the solution is: x[4 6 8 2 7 1 3 5]</a:t>
            </a:r>
          </a:p>
          <a:p>
            <a:r>
              <a:rPr lang="en-IN" b="1" dirty="0"/>
              <a:t>                 </a:t>
            </a:r>
          </a:p>
        </p:txBody>
      </p:sp>
      <p:sp>
        <p:nvSpPr>
          <p:cNvPr id="8" name="Content Placeholder 2">
            <a:extLst>
              <a:ext uri="{FF2B5EF4-FFF2-40B4-BE49-F238E27FC236}">
                <a16:creationId xmlns:a16="http://schemas.microsoft.com/office/drawing/2014/main" id="{F84F82A3-2121-42DD-6615-FE91CC85EC9F}"/>
              </a:ext>
            </a:extLst>
          </p:cNvPr>
          <p:cNvSpPr>
            <a:spLocks noGrp="1"/>
          </p:cNvSpPr>
          <p:nvPr>
            <p:ph idx="1"/>
          </p:nvPr>
        </p:nvSpPr>
        <p:spPr>
          <a:xfrm>
            <a:off x="552916" y="1623696"/>
            <a:ext cx="6763040" cy="4604384"/>
          </a:xfrm>
          <a:ln>
            <a:solidFill>
              <a:schemeClr val="accent1"/>
            </a:solidFill>
          </a:ln>
        </p:spPr>
        <p:txBody>
          <a:bodyPr>
            <a:normAutofit fontScale="85000" lnSpcReduction="20000"/>
          </a:bodyPr>
          <a:lstStyle/>
          <a:p>
            <a:pPr marL="0" indent="0" algn="just">
              <a:buNone/>
            </a:pPr>
            <a:r>
              <a:rPr lang="en-IN" b="1" dirty="0">
                <a:solidFill>
                  <a:srgbClr val="FF0000"/>
                </a:solidFill>
              </a:rPr>
              <a:t>Problem: </a:t>
            </a:r>
            <a:r>
              <a:rPr lang="en-IN" dirty="0"/>
              <a:t>Place 8-Queens into 8x8 chessboard so that no two queens can attack each other means no two queens are on  the same row, same column or same diagonal.</a:t>
            </a:r>
            <a:endParaRPr lang="en-IN" sz="3200" dirty="0"/>
          </a:p>
          <a:p>
            <a:pPr marL="0" indent="0" algn="just">
              <a:buNone/>
            </a:pPr>
            <a:r>
              <a:rPr lang="en-IN" b="1" dirty="0"/>
              <a:t>Constraints:</a:t>
            </a:r>
          </a:p>
          <a:p>
            <a:pPr marL="538163" indent="-138113" algn="just"/>
            <a:r>
              <a:rPr lang="en-IN" sz="3200" dirty="0"/>
              <a:t> </a:t>
            </a:r>
            <a:r>
              <a:rPr lang="en-IN" b="1" dirty="0"/>
              <a:t>Explicit Constraints</a:t>
            </a:r>
          </a:p>
          <a:p>
            <a:pPr marL="1314450" lvl="1" indent="-457200" algn="just">
              <a:buFont typeface="+mj-lt"/>
              <a:buAutoNum type="arabicPeriod"/>
            </a:pPr>
            <a:r>
              <a:rPr lang="en-IN" dirty="0"/>
              <a:t>Given 8 x 8 chessboard</a:t>
            </a:r>
          </a:p>
          <a:p>
            <a:pPr marL="1314450" lvl="1" indent="-457200" algn="just">
              <a:buFont typeface="+mj-lt"/>
              <a:buAutoNum type="arabicPeriod"/>
            </a:pPr>
            <a:r>
              <a:rPr lang="en-IN" dirty="0"/>
              <a:t>Where 4 is the no. of queens </a:t>
            </a:r>
          </a:p>
          <a:p>
            <a:pPr marL="1314450" lvl="2" indent="0" algn="just">
              <a:buNone/>
            </a:pPr>
            <a:r>
              <a:rPr lang="en-IN" sz="2400" b="1" dirty="0"/>
              <a:t>1 &lt;= xi &lt;=8</a:t>
            </a:r>
            <a:endParaRPr lang="en-IN" sz="1800" b="1" dirty="0"/>
          </a:p>
          <a:p>
            <a:pPr marL="857250" lvl="1" indent="0" algn="just">
              <a:buNone/>
            </a:pPr>
            <a:endParaRPr lang="en-IN" sz="2800" dirty="0"/>
          </a:p>
          <a:p>
            <a:pPr lvl="1" algn="just"/>
            <a:r>
              <a:rPr lang="en-IN" sz="2800" b="1" dirty="0"/>
              <a:t>Implicit constraints:</a:t>
            </a:r>
          </a:p>
          <a:p>
            <a:pPr marL="457200" lvl="1" indent="0" algn="just">
              <a:buNone/>
            </a:pPr>
            <a:r>
              <a:rPr lang="en-IN" sz="2600" dirty="0"/>
              <a:t>We have to place all the queens in such a way that:</a:t>
            </a:r>
            <a:endParaRPr lang="en-IN" sz="2800" dirty="0"/>
          </a:p>
          <a:p>
            <a:pPr marL="1371600" lvl="2" indent="-457200" algn="just">
              <a:buFont typeface="+mj-lt"/>
              <a:buAutoNum type="arabicPeriod"/>
            </a:pPr>
            <a:r>
              <a:rPr lang="en-IN" sz="2400" dirty="0"/>
              <a:t>No two queens should be in same row</a:t>
            </a:r>
          </a:p>
          <a:p>
            <a:pPr marL="1371600" lvl="2" indent="-457200" algn="just">
              <a:buFont typeface="+mj-lt"/>
              <a:buAutoNum type="arabicPeriod"/>
            </a:pPr>
            <a:r>
              <a:rPr lang="en-IN" sz="2400" dirty="0"/>
              <a:t>No two queens should be in same column</a:t>
            </a:r>
          </a:p>
          <a:p>
            <a:pPr marL="1371600" lvl="2" indent="-457200" algn="just">
              <a:buFont typeface="+mj-lt"/>
              <a:buAutoNum type="arabicPeriod"/>
            </a:pPr>
            <a:r>
              <a:rPr lang="en-IN" sz="2400" dirty="0"/>
              <a:t>No two queens should be in same diagonal</a:t>
            </a:r>
          </a:p>
        </p:txBody>
      </p:sp>
    </p:spTree>
    <p:extLst>
      <p:ext uri="{BB962C8B-B14F-4D97-AF65-F5344CB8AC3E}">
        <p14:creationId xmlns:p14="http://schemas.microsoft.com/office/powerpoint/2010/main" val="456367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F7131-9C29-0757-BF99-CE7F3225167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98F4501-9FE4-C30C-F974-64176A3B088D}"/>
              </a:ext>
            </a:extLst>
          </p:cNvPr>
          <p:cNvSpPr>
            <a:spLocks noGrp="1"/>
          </p:cNvSpPr>
          <p:nvPr>
            <p:ph type="title"/>
          </p:nvPr>
        </p:nvSpPr>
        <p:spPr>
          <a:xfrm>
            <a:off x="838200" y="50165"/>
            <a:ext cx="10515600" cy="1028577"/>
          </a:xfrm>
        </p:spPr>
        <p:txBody>
          <a:bodyPr>
            <a:normAutofit/>
          </a:bodyPr>
          <a:lstStyle/>
          <a:p>
            <a:r>
              <a:rPr lang="en-IN" sz="4000" b="1" dirty="0"/>
              <a:t>Backtracking Algorithm: The 8-Queens Problem</a:t>
            </a:r>
            <a:endParaRPr lang="en-IN" sz="4000" dirty="0"/>
          </a:p>
        </p:txBody>
      </p:sp>
      <p:pic>
        <p:nvPicPr>
          <p:cNvPr id="3" name="Picture 2">
            <a:extLst>
              <a:ext uri="{FF2B5EF4-FFF2-40B4-BE49-F238E27FC236}">
                <a16:creationId xmlns:a16="http://schemas.microsoft.com/office/drawing/2014/main" id="{6F47642F-9741-37E4-BA7E-C150850BC5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5200" y="956822"/>
            <a:ext cx="7794190" cy="5667498"/>
          </a:xfrm>
          <a:prstGeom prst="rect">
            <a:avLst/>
          </a:prstGeom>
        </p:spPr>
      </p:pic>
      <p:sp>
        <p:nvSpPr>
          <p:cNvPr id="4" name="TextBox 3">
            <a:extLst>
              <a:ext uri="{FF2B5EF4-FFF2-40B4-BE49-F238E27FC236}">
                <a16:creationId xmlns:a16="http://schemas.microsoft.com/office/drawing/2014/main" id="{64BF12DD-0B1C-8B1F-A7FB-5B74F29CC292}"/>
              </a:ext>
            </a:extLst>
          </p:cNvPr>
          <p:cNvSpPr txBox="1"/>
          <p:nvPr/>
        </p:nvSpPr>
        <p:spPr>
          <a:xfrm>
            <a:off x="4429760" y="6326743"/>
            <a:ext cx="2164080" cy="369332"/>
          </a:xfrm>
          <a:prstGeom prst="rect">
            <a:avLst/>
          </a:prstGeom>
          <a:noFill/>
        </p:spPr>
        <p:txBody>
          <a:bodyPr wrap="square" rtlCol="0">
            <a:spAutoFit/>
          </a:bodyPr>
          <a:lstStyle/>
          <a:p>
            <a:r>
              <a:rPr lang="en-IN" dirty="0"/>
              <a:t>= 1,09,601</a:t>
            </a:r>
          </a:p>
        </p:txBody>
      </p:sp>
    </p:spTree>
    <p:extLst>
      <p:ext uri="{BB962C8B-B14F-4D97-AF65-F5344CB8AC3E}">
        <p14:creationId xmlns:p14="http://schemas.microsoft.com/office/powerpoint/2010/main" val="844886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2A0B8-8FF3-A51A-F5CB-257A170CA374}"/>
              </a:ext>
            </a:extLst>
          </p:cNvPr>
          <p:cNvSpPr>
            <a:spLocks noGrp="1"/>
          </p:cNvSpPr>
          <p:nvPr>
            <p:ph type="title"/>
          </p:nvPr>
        </p:nvSpPr>
        <p:spPr>
          <a:xfrm>
            <a:off x="563880" y="172085"/>
            <a:ext cx="10515600" cy="884555"/>
          </a:xfrm>
        </p:spPr>
        <p:txBody>
          <a:bodyPr>
            <a:normAutofit/>
          </a:bodyPr>
          <a:lstStyle/>
          <a:p>
            <a:r>
              <a:rPr lang="en-IN" sz="4000" b="1" dirty="0"/>
              <a:t>Backtracking Algorithm: The 8-Queens Problem</a:t>
            </a:r>
            <a:endParaRPr lang="en-IN" sz="4000" dirty="0"/>
          </a:p>
        </p:txBody>
      </p:sp>
      <p:sp>
        <p:nvSpPr>
          <p:cNvPr id="7" name="TextBox 6">
            <a:extLst>
              <a:ext uri="{FF2B5EF4-FFF2-40B4-BE49-F238E27FC236}">
                <a16:creationId xmlns:a16="http://schemas.microsoft.com/office/drawing/2014/main" id="{EBE83088-C476-8E01-B3E9-02AF08FE93A5}"/>
              </a:ext>
            </a:extLst>
          </p:cNvPr>
          <p:cNvSpPr txBox="1"/>
          <p:nvPr/>
        </p:nvSpPr>
        <p:spPr>
          <a:xfrm>
            <a:off x="721360" y="1151374"/>
            <a:ext cx="6096000" cy="369332"/>
          </a:xfrm>
          <a:prstGeom prst="rect">
            <a:avLst/>
          </a:prstGeom>
          <a:noFill/>
        </p:spPr>
        <p:txBody>
          <a:bodyPr wrap="square">
            <a:spAutoFit/>
          </a:bodyPr>
          <a:lstStyle/>
          <a:p>
            <a:r>
              <a:rPr lang="en-IN" dirty="0"/>
              <a:t>State Space Tree</a:t>
            </a:r>
          </a:p>
        </p:txBody>
      </p:sp>
      <p:pic>
        <p:nvPicPr>
          <p:cNvPr id="11" name="Picture 10">
            <a:extLst>
              <a:ext uri="{FF2B5EF4-FFF2-40B4-BE49-F238E27FC236}">
                <a16:creationId xmlns:a16="http://schemas.microsoft.com/office/drawing/2014/main" id="{54DDD94B-6CE9-89E0-5F05-079F0D195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0480" y="1175416"/>
            <a:ext cx="7738991" cy="5560664"/>
          </a:xfrm>
          <a:prstGeom prst="rect">
            <a:avLst/>
          </a:prstGeom>
        </p:spPr>
      </p:pic>
      <p:sp>
        <p:nvSpPr>
          <p:cNvPr id="3" name="TextBox 2">
            <a:extLst>
              <a:ext uri="{FF2B5EF4-FFF2-40B4-BE49-F238E27FC236}">
                <a16:creationId xmlns:a16="http://schemas.microsoft.com/office/drawing/2014/main" id="{513B11E1-43DF-27AE-3A67-C04BD5A6E4C5}"/>
              </a:ext>
            </a:extLst>
          </p:cNvPr>
          <p:cNvSpPr txBox="1"/>
          <p:nvPr/>
        </p:nvSpPr>
        <p:spPr>
          <a:xfrm>
            <a:off x="659536" y="1391642"/>
            <a:ext cx="3018384" cy="646331"/>
          </a:xfrm>
          <a:prstGeom prst="rect">
            <a:avLst/>
          </a:prstGeom>
          <a:noFill/>
        </p:spPr>
        <p:txBody>
          <a:bodyPr wrap="square">
            <a:spAutoFit/>
          </a:bodyPr>
          <a:lstStyle/>
          <a:p>
            <a:r>
              <a:rPr lang="en-IN" b="1" dirty="0">
                <a:latin typeface="+mj-lt"/>
              </a:rPr>
              <a:t>              or </a:t>
            </a:r>
          </a:p>
          <a:p>
            <a:r>
              <a:rPr lang="en-IN" b="1" dirty="0">
                <a:latin typeface="+mj-lt"/>
              </a:rPr>
              <a:t>Permutation tree</a:t>
            </a:r>
          </a:p>
        </p:txBody>
      </p:sp>
    </p:spTree>
    <p:extLst>
      <p:ext uri="{BB962C8B-B14F-4D97-AF65-F5344CB8AC3E}">
        <p14:creationId xmlns:p14="http://schemas.microsoft.com/office/powerpoint/2010/main" val="127044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80604-A9D8-8C3A-A48E-8F6A238E9E8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2BF39ED-952E-CCFE-DD29-D4D2549A1DCE}"/>
              </a:ext>
            </a:extLst>
          </p:cNvPr>
          <p:cNvSpPr txBox="1"/>
          <p:nvPr/>
        </p:nvSpPr>
        <p:spPr>
          <a:xfrm>
            <a:off x="487680" y="826254"/>
            <a:ext cx="6096000" cy="369332"/>
          </a:xfrm>
          <a:prstGeom prst="rect">
            <a:avLst/>
          </a:prstGeom>
          <a:noFill/>
        </p:spPr>
        <p:txBody>
          <a:bodyPr wrap="square">
            <a:spAutoFit/>
          </a:bodyPr>
          <a:lstStyle/>
          <a:p>
            <a:r>
              <a:rPr lang="en-IN" dirty="0"/>
              <a:t>State Space Tree </a:t>
            </a:r>
          </a:p>
        </p:txBody>
      </p:sp>
      <p:graphicFrame>
        <p:nvGraphicFramePr>
          <p:cNvPr id="9" name="Table 8">
            <a:extLst>
              <a:ext uri="{FF2B5EF4-FFF2-40B4-BE49-F238E27FC236}">
                <a16:creationId xmlns:a16="http://schemas.microsoft.com/office/drawing/2014/main" id="{62F7353B-8317-E64F-A6AD-5142E3F86D58}"/>
              </a:ext>
            </a:extLst>
          </p:cNvPr>
          <p:cNvGraphicFramePr>
            <a:graphicFrameLocks noGrp="1"/>
          </p:cNvGraphicFramePr>
          <p:nvPr>
            <p:extLst>
              <p:ext uri="{D42A27DB-BD31-4B8C-83A1-F6EECF244321}">
                <p14:modId xmlns:p14="http://schemas.microsoft.com/office/powerpoint/2010/main" val="2662879131"/>
              </p:ext>
            </p:extLst>
          </p:nvPr>
        </p:nvGraphicFramePr>
        <p:xfrm>
          <a:off x="1209040" y="4542415"/>
          <a:ext cx="2753360" cy="1927359"/>
        </p:xfrm>
        <a:graphic>
          <a:graphicData uri="http://schemas.openxmlformats.org/drawingml/2006/table">
            <a:tbl>
              <a:tblPr firstRow="1" bandRow="1">
                <a:tableStyleId>{5940675A-B579-460E-94D1-54222C63F5DA}</a:tableStyleId>
              </a:tblPr>
              <a:tblGrid>
                <a:gridCol w="214857">
                  <a:extLst>
                    <a:ext uri="{9D8B030D-6E8A-4147-A177-3AD203B41FA5}">
                      <a16:colId xmlns:a16="http://schemas.microsoft.com/office/drawing/2014/main" val="2835415117"/>
                    </a:ext>
                  </a:extLst>
                </a:gridCol>
                <a:gridCol w="332166">
                  <a:extLst>
                    <a:ext uri="{9D8B030D-6E8A-4147-A177-3AD203B41FA5}">
                      <a16:colId xmlns:a16="http://schemas.microsoft.com/office/drawing/2014/main" val="1304507083"/>
                    </a:ext>
                  </a:extLst>
                </a:gridCol>
                <a:gridCol w="309825">
                  <a:extLst>
                    <a:ext uri="{9D8B030D-6E8A-4147-A177-3AD203B41FA5}">
                      <a16:colId xmlns:a16="http://schemas.microsoft.com/office/drawing/2014/main" val="719428449"/>
                    </a:ext>
                  </a:extLst>
                </a:gridCol>
                <a:gridCol w="315954">
                  <a:extLst>
                    <a:ext uri="{9D8B030D-6E8A-4147-A177-3AD203B41FA5}">
                      <a16:colId xmlns:a16="http://schemas.microsoft.com/office/drawing/2014/main" val="639983479"/>
                    </a:ext>
                  </a:extLst>
                </a:gridCol>
                <a:gridCol w="315954">
                  <a:extLst>
                    <a:ext uri="{9D8B030D-6E8A-4147-A177-3AD203B41FA5}">
                      <a16:colId xmlns:a16="http://schemas.microsoft.com/office/drawing/2014/main" val="825097739"/>
                    </a:ext>
                  </a:extLst>
                </a:gridCol>
                <a:gridCol w="315954">
                  <a:extLst>
                    <a:ext uri="{9D8B030D-6E8A-4147-A177-3AD203B41FA5}">
                      <a16:colId xmlns:a16="http://schemas.microsoft.com/office/drawing/2014/main" val="2936793895"/>
                    </a:ext>
                  </a:extLst>
                </a:gridCol>
                <a:gridCol w="315954">
                  <a:extLst>
                    <a:ext uri="{9D8B030D-6E8A-4147-A177-3AD203B41FA5}">
                      <a16:colId xmlns:a16="http://schemas.microsoft.com/office/drawing/2014/main" val="2026578532"/>
                    </a:ext>
                  </a:extLst>
                </a:gridCol>
                <a:gridCol w="339792">
                  <a:extLst>
                    <a:ext uri="{9D8B030D-6E8A-4147-A177-3AD203B41FA5}">
                      <a16:colId xmlns:a16="http://schemas.microsoft.com/office/drawing/2014/main" val="1784111147"/>
                    </a:ext>
                  </a:extLst>
                </a:gridCol>
                <a:gridCol w="292904">
                  <a:extLst>
                    <a:ext uri="{9D8B030D-6E8A-4147-A177-3AD203B41FA5}">
                      <a16:colId xmlns:a16="http://schemas.microsoft.com/office/drawing/2014/main" val="356645724"/>
                    </a:ext>
                  </a:extLst>
                </a:gridCol>
              </a:tblGrid>
              <a:tr h="182461">
                <a:tc>
                  <a:txBody>
                    <a:bodyPr/>
                    <a:lstStyle/>
                    <a:p>
                      <a:pPr algn="ctr"/>
                      <a:endParaRPr lang="en-IN" sz="7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2</a:t>
                      </a: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5</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6</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7</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8</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2324315"/>
                  </a:ext>
                </a:extLst>
              </a:tr>
              <a:tr h="182461">
                <a:tc>
                  <a:txBody>
                    <a:bodyPr/>
                    <a:lstStyle/>
                    <a:p>
                      <a:pPr algn="ctr"/>
                      <a:r>
                        <a:rPr lang="en-IN" sz="700" dirty="0"/>
                        <a:t>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Q1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6797796"/>
                  </a:ext>
                </a:extLst>
              </a:tr>
              <a:tr h="182461">
                <a:tc>
                  <a:txBody>
                    <a:bodyPr/>
                    <a:lstStyle/>
                    <a:p>
                      <a:pPr algn="ctr"/>
                      <a:r>
                        <a:rPr lang="en-IN" sz="700"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pPr algn="ctr"/>
                      <a:r>
                        <a:rPr lang="en-IN" sz="700" dirty="0"/>
                        <a:t>-</a:t>
                      </a:r>
                    </a:p>
                  </a:txBody>
                  <a:tcPr anchor="ctr">
                    <a:lnT w="127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pPr algn="ctr"/>
                      <a:r>
                        <a:rPr lang="en-IN" sz="700" dirty="0"/>
                        <a:t>-</a:t>
                      </a:r>
                    </a:p>
                  </a:txBody>
                  <a:tcPr anchor="ctr">
                    <a:lnT w="127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pPr algn="ctr"/>
                      <a:r>
                        <a:rPr lang="en-IN" sz="700" dirty="0"/>
                        <a:t>Q2</a:t>
                      </a:r>
                    </a:p>
                  </a:txBody>
                  <a:tcPr anchor="ctr">
                    <a:lnT w="127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pPr algn="ctr"/>
                      <a:r>
                        <a:rPr lang="en-IN" sz="700" dirty="0"/>
                        <a:t>-</a:t>
                      </a:r>
                    </a:p>
                  </a:txBody>
                  <a:tcPr anchor="ctr">
                    <a:lnT w="127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pPr algn="ctr"/>
                      <a:r>
                        <a:rPr lang="en-IN" sz="700" dirty="0"/>
                        <a:t>-</a:t>
                      </a:r>
                    </a:p>
                  </a:txBody>
                  <a:tcPr anchor="ctr">
                    <a:lnT w="12700" cap="flat" cmpd="sng" algn="ctr">
                      <a:solidFill>
                        <a:schemeClr val="tx1"/>
                      </a:solidFill>
                      <a:prstDash val="solid"/>
                      <a:round/>
                      <a:headEnd type="none" w="med" len="med"/>
                      <a:tailEnd type="none" w="med" len="med"/>
                    </a:lnT>
                    <a:solidFill>
                      <a:schemeClr val="accent4">
                        <a:lumMod val="40000"/>
                        <a:lumOff val="60000"/>
                      </a:schemeClr>
                    </a:solidFill>
                  </a:tcPr>
                </a:tc>
                <a:tc>
                  <a:txBody>
                    <a:bodyPr/>
                    <a:lstStyle/>
                    <a:p>
                      <a:pPr algn="ctr"/>
                      <a:r>
                        <a:rPr lang="en-IN" sz="700" dirty="0"/>
                        <a:t>-</a:t>
                      </a:r>
                    </a:p>
                  </a:txBody>
                  <a:tcPr anchor="ctr">
                    <a:lnT w="12700" cap="flat" cmpd="sng" algn="ctr">
                      <a:solidFill>
                        <a:schemeClr val="tx1"/>
                      </a:solidFill>
                      <a:prstDash val="solid"/>
                      <a:round/>
                      <a:headEnd type="none" w="med" len="med"/>
                      <a:tailEnd type="none" w="med" len="med"/>
                    </a:lnT>
                    <a:solidFill>
                      <a:schemeClr val="accent4">
                        <a:lumMod val="40000"/>
                        <a:lumOff val="60000"/>
                      </a:schemeClr>
                    </a:solidFill>
                  </a:tcPr>
                </a:tc>
                <a:extLst>
                  <a:ext uri="{0D108BD9-81ED-4DB2-BD59-A6C34878D82A}">
                    <a16:rowId xmlns:a16="http://schemas.microsoft.com/office/drawing/2014/main" val="3253939358"/>
                  </a:ext>
                </a:extLst>
              </a:tr>
              <a:tr h="280709">
                <a:tc>
                  <a:txBody>
                    <a:bodyPr/>
                    <a:lstStyle/>
                    <a:p>
                      <a:pPr algn="ctr"/>
                      <a:r>
                        <a:rPr lang="en-IN" sz="700"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Q3</a:t>
                      </a:r>
                    </a:p>
                  </a:txBody>
                  <a:tcPr anchor="ctr">
                    <a:solidFill>
                      <a:schemeClr val="accent4">
                        <a:lumMod val="40000"/>
                        <a:lumOff val="60000"/>
                      </a:schemeClr>
                    </a:solidFill>
                  </a:tcPr>
                </a:tc>
                <a:extLst>
                  <a:ext uri="{0D108BD9-81ED-4DB2-BD59-A6C34878D82A}">
                    <a16:rowId xmlns:a16="http://schemas.microsoft.com/office/drawing/2014/main" val="206229420"/>
                  </a:ext>
                </a:extLst>
              </a:tr>
              <a:tr h="259810">
                <a:tc>
                  <a:txBody>
                    <a:bodyPr/>
                    <a:lstStyle/>
                    <a:p>
                      <a:pPr algn="ctr"/>
                      <a:r>
                        <a:rPr lang="en-IN" sz="700"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Q4</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extLst>
                  <a:ext uri="{0D108BD9-81ED-4DB2-BD59-A6C34878D82A}">
                    <a16:rowId xmlns:a16="http://schemas.microsoft.com/office/drawing/2014/main" val="2840274321"/>
                  </a:ext>
                </a:extLst>
              </a:tr>
              <a:tr h="182461">
                <a:tc>
                  <a:txBody>
                    <a:bodyPr/>
                    <a:lstStyle/>
                    <a:p>
                      <a:pPr algn="ctr"/>
                      <a:r>
                        <a:rPr lang="en-IN" sz="700" dirty="0"/>
                        <a:t>5</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solidFill>
                      <a:schemeClr val="accent4">
                        <a:lumMod val="40000"/>
                        <a:lumOff val="60000"/>
                      </a:schemeClr>
                    </a:solidFill>
                  </a:tcPr>
                </a:tc>
                <a:tc>
                  <a:txBody>
                    <a:bodyPr/>
                    <a:lstStyle/>
                    <a:p>
                      <a:pPr algn="ctr"/>
                      <a:r>
                        <a:rPr lang="en-IN" sz="700" dirty="0"/>
                        <a:t>Q5</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extLst>
                  <a:ext uri="{0D108BD9-81ED-4DB2-BD59-A6C34878D82A}">
                    <a16:rowId xmlns:a16="http://schemas.microsoft.com/office/drawing/2014/main" val="1148551912"/>
                  </a:ext>
                </a:extLst>
              </a:tr>
              <a:tr h="182461">
                <a:tc>
                  <a:txBody>
                    <a:bodyPr/>
                    <a:lstStyle/>
                    <a:p>
                      <a:pPr algn="ctr"/>
                      <a:r>
                        <a:rPr lang="en-IN" sz="700" dirty="0"/>
                        <a:t>6</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Q6</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extLst>
                  <a:ext uri="{0D108BD9-81ED-4DB2-BD59-A6C34878D82A}">
                    <a16:rowId xmlns:a16="http://schemas.microsoft.com/office/drawing/2014/main" val="3131333112"/>
                  </a:ext>
                </a:extLst>
              </a:tr>
              <a:tr h="182461">
                <a:tc>
                  <a:txBody>
                    <a:bodyPr/>
                    <a:lstStyle/>
                    <a:p>
                      <a:pPr algn="ctr"/>
                      <a:r>
                        <a:rPr lang="en-IN" sz="700" dirty="0"/>
                        <a:t>7</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IN" sz="700" dirty="0"/>
                        <a:t>Q7</a:t>
                      </a:r>
                    </a:p>
                  </a:txBody>
                  <a:tcPr anchor="ctr">
                    <a:lnL w="12700" cap="flat" cmpd="sng" algn="ctr">
                      <a:solidFill>
                        <a:schemeClr val="tx1"/>
                      </a:solidFill>
                      <a:prstDash val="solid"/>
                      <a:round/>
                      <a:headEnd type="none" w="med" len="med"/>
                      <a:tailEnd type="none" w="med" len="med"/>
                    </a:lnL>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extLst>
                  <a:ext uri="{0D108BD9-81ED-4DB2-BD59-A6C34878D82A}">
                    <a16:rowId xmlns:a16="http://schemas.microsoft.com/office/drawing/2014/main" val="4269242149"/>
                  </a:ext>
                </a:extLst>
              </a:tr>
              <a:tr h="182461">
                <a:tc>
                  <a:txBody>
                    <a:bodyPr/>
                    <a:lstStyle/>
                    <a:p>
                      <a:pPr algn="ctr"/>
                      <a:r>
                        <a:rPr lang="en-IN" sz="700" dirty="0"/>
                        <a:t>8</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Q8</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tc>
                  <a:txBody>
                    <a:bodyPr/>
                    <a:lstStyle/>
                    <a:p>
                      <a:pPr algn="ctr"/>
                      <a:r>
                        <a:rPr lang="en-IN" sz="700" dirty="0"/>
                        <a:t>-</a:t>
                      </a:r>
                    </a:p>
                  </a:txBody>
                  <a:tcPr anchor="ctr">
                    <a:solidFill>
                      <a:schemeClr val="accent4">
                        <a:lumMod val="40000"/>
                        <a:lumOff val="60000"/>
                      </a:schemeClr>
                    </a:solidFill>
                  </a:tcPr>
                </a:tc>
                <a:extLst>
                  <a:ext uri="{0D108BD9-81ED-4DB2-BD59-A6C34878D82A}">
                    <a16:rowId xmlns:a16="http://schemas.microsoft.com/office/drawing/2014/main" val="1307436199"/>
                  </a:ext>
                </a:extLst>
              </a:tr>
            </a:tbl>
          </a:graphicData>
        </a:graphic>
      </p:graphicFrame>
      <p:graphicFrame>
        <p:nvGraphicFramePr>
          <p:cNvPr id="10" name="Table 9">
            <a:extLst>
              <a:ext uri="{FF2B5EF4-FFF2-40B4-BE49-F238E27FC236}">
                <a16:creationId xmlns:a16="http://schemas.microsoft.com/office/drawing/2014/main" id="{0D82F532-A7C1-7E4C-3E12-5BC541922118}"/>
              </a:ext>
            </a:extLst>
          </p:cNvPr>
          <p:cNvGraphicFramePr>
            <a:graphicFrameLocks noGrp="1"/>
          </p:cNvGraphicFramePr>
          <p:nvPr>
            <p:extLst>
              <p:ext uri="{D42A27DB-BD31-4B8C-83A1-F6EECF244321}">
                <p14:modId xmlns:p14="http://schemas.microsoft.com/office/powerpoint/2010/main" val="2531312254"/>
              </p:ext>
            </p:extLst>
          </p:nvPr>
        </p:nvGraphicFramePr>
        <p:xfrm>
          <a:off x="4734560" y="4440816"/>
          <a:ext cx="2858230" cy="2057432"/>
        </p:xfrm>
        <a:graphic>
          <a:graphicData uri="http://schemas.openxmlformats.org/drawingml/2006/table">
            <a:tbl>
              <a:tblPr firstRow="1" bandRow="1">
                <a:tableStyleId>{5940675A-B579-460E-94D1-54222C63F5DA}</a:tableStyleId>
              </a:tblPr>
              <a:tblGrid>
                <a:gridCol w="215956">
                  <a:extLst>
                    <a:ext uri="{9D8B030D-6E8A-4147-A177-3AD203B41FA5}">
                      <a16:colId xmlns:a16="http://schemas.microsoft.com/office/drawing/2014/main" val="2835415117"/>
                    </a:ext>
                  </a:extLst>
                </a:gridCol>
                <a:gridCol w="345744">
                  <a:extLst>
                    <a:ext uri="{9D8B030D-6E8A-4147-A177-3AD203B41FA5}">
                      <a16:colId xmlns:a16="http://schemas.microsoft.com/office/drawing/2014/main" val="1304507083"/>
                    </a:ext>
                  </a:extLst>
                </a:gridCol>
                <a:gridCol w="322490">
                  <a:extLst>
                    <a:ext uri="{9D8B030D-6E8A-4147-A177-3AD203B41FA5}">
                      <a16:colId xmlns:a16="http://schemas.microsoft.com/office/drawing/2014/main" val="719428449"/>
                    </a:ext>
                  </a:extLst>
                </a:gridCol>
                <a:gridCol w="328870">
                  <a:extLst>
                    <a:ext uri="{9D8B030D-6E8A-4147-A177-3AD203B41FA5}">
                      <a16:colId xmlns:a16="http://schemas.microsoft.com/office/drawing/2014/main" val="639983479"/>
                    </a:ext>
                  </a:extLst>
                </a:gridCol>
                <a:gridCol w="328870">
                  <a:extLst>
                    <a:ext uri="{9D8B030D-6E8A-4147-A177-3AD203B41FA5}">
                      <a16:colId xmlns:a16="http://schemas.microsoft.com/office/drawing/2014/main" val="825097739"/>
                    </a:ext>
                  </a:extLst>
                </a:gridCol>
                <a:gridCol w="328870">
                  <a:extLst>
                    <a:ext uri="{9D8B030D-6E8A-4147-A177-3AD203B41FA5}">
                      <a16:colId xmlns:a16="http://schemas.microsoft.com/office/drawing/2014/main" val="2936793895"/>
                    </a:ext>
                  </a:extLst>
                </a:gridCol>
                <a:gridCol w="328870">
                  <a:extLst>
                    <a:ext uri="{9D8B030D-6E8A-4147-A177-3AD203B41FA5}">
                      <a16:colId xmlns:a16="http://schemas.microsoft.com/office/drawing/2014/main" val="2026578532"/>
                    </a:ext>
                  </a:extLst>
                </a:gridCol>
                <a:gridCol w="353682">
                  <a:extLst>
                    <a:ext uri="{9D8B030D-6E8A-4147-A177-3AD203B41FA5}">
                      <a16:colId xmlns:a16="http://schemas.microsoft.com/office/drawing/2014/main" val="1784111147"/>
                    </a:ext>
                  </a:extLst>
                </a:gridCol>
                <a:gridCol w="304878">
                  <a:extLst>
                    <a:ext uri="{9D8B030D-6E8A-4147-A177-3AD203B41FA5}">
                      <a16:colId xmlns:a16="http://schemas.microsoft.com/office/drawing/2014/main" val="356645724"/>
                    </a:ext>
                  </a:extLst>
                </a:gridCol>
              </a:tblGrid>
              <a:tr h="205244">
                <a:tc>
                  <a:txBody>
                    <a:bodyPr/>
                    <a:lstStyle/>
                    <a:p>
                      <a:pPr algn="ctr"/>
                      <a:endParaRPr lang="en-IN" sz="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80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800" dirty="0"/>
                        <a:t>2</a:t>
                      </a: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800"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800"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800" dirty="0"/>
                        <a:t>5</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800" dirty="0"/>
                        <a:t>6</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800" dirty="0"/>
                        <a:t>7</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800" dirty="0"/>
                        <a:t>8</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2324315"/>
                  </a:ext>
                </a:extLst>
              </a:tr>
              <a:tr h="205244">
                <a:tc>
                  <a:txBody>
                    <a:bodyPr/>
                    <a:lstStyle/>
                    <a:p>
                      <a:pPr algn="ctr"/>
                      <a:r>
                        <a:rPr lang="en-IN" sz="800" dirty="0"/>
                        <a:t>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latinLnBrk="0" hangingPunct="1"/>
                      <a:r>
                        <a:rPr lang="en-IN" sz="600" kern="1200" dirty="0">
                          <a:solidFill>
                            <a:schemeClr val="tx1"/>
                          </a:solidFill>
                          <a:latin typeface="+mn-lt"/>
                          <a:ea typeface="+mn-ea"/>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800" dirty="0"/>
                        <a:t>Q1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797796"/>
                  </a:ext>
                </a:extLst>
              </a:tr>
              <a:tr h="205244">
                <a:tc>
                  <a:txBody>
                    <a:bodyPr/>
                    <a:lstStyle/>
                    <a:p>
                      <a:pPr algn="ctr"/>
                      <a:r>
                        <a:rPr lang="en-IN" sz="800"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IN" sz="800" dirty="0"/>
                        <a:t>-</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IN" sz="800" dirty="0"/>
                        <a:t>-</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IN" sz="800" dirty="0"/>
                        <a:t>-</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IN" sz="800" dirty="0"/>
                        <a:t>Q2</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IN" sz="800" dirty="0"/>
                        <a:t>-</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IN" sz="800" dirty="0"/>
                        <a:t>-</a:t>
                      </a:r>
                    </a:p>
                  </a:txBody>
                  <a:tcPr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3253939358"/>
                  </a:ext>
                </a:extLst>
              </a:tr>
              <a:tr h="281956">
                <a:tc>
                  <a:txBody>
                    <a:bodyPr/>
                    <a:lstStyle/>
                    <a:p>
                      <a:pPr algn="ctr"/>
                      <a:r>
                        <a:rPr lang="en-IN" sz="800"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Q3</a:t>
                      </a:r>
                    </a:p>
                  </a:txBody>
                  <a:tcPr anchor="ctr">
                    <a:solidFill>
                      <a:schemeClr val="bg1">
                        <a:lumMod val="95000"/>
                      </a:schemeClr>
                    </a:solidFill>
                  </a:tcPr>
                </a:tc>
                <a:extLst>
                  <a:ext uri="{0D108BD9-81ED-4DB2-BD59-A6C34878D82A}">
                    <a16:rowId xmlns:a16="http://schemas.microsoft.com/office/drawing/2014/main" val="206229420"/>
                  </a:ext>
                </a:extLst>
              </a:tr>
              <a:tr h="281956">
                <a:tc>
                  <a:txBody>
                    <a:bodyPr/>
                    <a:lstStyle/>
                    <a:p>
                      <a:pPr algn="ctr"/>
                      <a:r>
                        <a:rPr lang="en-IN" sz="800"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800" dirty="0"/>
                        <a:t>Q4</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extLst>
                  <a:ext uri="{0D108BD9-81ED-4DB2-BD59-A6C34878D82A}">
                    <a16:rowId xmlns:a16="http://schemas.microsoft.com/office/drawing/2014/main" val="2840274321"/>
                  </a:ext>
                </a:extLst>
              </a:tr>
              <a:tr h="205244">
                <a:tc>
                  <a:txBody>
                    <a:bodyPr/>
                    <a:lstStyle/>
                    <a:p>
                      <a:pPr algn="ctr"/>
                      <a:r>
                        <a:rPr lang="en-IN" sz="800" dirty="0"/>
                        <a:t>5</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Q5</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extLst>
                  <a:ext uri="{0D108BD9-81ED-4DB2-BD59-A6C34878D82A}">
                    <a16:rowId xmlns:a16="http://schemas.microsoft.com/office/drawing/2014/main" val="1148551912"/>
                  </a:ext>
                </a:extLst>
              </a:tr>
              <a:tr h="205244">
                <a:tc>
                  <a:txBody>
                    <a:bodyPr/>
                    <a:lstStyle/>
                    <a:p>
                      <a:pPr algn="ctr"/>
                      <a:r>
                        <a:rPr lang="en-IN" sz="800" dirty="0"/>
                        <a:t>6</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800" dirty="0"/>
                        <a:t>Q6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extLst>
                  <a:ext uri="{0D108BD9-81ED-4DB2-BD59-A6C34878D82A}">
                    <a16:rowId xmlns:a16="http://schemas.microsoft.com/office/drawing/2014/main" val="3131333112"/>
                  </a:ext>
                </a:extLst>
              </a:tr>
              <a:tr h="205244">
                <a:tc>
                  <a:txBody>
                    <a:bodyPr/>
                    <a:lstStyle/>
                    <a:p>
                      <a:pPr algn="ctr"/>
                      <a:r>
                        <a:rPr lang="en-IN" sz="800" dirty="0"/>
                        <a:t>7</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IN" sz="800" dirty="0"/>
                        <a:t>Q7</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extLst>
                  <a:ext uri="{0D108BD9-81ED-4DB2-BD59-A6C34878D82A}">
                    <a16:rowId xmlns:a16="http://schemas.microsoft.com/office/drawing/2014/main" val="4269242149"/>
                  </a:ext>
                </a:extLst>
              </a:tr>
              <a:tr h="205244">
                <a:tc>
                  <a:txBody>
                    <a:bodyPr/>
                    <a:lstStyle/>
                    <a:p>
                      <a:pPr algn="ctr"/>
                      <a:r>
                        <a:rPr lang="en-IN" sz="800" dirty="0"/>
                        <a:t>8</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IN" sz="800" dirty="0"/>
                        <a:t>-</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Q8</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tc>
                  <a:txBody>
                    <a:bodyPr/>
                    <a:lstStyle/>
                    <a:p>
                      <a:pPr algn="ctr"/>
                      <a:r>
                        <a:rPr lang="en-IN" sz="800" dirty="0"/>
                        <a:t>-</a:t>
                      </a:r>
                    </a:p>
                  </a:txBody>
                  <a:tcPr anchor="ctr">
                    <a:solidFill>
                      <a:schemeClr val="bg1">
                        <a:lumMod val="95000"/>
                      </a:schemeClr>
                    </a:solidFill>
                  </a:tcPr>
                </a:tc>
                <a:extLst>
                  <a:ext uri="{0D108BD9-81ED-4DB2-BD59-A6C34878D82A}">
                    <a16:rowId xmlns:a16="http://schemas.microsoft.com/office/drawing/2014/main" val="1307436199"/>
                  </a:ext>
                </a:extLst>
              </a:tr>
            </a:tbl>
          </a:graphicData>
        </a:graphic>
      </p:graphicFrame>
      <p:graphicFrame>
        <p:nvGraphicFramePr>
          <p:cNvPr id="11" name="Table 10">
            <a:extLst>
              <a:ext uri="{FF2B5EF4-FFF2-40B4-BE49-F238E27FC236}">
                <a16:creationId xmlns:a16="http://schemas.microsoft.com/office/drawing/2014/main" id="{C78EC0E2-968F-659D-6F35-FA41F0621D1C}"/>
              </a:ext>
            </a:extLst>
          </p:cNvPr>
          <p:cNvGraphicFramePr>
            <a:graphicFrameLocks noGrp="1"/>
          </p:cNvGraphicFramePr>
          <p:nvPr>
            <p:extLst>
              <p:ext uri="{D42A27DB-BD31-4B8C-83A1-F6EECF244321}">
                <p14:modId xmlns:p14="http://schemas.microsoft.com/office/powerpoint/2010/main" val="2238284394"/>
              </p:ext>
            </p:extLst>
          </p:nvPr>
        </p:nvGraphicFramePr>
        <p:xfrm>
          <a:off x="8351520" y="4493626"/>
          <a:ext cx="2776946" cy="1944422"/>
        </p:xfrm>
        <a:graphic>
          <a:graphicData uri="http://schemas.openxmlformats.org/drawingml/2006/table">
            <a:tbl>
              <a:tblPr firstRow="1" bandRow="1">
                <a:tableStyleId>{5940675A-B579-460E-94D1-54222C63F5DA}</a:tableStyleId>
              </a:tblPr>
              <a:tblGrid>
                <a:gridCol w="209815">
                  <a:extLst>
                    <a:ext uri="{9D8B030D-6E8A-4147-A177-3AD203B41FA5}">
                      <a16:colId xmlns:a16="http://schemas.microsoft.com/office/drawing/2014/main" val="2835415117"/>
                    </a:ext>
                  </a:extLst>
                </a:gridCol>
                <a:gridCol w="335912">
                  <a:extLst>
                    <a:ext uri="{9D8B030D-6E8A-4147-A177-3AD203B41FA5}">
                      <a16:colId xmlns:a16="http://schemas.microsoft.com/office/drawing/2014/main" val="1304507083"/>
                    </a:ext>
                  </a:extLst>
                </a:gridCol>
                <a:gridCol w="313319">
                  <a:extLst>
                    <a:ext uri="{9D8B030D-6E8A-4147-A177-3AD203B41FA5}">
                      <a16:colId xmlns:a16="http://schemas.microsoft.com/office/drawing/2014/main" val="719428449"/>
                    </a:ext>
                  </a:extLst>
                </a:gridCol>
                <a:gridCol w="319517">
                  <a:extLst>
                    <a:ext uri="{9D8B030D-6E8A-4147-A177-3AD203B41FA5}">
                      <a16:colId xmlns:a16="http://schemas.microsoft.com/office/drawing/2014/main" val="639983479"/>
                    </a:ext>
                  </a:extLst>
                </a:gridCol>
                <a:gridCol w="319517">
                  <a:extLst>
                    <a:ext uri="{9D8B030D-6E8A-4147-A177-3AD203B41FA5}">
                      <a16:colId xmlns:a16="http://schemas.microsoft.com/office/drawing/2014/main" val="825097739"/>
                    </a:ext>
                  </a:extLst>
                </a:gridCol>
                <a:gridCol w="319517">
                  <a:extLst>
                    <a:ext uri="{9D8B030D-6E8A-4147-A177-3AD203B41FA5}">
                      <a16:colId xmlns:a16="http://schemas.microsoft.com/office/drawing/2014/main" val="2936793895"/>
                    </a:ext>
                  </a:extLst>
                </a:gridCol>
                <a:gridCol w="319517">
                  <a:extLst>
                    <a:ext uri="{9D8B030D-6E8A-4147-A177-3AD203B41FA5}">
                      <a16:colId xmlns:a16="http://schemas.microsoft.com/office/drawing/2014/main" val="2026578532"/>
                    </a:ext>
                  </a:extLst>
                </a:gridCol>
                <a:gridCol w="343624">
                  <a:extLst>
                    <a:ext uri="{9D8B030D-6E8A-4147-A177-3AD203B41FA5}">
                      <a16:colId xmlns:a16="http://schemas.microsoft.com/office/drawing/2014/main" val="1784111147"/>
                    </a:ext>
                  </a:extLst>
                </a:gridCol>
                <a:gridCol w="296208">
                  <a:extLst>
                    <a:ext uri="{9D8B030D-6E8A-4147-A177-3AD203B41FA5}">
                      <a16:colId xmlns:a16="http://schemas.microsoft.com/office/drawing/2014/main" val="356645724"/>
                    </a:ext>
                  </a:extLst>
                </a:gridCol>
              </a:tblGrid>
              <a:tr h="188445">
                <a:tc>
                  <a:txBody>
                    <a:bodyPr/>
                    <a:lstStyle/>
                    <a:p>
                      <a:pPr algn="ctr"/>
                      <a:endParaRPr lang="en-IN" sz="7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2</a:t>
                      </a: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5</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6</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7</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700" dirty="0"/>
                        <a:t>8</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2324315"/>
                  </a:ext>
                </a:extLst>
              </a:tr>
              <a:tr h="188445">
                <a:tc>
                  <a:txBody>
                    <a:bodyPr/>
                    <a:lstStyle/>
                    <a:p>
                      <a:pPr algn="ctr"/>
                      <a:r>
                        <a:rPr lang="en-IN" sz="700" dirty="0"/>
                        <a:t>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700" dirty="0"/>
                        <a:t>Q1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6797796"/>
                  </a:ext>
                </a:extLst>
              </a:tr>
              <a:tr h="188445">
                <a:tc>
                  <a:txBody>
                    <a:bodyPr/>
                    <a:lstStyle/>
                    <a:p>
                      <a:pPr algn="ctr"/>
                      <a:r>
                        <a:rPr lang="en-IN" sz="700"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IN" sz="700" dirty="0"/>
                        <a:t>-</a:t>
                      </a:r>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IN" sz="700" dirty="0"/>
                        <a:t>-</a:t>
                      </a:r>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IN" sz="700" dirty="0"/>
                        <a:t>-</a:t>
                      </a:r>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IN" sz="700" dirty="0"/>
                        <a:t>Q2</a:t>
                      </a:r>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IN" sz="700" dirty="0"/>
                        <a:t>-</a:t>
                      </a:r>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a:r>
                        <a:rPr lang="en-IN" sz="700" dirty="0"/>
                        <a:t>-</a:t>
                      </a:r>
                    </a:p>
                  </a:txBody>
                  <a:tcPr anchor="ct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253939358"/>
                  </a:ext>
                </a:extLst>
              </a:tr>
              <a:tr h="278791">
                <a:tc>
                  <a:txBody>
                    <a:bodyPr/>
                    <a:lstStyle/>
                    <a:p>
                      <a:pPr algn="ctr"/>
                      <a:r>
                        <a:rPr lang="en-IN" sz="700"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Q3</a:t>
                      </a:r>
                    </a:p>
                  </a:txBody>
                  <a:tcPr anchor="ctr">
                    <a:solidFill>
                      <a:schemeClr val="accent6">
                        <a:lumMod val="40000"/>
                        <a:lumOff val="60000"/>
                      </a:schemeClr>
                    </a:solidFill>
                  </a:tcPr>
                </a:tc>
                <a:extLst>
                  <a:ext uri="{0D108BD9-81ED-4DB2-BD59-A6C34878D82A}">
                    <a16:rowId xmlns:a16="http://schemas.microsoft.com/office/drawing/2014/main" val="206229420"/>
                  </a:ext>
                </a:extLst>
              </a:tr>
              <a:tr h="278791">
                <a:tc>
                  <a:txBody>
                    <a:bodyPr/>
                    <a:lstStyle/>
                    <a:p>
                      <a:pPr algn="ctr"/>
                      <a:r>
                        <a:rPr lang="en-IN" sz="700"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IN" sz="700" dirty="0"/>
                        <a:t>Q4</a:t>
                      </a:r>
                    </a:p>
                  </a:txBody>
                  <a:tcPr anchor="ctr">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extLst>
                  <a:ext uri="{0D108BD9-81ED-4DB2-BD59-A6C34878D82A}">
                    <a16:rowId xmlns:a16="http://schemas.microsoft.com/office/drawing/2014/main" val="2840274321"/>
                  </a:ext>
                </a:extLst>
              </a:tr>
              <a:tr h="188445">
                <a:tc>
                  <a:txBody>
                    <a:bodyPr/>
                    <a:lstStyle/>
                    <a:p>
                      <a:pPr algn="ctr"/>
                      <a:r>
                        <a:rPr lang="en-IN" sz="700" dirty="0"/>
                        <a:t>5</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Q5</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extLst>
                  <a:ext uri="{0D108BD9-81ED-4DB2-BD59-A6C34878D82A}">
                    <a16:rowId xmlns:a16="http://schemas.microsoft.com/office/drawing/2014/main" val="1148551912"/>
                  </a:ext>
                </a:extLst>
              </a:tr>
              <a:tr h="188445">
                <a:tc>
                  <a:txBody>
                    <a:bodyPr/>
                    <a:lstStyle/>
                    <a:p>
                      <a:pPr algn="ctr"/>
                      <a:r>
                        <a:rPr lang="en-IN" sz="700" dirty="0"/>
                        <a:t>6</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Q6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extLst>
                  <a:ext uri="{0D108BD9-81ED-4DB2-BD59-A6C34878D82A}">
                    <a16:rowId xmlns:a16="http://schemas.microsoft.com/office/drawing/2014/main" val="3131333112"/>
                  </a:ext>
                </a:extLst>
              </a:tr>
              <a:tr h="188445">
                <a:tc>
                  <a:txBody>
                    <a:bodyPr/>
                    <a:lstStyle/>
                    <a:p>
                      <a:pPr algn="ctr"/>
                      <a:r>
                        <a:rPr lang="en-IN" sz="700" dirty="0"/>
                        <a:t>7</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ctr"/>
                      <a:r>
                        <a:rPr lang="en-IN" sz="700" dirty="0"/>
                        <a:t>Q7</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extLst>
                  <a:ext uri="{0D108BD9-81ED-4DB2-BD59-A6C34878D82A}">
                    <a16:rowId xmlns:a16="http://schemas.microsoft.com/office/drawing/2014/main" val="4269242149"/>
                  </a:ext>
                </a:extLst>
              </a:tr>
              <a:tr h="188445">
                <a:tc>
                  <a:txBody>
                    <a:bodyPr/>
                    <a:lstStyle/>
                    <a:p>
                      <a:pPr algn="ctr"/>
                      <a:r>
                        <a:rPr lang="en-IN" sz="700" dirty="0"/>
                        <a:t>8</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IN" sz="700" dirty="0"/>
                        <a:t>-</a:t>
                      </a:r>
                    </a:p>
                  </a:txBody>
                  <a:tcPr anchor="ctr">
                    <a:lnL w="12700" cap="flat" cmpd="sng" algn="ctr">
                      <a:solidFill>
                        <a:schemeClr val="tx1"/>
                      </a:solidFill>
                      <a:prstDash val="solid"/>
                      <a:round/>
                      <a:headEnd type="none" w="med" len="med"/>
                      <a:tailEnd type="none" w="med" len="med"/>
                    </a:lnL>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Q8</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tc>
                  <a:txBody>
                    <a:bodyPr/>
                    <a:lstStyle/>
                    <a:p>
                      <a:pPr algn="ctr"/>
                      <a:r>
                        <a:rPr lang="en-IN" sz="700" dirty="0"/>
                        <a:t>-</a:t>
                      </a:r>
                    </a:p>
                  </a:txBody>
                  <a:tcPr anchor="ctr">
                    <a:solidFill>
                      <a:schemeClr val="accent6">
                        <a:lumMod val="40000"/>
                        <a:lumOff val="60000"/>
                      </a:schemeClr>
                    </a:solidFill>
                  </a:tcPr>
                </a:tc>
                <a:extLst>
                  <a:ext uri="{0D108BD9-81ED-4DB2-BD59-A6C34878D82A}">
                    <a16:rowId xmlns:a16="http://schemas.microsoft.com/office/drawing/2014/main" val="1307436199"/>
                  </a:ext>
                </a:extLst>
              </a:tr>
            </a:tbl>
          </a:graphicData>
        </a:graphic>
      </p:graphicFrame>
      <p:sp>
        <p:nvSpPr>
          <p:cNvPr id="12" name="TextBox 11">
            <a:extLst>
              <a:ext uri="{FF2B5EF4-FFF2-40B4-BE49-F238E27FC236}">
                <a16:creationId xmlns:a16="http://schemas.microsoft.com/office/drawing/2014/main" id="{FFF920A4-4BF2-6D4E-5F1E-98369F34C569}"/>
              </a:ext>
            </a:extLst>
          </p:cNvPr>
          <p:cNvSpPr txBox="1"/>
          <p:nvPr/>
        </p:nvSpPr>
        <p:spPr>
          <a:xfrm>
            <a:off x="1717040" y="6450389"/>
            <a:ext cx="1771639" cy="276999"/>
          </a:xfrm>
          <a:prstGeom prst="rect">
            <a:avLst/>
          </a:prstGeom>
          <a:noFill/>
        </p:spPr>
        <p:txBody>
          <a:bodyPr wrap="none" rtlCol="0">
            <a:spAutoFit/>
          </a:bodyPr>
          <a:lstStyle/>
          <a:p>
            <a:r>
              <a:rPr lang="en-IN" sz="1200" dirty="0"/>
              <a:t>Solution x[1 5 8 6 3 7 2 4]</a:t>
            </a:r>
          </a:p>
        </p:txBody>
      </p:sp>
      <p:sp>
        <p:nvSpPr>
          <p:cNvPr id="13" name="TextBox 12">
            <a:extLst>
              <a:ext uri="{FF2B5EF4-FFF2-40B4-BE49-F238E27FC236}">
                <a16:creationId xmlns:a16="http://schemas.microsoft.com/office/drawing/2014/main" id="{465A8F3C-14C5-4B1A-C7D6-E0451388B70C}"/>
              </a:ext>
            </a:extLst>
          </p:cNvPr>
          <p:cNvSpPr txBox="1"/>
          <p:nvPr/>
        </p:nvSpPr>
        <p:spPr>
          <a:xfrm>
            <a:off x="5496560" y="6501189"/>
            <a:ext cx="1771639" cy="276999"/>
          </a:xfrm>
          <a:prstGeom prst="rect">
            <a:avLst/>
          </a:prstGeom>
          <a:noFill/>
        </p:spPr>
        <p:txBody>
          <a:bodyPr wrap="none" rtlCol="0">
            <a:spAutoFit/>
          </a:bodyPr>
          <a:lstStyle/>
          <a:p>
            <a:r>
              <a:rPr lang="en-IN" sz="1200" dirty="0"/>
              <a:t>Solution x[1 7 5 8 2 4 6 3]</a:t>
            </a:r>
          </a:p>
        </p:txBody>
      </p:sp>
      <p:sp>
        <p:nvSpPr>
          <p:cNvPr id="14" name="TextBox 13">
            <a:extLst>
              <a:ext uri="{FF2B5EF4-FFF2-40B4-BE49-F238E27FC236}">
                <a16:creationId xmlns:a16="http://schemas.microsoft.com/office/drawing/2014/main" id="{F6F055D6-60C2-FB04-307E-6E3AC4DF3B77}"/>
              </a:ext>
            </a:extLst>
          </p:cNvPr>
          <p:cNvSpPr txBox="1"/>
          <p:nvPr/>
        </p:nvSpPr>
        <p:spPr>
          <a:xfrm>
            <a:off x="9032240" y="6430069"/>
            <a:ext cx="1771639" cy="276999"/>
          </a:xfrm>
          <a:prstGeom prst="rect">
            <a:avLst/>
          </a:prstGeom>
          <a:noFill/>
        </p:spPr>
        <p:txBody>
          <a:bodyPr wrap="none" rtlCol="0">
            <a:spAutoFit/>
          </a:bodyPr>
          <a:lstStyle/>
          <a:p>
            <a:r>
              <a:rPr lang="en-IN" sz="1200" dirty="0"/>
              <a:t>Solution x[4 6 8 2 7 1 3 5]</a:t>
            </a:r>
          </a:p>
        </p:txBody>
      </p:sp>
      <p:pic>
        <p:nvPicPr>
          <p:cNvPr id="18" name="Picture 17">
            <a:extLst>
              <a:ext uri="{FF2B5EF4-FFF2-40B4-BE49-F238E27FC236}">
                <a16:creationId xmlns:a16="http://schemas.microsoft.com/office/drawing/2014/main" id="{AD087406-99A0-0B10-E306-7B3C063C4E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5520" y="696159"/>
            <a:ext cx="8625840" cy="3657039"/>
          </a:xfrm>
          <a:prstGeom prst="rect">
            <a:avLst/>
          </a:prstGeom>
        </p:spPr>
      </p:pic>
      <p:sp>
        <p:nvSpPr>
          <p:cNvPr id="3" name="TextBox 2">
            <a:extLst>
              <a:ext uri="{FF2B5EF4-FFF2-40B4-BE49-F238E27FC236}">
                <a16:creationId xmlns:a16="http://schemas.microsoft.com/office/drawing/2014/main" id="{339EB6D3-A1E2-1A6F-D2FC-AB1260234A11}"/>
              </a:ext>
            </a:extLst>
          </p:cNvPr>
          <p:cNvSpPr txBox="1"/>
          <p:nvPr/>
        </p:nvSpPr>
        <p:spPr>
          <a:xfrm>
            <a:off x="425856" y="1157962"/>
            <a:ext cx="3018384" cy="646331"/>
          </a:xfrm>
          <a:prstGeom prst="rect">
            <a:avLst/>
          </a:prstGeom>
          <a:noFill/>
        </p:spPr>
        <p:txBody>
          <a:bodyPr wrap="square">
            <a:spAutoFit/>
          </a:bodyPr>
          <a:lstStyle/>
          <a:p>
            <a:r>
              <a:rPr lang="en-IN" b="1" dirty="0">
                <a:latin typeface="+mj-lt"/>
              </a:rPr>
              <a:t>              or </a:t>
            </a:r>
          </a:p>
          <a:p>
            <a:r>
              <a:rPr lang="en-IN" b="1" dirty="0">
                <a:latin typeface="+mj-lt"/>
              </a:rPr>
              <a:t>Permutation tree</a:t>
            </a:r>
          </a:p>
        </p:txBody>
      </p:sp>
      <p:sp>
        <p:nvSpPr>
          <p:cNvPr id="8" name="Title 1">
            <a:extLst>
              <a:ext uri="{FF2B5EF4-FFF2-40B4-BE49-F238E27FC236}">
                <a16:creationId xmlns:a16="http://schemas.microsoft.com/office/drawing/2014/main" id="{433B9087-2A95-E01E-D674-3CFFB38198E9}"/>
              </a:ext>
            </a:extLst>
          </p:cNvPr>
          <p:cNvSpPr>
            <a:spLocks noGrp="1"/>
          </p:cNvSpPr>
          <p:nvPr>
            <p:ph type="title"/>
          </p:nvPr>
        </p:nvSpPr>
        <p:spPr>
          <a:xfrm>
            <a:off x="563880" y="9525"/>
            <a:ext cx="10515600" cy="884555"/>
          </a:xfrm>
        </p:spPr>
        <p:txBody>
          <a:bodyPr>
            <a:normAutofit/>
          </a:bodyPr>
          <a:lstStyle/>
          <a:p>
            <a:r>
              <a:rPr lang="en-IN" sz="3200" b="1" dirty="0"/>
              <a:t>Backtracking Algorithm: The 8-Queens Problem</a:t>
            </a:r>
            <a:endParaRPr lang="en-IN" sz="3200" dirty="0"/>
          </a:p>
        </p:txBody>
      </p:sp>
    </p:spTree>
    <p:extLst>
      <p:ext uri="{BB962C8B-B14F-4D97-AF65-F5344CB8AC3E}">
        <p14:creationId xmlns:p14="http://schemas.microsoft.com/office/powerpoint/2010/main" val="2086195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FACD0-12B4-107C-652D-D9073AA05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00FD4-CEED-4358-9C8B-B94AF62DD2F6}"/>
              </a:ext>
            </a:extLst>
          </p:cNvPr>
          <p:cNvSpPr>
            <a:spLocks noGrp="1"/>
          </p:cNvSpPr>
          <p:nvPr>
            <p:ph type="title"/>
          </p:nvPr>
        </p:nvSpPr>
        <p:spPr>
          <a:xfrm>
            <a:off x="563880" y="304165"/>
            <a:ext cx="10515600" cy="417195"/>
          </a:xfrm>
        </p:spPr>
        <p:txBody>
          <a:bodyPr>
            <a:noAutofit/>
          </a:bodyPr>
          <a:lstStyle/>
          <a:p>
            <a:r>
              <a:rPr lang="en-IN" sz="3600" b="1" dirty="0"/>
              <a:t>Backtracking Algorithm: The 8-Queens Problem</a:t>
            </a:r>
            <a:endParaRPr lang="en-IN" sz="3600" dirty="0"/>
          </a:p>
        </p:txBody>
      </p:sp>
      <p:sp>
        <p:nvSpPr>
          <p:cNvPr id="6" name="TextBox 5">
            <a:extLst>
              <a:ext uri="{FF2B5EF4-FFF2-40B4-BE49-F238E27FC236}">
                <a16:creationId xmlns:a16="http://schemas.microsoft.com/office/drawing/2014/main" id="{83DC7DA9-9A6C-5BB3-4270-0771A5C1839C}"/>
              </a:ext>
            </a:extLst>
          </p:cNvPr>
          <p:cNvSpPr txBox="1"/>
          <p:nvPr/>
        </p:nvSpPr>
        <p:spPr>
          <a:xfrm>
            <a:off x="294640" y="3949558"/>
            <a:ext cx="3149600" cy="2002728"/>
          </a:xfrm>
          <a:prstGeom prst="rect">
            <a:avLst/>
          </a:prstGeom>
          <a:noFill/>
          <a:ln>
            <a:solidFill>
              <a:schemeClr val="accent1"/>
            </a:solidFill>
          </a:ln>
        </p:spPr>
        <p:txBody>
          <a:bodyPr wrap="square">
            <a:spAutoFit/>
          </a:bodyPr>
          <a:lstStyle/>
          <a:p>
            <a:pPr>
              <a:lnSpc>
                <a:spcPct val="150000"/>
              </a:lnSpc>
            </a:pPr>
            <a:r>
              <a:rPr lang="en-IN" sz="1200" b="1" dirty="0"/>
              <a:t>// Algorithm : Can a new queen be placed?</a:t>
            </a:r>
          </a:p>
          <a:p>
            <a:pPr>
              <a:lnSpc>
                <a:spcPct val="150000"/>
              </a:lnSpc>
            </a:pPr>
            <a:r>
              <a:rPr lang="en-IN" sz="1200" dirty="0"/>
              <a:t>Place(</a:t>
            </a:r>
            <a:r>
              <a:rPr lang="en-IN" sz="1200" dirty="0" err="1"/>
              <a:t>k,i</a:t>
            </a:r>
            <a:r>
              <a:rPr lang="en-IN" sz="1200" dirty="0"/>
              <a:t>) </a:t>
            </a:r>
          </a:p>
          <a:p>
            <a:pPr>
              <a:lnSpc>
                <a:spcPct val="150000"/>
              </a:lnSpc>
            </a:pPr>
            <a:r>
              <a:rPr lang="en-IN" sz="1200" dirty="0"/>
              <a:t>    for (j = 1 to  k - 1) do</a:t>
            </a:r>
          </a:p>
          <a:p>
            <a:pPr>
              <a:lnSpc>
                <a:spcPct val="150000"/>
              </a:lnSpc>
            </a:pPr>
            <a:r>
              <a:rPr lang="en-IN" sz="1200" dirty="0"/>
              <a:t>        // Check if same column or same diagonal</a:t>
            </a:r>
          </a:p>
          <a:p>
            <a:pPr>
              <a:lnSpc>
                <a:spcPct val="150000"/>
              </a:lnSpc>
            </a:pPr>
            <a:r>
              <a:rPr lang="en-IN" sz="1200" dirty="0"/>
              <a:t>        if ((x[j] == </a:t>
            </a:r>
            <a:r>
              <a:rPr lang="en-IN" sz="1200" dirty="0" err="1"/>
              <a:t>i</a:t>
            </a:r>
            <a:r>
              <a:rPr lang="en-IN" sz="1200" dirty="0"/>
              <a:t>) || (abs(x[j] - </a:t>
            </a:r>
            <a:r>
              <a:rPr lang="en-IN" sz="1200" dirty="0" err="1"/>
              <a:t>i</a:t>
            </a:r>
            <a:r>
              <a:rPr lang="en-IN" sz="1200" dirty="0"/>
              <a:t>) == abs(j - k))) </a:t>
            </a:r>
          </a:p>
          <a:p>
            <a:pPr>
              <a:lnSpc>
                <a:spcPct val="150000"/>
              </a:lnSpc>
            </a:pPr>
            <a:r>
              <a:rPr lang="en-IN" sz="1200" dirty="0"/>
              <a:t>            return false; </a:t>
            </a:r>
          </a:p>
          <a:p>
            <a:pPr>
              <a:lnSpc>
                <a:spcPct val="150000"/>
              </a:lnSpc>
            </a:pPr>
            <a:r>
              <a:rPr lang="en-IN" sz="1200" dirty="0"/>
              <a:t>    return true; </a:t>
            </a:r>
          </a:p>
        </p:txBody>
      </p:sp>
      <p:sp>
        <p:nvSpPr>
          <p:cNvPr id="4" name="TextBox 3">
            <a:extLst>
              <a:ext uri="{FF2B5EF4-FFF2-40B4-BE49-F238E27FC236}">
                <a16:creationId xmlns:a16="http://schemas.microsoft.com/office/drawing/2014/main" id="{7B4A3808-23E5-5411-92ED-26E0A03D2B3B}"/>
              </a:ext>
            </a:extLst>
          </p:cNvPr>
          <p:cNvSpPr txBox="1"/>
          <p:nvPr/>
        </p:nvSpPr>
        <p:spPr>
          <a:xfrm>
            <a:off x="294640" y="1115834"/>
            <a:ext cx="3149600" cy="2833724"/>
          </a:xfrm>
          <a:prstGeom prst="rect">
            <a:avLst/>
          </a:prstGeom>
          <a:noFill/>
          <a:ln>
            <a:solidFill>
              <a:schemeClr val="accent1"/>
            </a:solidFill>
          </a:ln>
        </p:spPr>
        <p:txBody>
          <a:bodyPr wrap="square">
            <a:spAutoFit/>
          </a:bodyPr>
          <a:lstStyle/>
          <a:p>
            <a:pPr>
              <a:lnSpc>
                <a:spcPct val="150000"/>
              </a:lnSpc>
            </a:pPr>
            <a:r>
              <a:rPr lang="en-IN" sz="1200" b="1" dirty="0"/>
              <a:t>// Algorithm : All solutions to the n-queens problem</a:t>
            </a:r>
          </a:p>
          <a:p>
            <a:pPr>
              <a:lnSpc>
                <a:spcPct val="150000"/>
              </a:lnSpc>
            </a:pPr>
            <a:r>
              <a:rPr lang="en-IN" sz="1200" dirty="0" err="1"/>
              <a:t>NQueens</a:t>
            </a:r>
            <a:r>
              <a:rPr lang="en-IN" sz="1200" dirty="0"/>
              <a:t>(</a:t>
            </a:r>
            <a:r>
              <a:rPr lang="en-IN" sz="1200" dirty="0" err="1"/>
              <a:t>k,n</a:t>
            </a:r>
            <a:r>
              <a:rPr lang="en-IN" sz="1200" dirty="0"/>
              <a:t>) </a:t>
            </a:r>
          </a:p>
          <a:p>
            <a:pPr>
              <a:lnSpc>
                <a:spcPct val="150000"/>
              </a:lnSpc>
            </a:pPr>
            <a:r>
              <a:rPr lang="en-IN" sz="1200" dirty="0"/>
              <a:t>    for (</a:t>
            </a:r>
            <a:r>
              <a:rPr lang="en-IN" sz="1200" dirty="0" err="1"/>
              <a:t>i</a:t>
            </a:r>
            <a:r>
              <a:rPr lang="en-IN" sz="1200" dirty="0"/>
              <a:t> = 1 to n) do</a:t>
            </a:r>
          </a:p>
          <a:p>
            <a:pPr>
              <a:lnSpc>
                <a:spcPct val="150000"/>
              </a:lnSpc>
            </a:pPr>
            <a:r>
              <a:rPr lang="en-IN" sz="1200" dirty="0"/>
              <a:t>        if (Place(k, </a:t>
            </a:r>
            <a:r>
              <a:rPr lang="en-IN" sz="1200" dirty="0" err="1"/>
              <a:t>i</a:t>
            </a:r>
            <a:r>
              <a:rPr lang="en-IN" sz="1200" dirty="0"/>
              <a:t>)) </a:t>
            </a:r>
          </a:p>
          <a:p>
            <a:pPr>
              <a:lnSpc>
                <a:spcPct val="150000"/>
              </a:lnSpc>
            </a:pPr>
            <a:r>
              <a:rPr lang="en-IN" sz="1200" dirty="0"/>
              <a:t>            x[k] = </a:t>
            </a:r>
            <a:r>
              <a:rPr lang="en-IN" sz="1200" dirty="0" err="1"/>
              <a:t>i</a:t>
            </a:r>
            <a:endParaRPr lang="en-IN" sz="1200" dirty="0"/>
          </a:p>
          <a:p>
            <a:pPr>
              <a:lnSpc>
                <a:spcPct val="150000"/>
              </a:lnSpc>
            </a:pPr>
            <a:r>
              <a:rPr lang="en-IN" sz="1200" dirty="0"/>
              <a:t>            if (k == n)  // If all queens are placed</a:t>
            </a:r>
          </a:p>
          <a:p>
            <a:pPr>
              <a:lnSpc>
                <a:spcPct val="150000"/>
              </a:lnSpc>
            </a:pPr>
            <a:r>
              <a:rPr lang="en-IN" sz="1200" dirty="0"/>
              <a:t>               print( x[1:n])</a:t>
            </a:r>
          </a:p>
          <a:p>
            <a:pPr>
              <a:lnSpc>
                <a:spcPct val="150000"/>
              </a:lnSpc>
            </a:pPr>
            <a:r>
              <a:rPr lang="en-IN" sz="1200" dirty="0"/>
              <a:t>               else </a:t>
            </a:r>
          </a:p>
          <a:p>
            <a:pPr>
              <a:lnSpc>
                <a:spcPct val="150000"/>
              </a:lnSpc>
            </a:pPr>
            <a:r>
              <a:rPr lang="en-IN" sz="1200" dirty="0"/>
              <a:t>                </a:t>
            </a:r>
            <a:r>
              <a:rPr lang="en-IN" sz="1200" dirty="0" err="1"/>
              <a:t>NQueens</a:t>
            </a:r>
            <a:r>
              <a:rPr lang="en-IN" sz="1200" dirty="0"/>
              <a:t>(k + 1, n)</a:t>
            </a:r>
          </a:p>
        </p:txBody>
      </p:sp>
      <p:graphicFrame>
        <p:nvGraphicFramePr>
          <p:cNvPr id="3" name="Table 2">
            <a:extLst>
              <a:ext uri="{FF2B5EF4-FFF2-40B4-BE49-F238E27FC236}">
                <a16:creationId xmlns:a16="http://schemas.microsoft.com/office/drawing/2014/main" id="{CC0FD6E2-B462-4AB4-81DA-F94FE392C327}"/>
              </a:ext>
            </a:extLst>
          </p:cNvPr>
          <p:cNvGraphicFramePr>
            <a:graphicFrameLocks noGrp="1"/>
          </p:cNvGraphicFramePr>
          <p:nvPr>
            <p:extLst>
              <p:ext uri="{D42A27DB-BD31-4B8C-83A1-F6EECF244321}">
                <p14:modId xmlns:p14="http://schemas.microsoft.com/office/powerpoint/2010/main" val="723987106"/>
              </p:ext>
            </p:extLst>
          </p:nvPr>
        </p:nvGraphicFramePr>
        <p:xfrm>
          <a:off x="3421384" y="1077534"/>
          <a:ext cx="3467097" cy="3968391"/>
        </p:xfrm>
        <a:graphic>
          <a:graphicData uri="http://schemas.openxmlformats.org/drawingml/2006/table">
            <a:tbl>
              <a:tblPr firstRow="1" bandRow="1">
                <a:tableStyleId>{5940675A-B579-460E-94D1-54222C63F5DA}</a:tableStyleId>
              </a:tblPr>
              <a:tblGrid>
                <a:gridCol w="385233">
                  <a:extLst>
                    <a:ext uri="{9D8B030D-6E8A-4147-A177-3AD203B41FA5}">
                      <a16:colId xmlns:a16="http://schemas.microsoft.com/office/drawing/2014/main" val="4062790188"/>
                    </a:ext>
                  </a:extLst>
                </a:gridCol>
                <a:gridCol w="385233">
                  <a:extLst>
                    <a:ext uri="{9D8B030D-6E8A-4147-A177-3AD203B41FA5}">
                      <a16:colId xmlns:a16="http://schemas.microsoft.com/office/drawing/2014/main" val="3340735479"/>
                    </a:ext>
                  </a:extLst>
                </a:gridCol>
                <a:gridCol w="385233">
                  <a:extLst>
                    <a:ext uri="{9D8B030D-6E8A-4147-A177-3AD203B41FA5}">
                      <a16:colId xmlns:a16="http://schemas.microsoft.com/office/drawing/2014/main" val="572287918"/>
                    </a:ext>
                  </a:extLst>
                </a:gridCol>
                <a:gridCol w="385233">
                  <a:extLst>
                    <a:ext uri="{9D8B030D-6E8A-4147-A177-3AD203B41FA5}">
                      <a16:colId xmlns:a16="http://schemas.microsoft.com/office/drawing/2014/main" val="3307020802"/>
                    </a:ext>
                  </a:extLst>
                </a:gridCol>
                <a:gridCol w="385233">
                  <a:extLst>
                    <a:ext uri="{9D8B030D-6E8A-4147-A177-3AD203B41FA5}">
                      <a16:colId xmlns:a16="http://schemas.microsoft.com/office/drawing/2014/main" val="2360265911"/>
                    </a:ext>
                  </a:extLst>
                </a:gridCol>
                <a:gridCol w="385233">
                  <a:extLst>
                    <a:ext uri="{9D8B030D-6E8A-4147-A177-3AD203B41FA5}">
                      <a16:colId xmlns:a16="http://schemas.microsoft.com/office/drawing/2014/main" val="3636371787"/>
                    </a:ext>
                  </a:extLst>
                </a:gridCol>
                <a:gridCol w="385233">
                  <a:extLst>
                    <a:ext uri="{9D8B030D-6E8A-4147-A177-3AD203B41FA5}">
                      <a16:colId xmlns:a16="http://schemas.microsoft.com/office/drawing/2014/main" val="102997325"/>
                    </a:ext>
                  </a:extLst>
                </a:gridCol>
                <a:gridCol w="385233">
                  <a:extLst>
                    <a:ext uri="{9D8B030D-6E8A-4147-A177-3AD203B41FA5}">
                      <a16:colId xmlns:a16="http://schemas.microsoft.com/office/drawing/2014/main" val="576108745"/>
                    </a:ext>
                  </a:extLst>
                </a:gridCol>
                <a:gridCol w="385233">
                  <a:extLst>
                    <a:ext uri="{9D8B030D-6E8A-4147-A177-3AD203B41FA5}">
                      <a16:colId xmlns:a16="http://schemas.microsoft.com/office/drawing/2014/main" val="1395843926"/>
                    </a:ext>
                  </a:extLst>
                </a:gridCol>
              </a:tblGrid>
              <a:tr h="442115">
                <a:tc>
                  <a:txBody>
                    <a:bodyPr/>
                    <a:lstStyle/>
                    <a:p>
                      <a:pPr algn="ctr"/>
                      <a:endParaRPr lang="en-IN" sz="12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200" dirty="0"/>
                        <a:t>1</a:t>
                      </a:r>
                    </a:p>
                  </a:txBody>
                  <a:tcPr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dirty="0"/>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dirty="0"/>
                        <a:t>5</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dirty="0"/>
                        <a:t>6</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dirty="0"/>
                        <a:t>7</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dirty="0"/>
                        <a:t>8</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0128669"/>
                  </a:ext>
                </a:extLst>
              </a:tr>
              <a:tr h="431471">
                <a:tc>
                  <a:txBody>
                    <a:bodyPr/>
                    <a:lstStyle/>
                    <a:p>
                      <a:pPr algn="ctr"/>
                      <a:r>
                        <a:rPr lang="en-IN" sz="1200" dirty="0"/>
                        <a:t>1</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IN" sz="1200"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IN" sz="1200" dirty="0"/>
                    </a:p>
                  </a:txBody>
                  <a:tcPr anchor="ctr">
                    <a:lnT w="12700" cap="flat" cmpd="sng" algn="ctr">
                      <a:solidFill>
                        <a:schemeClr val="tx1"/>
                      </a:solidFill>
                      <a:prstDash val="solid"/>
                      <a:round/>
                      <a:headEnd type="none" w="med" len="med"/>
                      <a:tailEnd type="none" w="med" len="med"/>
                    </a:lnT>
                  </a:tcPr>
                </a:tc>
                <a:tc>
                  <a:txBody>
                    <a:bodyPr/>
                    <a:lstStyle/>
                    <a:p>
                      <a:pPr algn="ctr"/>
                      <a:endParaRPr lang="en-IN" sz="1200" dirty="0"/>
                    </a:p>
                  </a:txBody>
                  <a:tcPr anchor="ctr">
                    <a:lnT w="12700" cap="flat" cmpd="sng" algn="ctr">
                      <a:solidFill>
                        <a:schemeClr val="tx1"/>
                      </a:solidFill>
                      <a:prstDash val="solid"/>
                      <a:round/>
                      <a:headEnd type="none" w="med" len="med"/>
                      <a:tailEnd type="none" w="med" len="med"/>
                    </a:lnT>
                  </a:tcPr>
                </a:tc>
                <a:tc>
                  <a:txBody>
                    <a:bodyPr/>
                    <a:lstStyle/>
                    <a:p>
                      <a:pPr algn="ctr"/>
                      <a:r>
                        <a:rPr lang="en-IN" sz="1200" dirty="0"/>
                        <a:t>Q1</a:t>
                      </a:r>
                    </a:p>
                  </a:txBody>
                  <a:tcPr anchor="ctr">
                    <a:lnT w="12700" cap="flat" cmpd="sng" algn="ctr">
                      <a:solidFill>
                        <a:schemeClr val="tx1"/>
                      </a:solidFill>
                      <a:prstDash val="solid"/>
                      <a:round/>
                      <a:headEnd type="none" w="med" len="med"/>
                      <a:tailEnd type="none" w="med" len="med"/>
                    </a:lnT>
                  </a:tcPr>
                </a:tc>
                <a:tc>
                  <a:txBody>
                    <a:bodyPr/>
                    <a:lstStyle/>
                    <a:p>
                      <a:pPr algn="ctr"/>
                      <a:endParaRPr lang="en-IN" sz="1200" dirty="0"/>
                    </a:p>
                  </a:txBody>
                  <a:tcPr anchor="ctr">
                    <a:lnT w="12700" cap="flat" cmpd="sng" algn="ctr">
                      <a:solidFill>
                        <a:schemeClr val="tx1"/>
                      </a:solidFill>
                      <a:prstDash val="solid"/>
                      <a:round/>
                      <a:headEnd type="none" w="med" len="med"/>
                      <a:tailEnd type="none" w="med" len="med"/>
                    </a:lnT>
                  </a:tcPr>
                </a:tc>
                <a:tc>
                  <a:txBody>
                    <a:bodyPr/>
                    <a:lstStyle/>
                    <a:p>
                      <a:pPr algn="ctr"/>
                      <a:endParaRPr lang="en-IN" sz="1200" dirty="0"/>
                    </a:p>
                  </a:txBody>
                  <a:tcPr anchor="ctr">
                    <a:lnT w="12700" cap="flat" cmpd="sng" algn="ctr">
                      <a:solidFill>
                        <a:schemeClr val="tx1"/>
                      </a:solidFill>
                      <a:prstDash val="solid"/>
                      <a:round/>
                      <a:headEnd type="none" w="med" len="med"/>
                      <a:tailEnd type="none" w="med" len="med"/>
                    </a:lnT>
                  </a:tcPr>
                </a:tc>
                <a:tc>
                  <a:txBody>
                    <a:bodyPr/>
                    <a:lstStyle/>
                    <a:p>
                      <a:pPr algn="ctr"/>
                      <a:endParaRPr lang="en-IN" sz="1200" dirty="0"/>
                    </a:p>
                  </a:txBody>
                  <a:tcPr anchor="ctr">
                    <a:lnT w="12700" cap="flat" cmpd="sng" algn="ctr">
                      <a:solidFill>
                        <a:schemeClr val="tx1"/>
                      </a:solidFill>
                      <a:prstDash val="solid"/>
                      <a:round/>
                      <a:headEnd type="none" w="med" len="med"/>
                      <a:tailEnd type="none" w="med" len="med"/>
                    </a:lnT>
                  </a:tcPr>
                </a:tc>
                <a:tc>
                  <a:txBody>
                    <a:bodyPr/>
                    <a:lstStyle/>
                    <a:p>
                      <a:pPr algn="ctr"/>
                      <a:endParaRPr lang="en-IN" sz="1200"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141973094"/>
                  </a:ext>
                </a:extLst>
              </a:tr>
              <a:tr h="442115">
                <a:tc>
                  <a:txBody>
                    <a:bodyPr/>
                    <a:lstStyle/>
                    <a:p>
                      <a:pPr algn="ctr"/>
                      <a:r>
                        <a:rPr lang="en-IN" sz="1200"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200" dirty="0"/>
                        <a:t>x</a:t>
                      </a:r>
                    </a:p>
                  </a:txBody>
                  <a:tcPr anchor="ctr">
                    <a:lnL w="12700" cap="flat" cmpd="sng" algn="ctr">
                      <a:solidFill>
                        <a:schemeClr val="tx1"/>
                      </a:solidFill>
                      <a:prstDash val="solid"/>
                      <a:round/>
                      <a:headEnd type="none" w="med" len="med"/>
                      <a:tailEnd type="none" w="med" len="med"/>
                    </a:lnL>
                  </a:tcP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Q2</a:t>
                      </a:r>
                    </a:p>
                  </a:txBody>
                  <a:tcPr anchor="ctr"/>
                </a:tc>
                <a:tc>
                  <a:txBody>
                    <a:bodyPr/>
                    <a:lstStyle/>
                    <a:p>
                      <a:pPr algn="ctr"/>
                      <a:endParaRPr lang="en-IN" sz="1200" dirty="0"/>
                    </a:p>
                  </a:txBody>
                  <a:tcPr anchor="ctr"/>
                </a:tc>
                <a:tc>
                  <a:txBody>
                    <a:bodyPr/>
                    <a:lstStyle/>
                    <a:p>
                      <a:pPr algn="ctr"/>
                      <a:endParaRPr lang="en-IN" sz="1200" dirty="0"/>
                    </a:p>
                  </a:txBody>
                  <a:tcPr anchor="ctr"/>
                </a:tc>
                <a:extLst>
                  <a:ext uri="{0D108BD9-81ED-4DB2-BD59-A6C34878D82A}">
                    <a16:rowId xmlns:a16="http://schemas.microsoft.com/office/drawing/2014/main" val="1819331015"/>
                  </a:ext>
                </a:extLst>
              </a:tr>
              <a:tr h="442115">
                <a:tc>
                  <a:txBody>
                    <a:bodyPr/>
                    <a:lstStyle/>
                    <a:p>
                      <a:pPr algn="ctr"/>
                      <a:r>
                        <a:rPr lang="en-IN" sz="1200"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200" dirty="0"/>
                        <a:t>x</a:t>
                      </a:r>
                    </a:p>
                  </a:txBody>
                  <a:tcPr anchor="ctr">
                    <a:lnL w="12700" cap="flat" cmpd="sng" algn="ctr">
                      <a:solidFill>
                        <a:schemeClr val="tx1"/>
                      </a:solidFill>
                      <a:prstDash val="solid"/>
                      <a:round/>
                      <a:headEnd type="none" w="med" len="med"/>
                      <a:tailEnd type="none" w="med" len="med"/>
                    </a:lnL>
                  </a:tcP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Q3</a:t>
                      </a:r>
                    </a:p>
                  </a:txBody>
                  <a:tcPr anchor="ctr"/>
                </a:tc>
                <a:extLst>
                  <a:ext uri="{0D108BD9-81ED-4DB2-BD59-A6C34878D82A}">
                    <a16:rowId xmlns:a16="http://schemas.microsoft.com/office/drawing/2014/main" val="3662734282"/>
                  </a:ext>
                </a:extLst>
              </a:tr>
              <a:tr h="442115">
                <a:tc>
                  <a:txBody>
                    <a:bodyPr/>
                    <a:lstStyle/>
                    <a:p>
                      <a:pPr algn="ctr"/>
                      <a:r>
                        <a:rPr lang="en-IN" sz="1200"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200" dirty="0"/>
                        <a:t>x</a:t>
                      </a:r>
                    </a:p>
                  </a:txBody>
                  <a:tcPr anchor="ctr">
                    <a:lnL w="12700" cap="flat" cmpd="sng" algn="ctr">
                      <a:solidFill>
                        <a:schemeClr val="tx1"/>
                      </a:solidFill>
                      <a:prstDash val="solid"/>
                      <a:round/>
                      <a:headEnd type="none" w="med" len="med"/>
                      <a:tailEnd type="none" w="med" len="med"/>
                    </a:lnL>
                  </a:tcPr>
                </a:tc>
                <a:tc>
                  <a:txBody>
                    <a:bodyPr/>
                    <a:lstStyle/>
                    <a:p>
                      <a:pPr algn="ctr"/>
                      <a:r>
                        <a:rPr lang="en-IN" sz="1200" dirty="0"/>
                        <a:t>Q4</a:t>
                      </a:r>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extLst>
                  <a:ext uri="{0D108BD9-81ED-4DB2-BD59-A6C34878D82A}">
                    <a16:rowId xmlns:a16="http://schemas.microsoft.com/office/drawing/2014/main" val="736089555"/>
                  </a:ext>
                </a:extLst>
              </a:tr>
              <a:tr h="442115">
                <a:tc>
                  <a:txBody>
                    <a:bodyPr/>
                    <a:lstStyle/>
                    <a:p>
                      <a:pPr algn="ctr"/>
                      <a:r>
                        <a:rPr lang="en-IN" sz="1200" dirty="0"/>
                        <a:t>5</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200" dirty="0"/>
                        <a:t>x</a:t>
                      </a:r>
                    </a:p>
                  </a:txBody>
                  <a:tcPr anchor="ctr">
                    <a:lnL w="12700" cap="flat" cmpd="sng" algn="ctr">
                      <a:solidFill>
                        <a:schemeClr val="tx1"/>
                      </a:solidFill>
                      <a:prstDash val="solid"/>
                      <a:round/>
                      <a:headEnd type="none" w="med" len="med"/>
                      <a:tailEnd type="none" w="med" len="med"/>
                    </a:lnL>
                  </a:tcP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Q5</a:t>
                      </a:r>
                    </a:p>
                  </a:txBody>
                  <a:tcPr anchor="ctr"/>
                </a:tc>
                <a:tc>
                  <a:txBody>
                    <a:bodyPr/>
                    <a:lstStyle/>
                    <a:p>
                      <a:pPr algn="ctr"/>
                      <a:endParaRPr lang="en-IN" sz="1200" dirty="0"/>
                    </a:p>
                  </a:txBody>
                  <a:tcPr anchor="ctr"/>
                </a:tc>
                <a:extLst>
                  <a:ext uri="{0D108BD9-81ED-4DB2-BD59-A6C34878D82A}">
                    <a16:rowId xmlns:a16="http://schemas.microsoft.com/office/drawing/2014/main" val="1442320125"/>
                  </a:ext>
                </a:extLst>
              </a:tr>
              <a:tr h="442115">
                <a:tc>
                  <a:txBody>
                    <a:bodyPr/>
                    <a:lstStyle/>
                    <a:p>
                      <a:pPr algn="ctr"/>
                      <a:r>
                        <a:rPr lang="en-IN" sz="1200" dirty="0"/>
                        <a:t>6</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200" dirty="0"/>
                        <a:t>Q6</a:t>
                      </a:r>
                    </a:p>
                  </a:txBody>
                  <a:tcPr anchor="ctr">
                    <a:lnL w="12700" cap="flat" cmpd="sng" algn="ctr">
                      <a:solidFill>
                        <a:schemeClr val="tx1"/>
                      </a:solidFill>
                      <a:prstDash val="solid"/>
                      <a:round/>
                      <a:headEnd type="none" w="med" len="med"/>
                      <a:tailEnd type="none" w="med" len="med"/>
                    </a:lnL>
                  </a:tcP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extLst>
                  <a:ext uri="{0D108BD9-81ED-4DB2-BD59-A6C34878D82A}">
                    <a16:rowId xmlns:a16="http://schemas.microsoft.com/office/drawing/2014/main" val="2898143335"/>
                  </a:ext>
                </a:extLst>
              </a:tr>
              <a:tr h="442115">
                <a:tc>
                  <a:txBody>
                    <a:bodyPr/>
                    <a:lstStyle/>
                    <a:p>
                      <a:pPr algn="ctr"/>
                      <a:r>
                        <a:rPr lang="en-IN" sz="1200" dirty="0"/>
                        <a:t>7</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200" dirty="0"/>
                        <a:t>x</a:t>
                      </a:r>
                    </a:p>
                  </a:txBody>
                  <a:tcPr anchor="ctr">
                    <a:lnL w="12700" cap="flat" cmpd="sng" algn="ctr">
                      <a:solidFill>
                        <a:schemeClr val="tx1"/>
                      </a:solidFill>
                      <a:prstDash val="solid"/>
                      <a:round/>
                      <a:headEnd type="none" w="med" len="med"/>
                      <a:tailEnd type="none" w="med" len="med"/>
                    </a:lnL>
                  </a:tcPr>
                </a:tc>
                <a:tc>
                  <a:txBody>
                    <a:bodyPr/>
                    <a:lstStyle/>
                    <a:p>
                      <a:pPr algn="ctr"/>
                      <a:r>
                        <a:rPr lang="en-IN" sz="1200" dirty="0"/>
                        <a:t>x</a:t>
                      </a:r>
                    </a:p>
                  </a:txBody>
                  <a:tcPr anchor="ctr"/>
                </a:tc>
                <a:tc>
                  <a:txBody>
                    <a:bodyPr/>
                    <a:lstStyle/>
                    <a:p>
                      <a:pPr algn="ctr"/>
                      <a:r>
                        <a:rPr lang="en-IN" sz="1200" dirty="0"/>
                        <a:t>Q7</a:t>
                      </a:r>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extLst>
                  <a:ext uri="{0D108BD9-81ED-4DB2-BD59-A6C34878D82A}">
                    <a16:rowId xmlns:a16="http://schemas.microsoft.com/office/drawing/2014/main" val="4000967529"/>
                  </a:ext>
                </a:extLst>
              </a:tr>
              <a:tr h="442115">
                <a:tc>
                  <a:txBody>
                    <a:bodyPr/>
                    <a:lstStyle/>
                    <a:p>
                      <a:pPr algn="ctr"/>
                      <a:r>
                        <a:rPr lang="en-IN" sz="1200" dirty="0"/>
                        <a:t>8</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IN" sz="1200" dirty="0"/>
                        <a:t>x</a:t>
                      </a:r>
                    </a:p>
                  </a:txBody>
                  <a:tcPr anchor="ctr">
                    <a:lnL w="12700" cap="flat" cmpd="sng" algn="ctr">
                      <a:solidFill>
                        <a:schemeClr val="tx1"/>
                      </a:solidFill>
                      <a:prstDash val="solid"/>
                      <a:round/>
                      <a:headEnd type="none" w="med" len="med"/>
                      <a:tailEnd type="none" w="med" len="med"/>
                    </a:lnL>
                  </a:tcP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x</a:t>
                      </a:r>
                    </a:p>
                  </a:txBody>
                  <a:tcPr anchor="ctr"/>
                </a:tc>
                <a:tc>
                  <a:txBody>
                    <a:bodyPr/>
                    <a:lstStyle/>
                    <a:p>
                      <a:pPr algn="ctr"/>
                      <a:r>
                        <a:rPr lang="en-IN" sz="1200" dirty="0"/>
                        <a:t>Q8</a:t>
                      </a:r>
                    </a:p>
                  </a:txBody>
                  <a:tcPr anchor="ctr"/>
                </a:tc>
                <a:tc>
                  <a:txBody>
                    <a:bodyPr/>
                    <a:lstStyle/>
                    <a:p>
                      <a:pPr algn="ctr"/>
                      <a:endParaRPr lang="en-IN" sz="1200" dirty="0"/>
                    </a:p>
                  </a:txBody>
                  <a:tcPr anchor="ctr"/>
                </a:tc>
                <a:tc>
                  <a:txBody>
                    <a:bodyPr/>
                    <a:lstStyle/>
                    <a:p>
                      <a:pPr algn="ctr"/>
                      <a:endParaRPr lang="en-IN" sz="1200" dirty="0"/>
                    </a:p>
                  </a:txBody>
                  <a:tcPr anchor="ctr"/>
                </a:tc>
                <a:tc>
                  <a:txBody>
                    <a:bodyPr/>
                    <a:lstStyle/>
                    <a:p>
                      <a:pPr algn="ctr"/>
                      <a:endParaRPr lang="en-IN" sz="1200" dirty="0"/>
                    </a:p>
                  </a:txBody>
                  <a:tcPr anchor="ctr"/>
                </a:tc>
                <a:extLst>
                  <a:ext uri="{0D108BD9-81ED-4DB2-BD59-A6C34878D82A}">
                    <a16:rowId xmlns:a16="http://schemas.microsoft.com/office/drawing/2014/main" val="4012014626"/>
                  </a:ext>
                </a:extLst>
              </a:tr>
            </a:tbl>
          </a:graphicData>
        </a:graphic>
      </p:graphicFrame>
      <p:graphicFrame>
        <p:nvGraphicFramePr>
          <p:cNvPr id="8" name="Table 7">
            <a:extLst>
              <a:ext uri="{FF2B5EF4-FFF2-40B4-BE49-F238E27FC236}">
                <a16:creationId xmlns:a16="http://schemas.microsoft.com/office/drawing/2014/main" id="{38D645D7-80AF-6C4A-6C40-E147F9E2D7B0}"/>
              </a:ext>
            </a:extLst>
          </p:cNvPr>
          <p:cNvGraphicFramePr>
            <a:graphicFrameLocks noGrp="1"/>
          </p:cNvGraphicFramePr>
          <p:nvPr>
            <p:extLst>
              <p:ext uri="{D42A27DB-BD31-4B8C-83A1-F6EECF244321}">
                <p14:modId xmlns:p14="http://schemas.microsoft.com/office/powerpoint/2010/main" val="957711520"/>
              </p:ext>
            </p:extLst>
          </p:nvPr>
        </p:nvGraphicFramePr>
        <p:xfrm>
          <a:off x="7020563" y="1158814"/>
          <a:ext cx="4876797" cy="3970290"/>
        </p:xfrm>
        <a:graphic>
          <a:graphicData uri="http://schemas.openxmlformats.org/drawingml/2006/table">
            <a:tbl>
              <a:tblPr firstRow="1" bandRow="1">
                <a:tableStyleId>{5940675A-B579-460E-94D1-54222C63F5DA}</a:tableStyleId>
              </a:tblPr>
              <a:tblGrid>
                <a:gridCol w="1363475">
                  <a:extLst>
                    <a:ext uri="{9D8B030D-6E8A-4147-A177-3AD203B41FA5}">
                      <a16:colId xmlns:a16="http://schemas.microsoft.com/office/drawing/2014/main" val="4062790188"/>
                    </a:ext>
                  </a:extLst>
                </a:gridCol>
                <a:gridCol w="438743">
                  <a:extLst>
                    <a:ext uri="{9D8B030D-6E8A-4147-A177-3AD203B41FA5}">
                      <a16:colId xmlns:a16="http://schemas.microsoft.com/office/drawing/2014/main" val="3340735479"/>
                    </a:ext>
                  </a:extLst>
                </a:gridCol>
                <a:gridCol w="465742">
                  <a:extLst>
                    <a:ext uri="{9D8B030D-6E8A-4147-A177-3AD203B41FA5}">
                      <a16:colId xmlns:a16="http://schemas.microsoft.com/office/drawing/2014/main" val="572287918"/>
                    </a:ext>
                  </a:extLst>
                </a:gridCol>
                <a:gridCol w="465742">
                  <a:extLst>
                    <a:ext uri="{9D8B030D-6E8A-4147-A177-3AD203B41FA5}">
                      <a16:colId xmlns:a16="http://schemas.microsoft.com/office/drawing/2014/main" val="3307020802"/>
                    </a:ext>
                  </a:extLst>
                </a:gridCol>
                <a:gridCol w="428619">
                  <a:extLst>
                    <a:ext uri="{9D8B030D-6E8A-4147-A177-3AD203B41FA5}">
                      <a16:colId xmlns:a16="http://schemas.microsoft.com/office/drawing/2014/main" val="2360265911"/>
                    </a:ext>
                  </a:extLst>
                </a:gridCol>
                <a:gridCol w="428619">
                  <a:extLst>
                    <a:ext uri="{9D8B030D-6E8A-4147-A177-3AD203B41FA5}">
                      <a16:colId xmlns:a16="http://schemas.microsoft.com/office/drawing/2014/main" val="931398470"/>
                    </a:ext>
                  </a:extLst>
                </a:gridCol>
                <a:gridCol w="428619">
                  <a:extLst>
                    <a:ext uri="{9D8B030D-6E8A-4147-A177-3AD203B41FA5}">
                      <a16:colId xmlns:a16="http://schemas.microsoft.com/office/drawing/2014/main" val="1742887932"/>
                    </a:ext>
                  </a:extLst>
                </a:gridCol>
                <a:gridCol w="428619">
                  <a:extLst>
                    <a:ext uri="{9D8B030D-6E8A-4147-A177-3AD203B41FA5}">
                      <a16:colId xmlns:a16="http://schemas.microsoft.com/office/drawing/2014/main" val="1613411633"/>
                    </a:ext>
                  </a:extLst>
                </a:gridCol>
                <a:gridCol w="428619">
                  <a:extLst>
                    <a:ext uri="{9D8B030D-6E8A-4147-A177-3AD203B41FA5}">
                      <a16:colId xmlns:a16="http://schemas.microsoft.com/office/drawing/2014/main" val="1650426186"/>
                    </a:ext>
                  </a:extLst>
                </a:gridCol>
              </a:tblGrid>
              <a:tr h="312690">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b="1" dirty="0" err="1"/>
                        <a:t>i</a:t>
                      </a:r>
                      <a:r>
                        <a:rPr lang="en-IN" sz="1200" b="1"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b="1" dirty="0" err="1"/>
                        <a:t>i</a:t>
                      </a:r>
                      <a:r>
                        <a:rPr lang="en-IN" sz="1200" b="1"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b="1" dirty="0" err="1"/>
                        <a:t>i</a:t>
                      </a:r>
                      <a:r>
                        <a:rPr lang="en-IN" sz="1200" b="1"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b="1" dirty="0" err="1"/>
                        <a:t>i</a:t>
                      </a:r>
                      <a:r>
                        <a:rPr lang="en-IN" sz="1200" b="1"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b="1" dirty="0" err="1"/>
                        <a:t>i</a:t>
                      </a:r>
                      <a:r>
                        <a:rPr lang="en-IN" sz="1200"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b="1" dirty="0" err="1"/>
                        <a:t>i</a:t>
                      </a:r>
                      <a:r>
                        <a:rPr lang="en-IN" sz="1200" b="1"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b="1" dirty="0" err="1"/>
                        <a:t>i</a:t>
                      </a:r>
                      <a:r>
                        <a:rPr lang="en-IN" sz="1200" b="1"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200" b="1" dirty="0" err="1"/>
                        <a:t>i</a:t>
                      </a:r>
                      <a:r>
                        <a:rPr lang="en-IN" sz="1200" b="1"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0128669"/>
                  </a:ext>
                </a:extLst>
              </a:tr>
              <a:tr h="446803">
                <a:tc>
                  <a:txBody>
                    <a:bodyPr/>
                    <a:lstStyle/>
                    <a:p>
                      <a:pPr algn="l"/>
                      <a:r>
                        <a:rPr lang="en-IN" sz="1200" b="1" dirty="0" err="1"/>
                        <a:t>NQueens</a:t>
                      </a:r>
                      <a:r>
                        <a:rPr lang="en-IN" sz="1200" b="1" dirty="0"/>
                        <a:t> (1,8)    x[1]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1973094"/>
                  </a:ext>
                </a:extLst>
              </a:tr>
              <a:tr h="446803">
                <a:tc>
                  <a:txBody>
                    <a:bodyPr/>
                    <a:lstStyle/>
                    <a:p>
                      <a:pPr algn="l"/>
                      <a:r>
                        <a:rPr lang="en-IN" sz="1200" b="1" dirty="0" err="1"/>
                        <a:t>NQueens</a:t>
                      </a:r>
                      <a:r>
                        <a:rPr lang="en-IN" sz="1200" b="1" dirty="0"/>
                        <a:t> (2,8)    x[2]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9331015"/>
                  </a:ext>
                </a:extLst>
              </a:tr>
              <a:tr h="446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err="1"/>
                        <a:t>NQueens</a:t>
                      </a:r>
                      <a:r>
                        <a:rPr lang="en-IN" sz="1200" b="1" dirty="0"/>
                        <a:t> (3,8)    x[3]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2734282"/>
                  </a:ext>
                </a:extLst>
              </a:tr>
              <a:tr h="446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err="1"/>
                        <a:t>NQueens</a:t>
                      </a:r>
                      <a:r>
                        <a:rPr lang="en-IN" sz="1200" b="1" dirty="0"/>
                        <a:t> (4,8)    x[4]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6089555"/>
                  </a:ext>
                </a:extLst>
              </a:tr>
              <a:tr h="446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err="1"/>
                        <a:t>NQueens</a:t>
                      </a:r>
                      <a:r>
                        <a:rPr lang="en-IN" sz="1200" b="1" dirty="0"/>
                        <a:t> (5,8)    x[5]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95800285"/>
                  </a:ext>
                </a:extLst>
              </a:tr>
              <a:tr h="446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err="1"/>
                        <a:t>NQueens</a:t>
                      </a:r>
                      <a:r>
                        <a:rPr lang="en-IN" sz="1200" b="1" dirty="0"/>
                        <a:t> (6,8)    x[6]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64804854"/>
                  </a:ext>
                </a:extLst>
              </a:tr>
              <a:tr h="446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err="1"/>
                        <a:t>NQueens</a:t>
                      </a:r>
                      <a:r>
                        <a:rPr lang="en-IN" sz="1200" b="1" dirty="0"/>
                        <a:t> (7,8)    x[7]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4005670"/>
                  </a:ext>
                </a:extLst>
              </a:tr>
              <a:tr h="446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dirty="0" err="1"/>
                        <a:t>NQueens</a:t>
                      </a:r>
                      <a:r>
                        <a:rPr lang="en-IN" sz="1200" b="1" dirty="0"/>
                        <a:t> (8,8)    x[8]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20170727"/>
                  </a:ext>
                </a:extLst>
              </a:tr>
            </a:tbl>
          </a:graphicData>
        </a:graphic>
      </p:graphicFrame>
      <p:sp>
        <p:nvSpPr>
          <p:cNvPr id="10" name="TextBox 9">
            <a:extLst>
              <a:ext uri="{FF2B5EF4-FFF2-40B4-BE49-F238E27FC236}">
                <a16:creationId xmlns:a16="http://schemas.microsoft.com/office/drawing/2014/main" id="{8BEC576D-6C4F-3A15-8819-508C2DAAB5C5}"/>
              </a:ext>
            </a:extLst>
          </p:cNvPr>
          <p:cNvSpPr txBox="1"/>
          <p:nvPr/>
        </p:nvSpPr>
        <p:spPr>
          <a:xfrm>
            <a:off x="3604260" y="5384075"/>
            <a:ext cx="4361180" cy="880369"/>
          </a:xfrm>
          <a:prstGeom prst="rect">
            <a:avLst/>
          </a:prstGeom>
          <a:noFill/>
          <a:ln>
            <a:solidFill>
              <a:schemeClr val="accent1"/>
            </a:solidFill>
          </a:ln>
        </p:spPr>
        <p:txBody>
          <a:bodyPr wrap="square">
            <a:spAutoFit/>
          </a:bodyPr>
          <a:lstStyle/>
          <a:p>
            <a:pPr>
              <a:lnSpc>
                <a:spcPct val="150000"/>
              </a:lnSpc>
            </a:pPr>
            <a:r>
              <a:rPr lang="en-IN" dirty="0"/>
              <a:t> if ((x[j] == </a:t>
            </a:r>
            <a:r>
              <a:rPr lang="en-IN" dirty="0" err="1"/>
              <a:t>i</a:t>
            </a:r>
            <a:r>
              <a:rPr lang="en-IN" dirty="0"/>
              <a:t>)   || (abs(x[j] - </a:t>
            </a:r>
            <a:r>
              <a:rPr lang="en-IN" dirty="0" err="1"/>
              <a:t>i</a:t>
            </a:r>
            <a:r>
              <a:rPr lang="en-IN" dirty="0"/>
              <a:t>) == abs(j - k)))</a:t>
            </a:r>
          </a:p>
          <a:p>
            <a:pPr>
              <a:lnSpc>
                <a:spcPct val="150000"/>
              </a:lnSpc>
            </a:pPr>
            <a:r>
              <a:rPr lang="en-IN" dirty="0"/>
              <a:t> same column|| same diagonal</a:t>
            </a:r>
          </a:p>
        </p:txBody>
      </p:sp>
      <p:sp>
        <p:nvSpPr>
          <p:cNvPr id="12" name="TextBox 11">
            <a:extLst>
              <a:ext uri="{FF2B5EF4-FFF2-40B4-BE49-F238E27FC236}">
                <a16:creationId xmlns:a16="http://schemas.microsoft.com/office/drawing/2014/main" id="{A6FB890C-BB2F-875D-2678-7707C3513368}"/>
              </a:ext>
            </a:extLst>
          </p:cNvPr>
          <p:cNvSpPr txBox="1"/>
          <p:nvPr/>
        </p:nvSpPr>
        <p:spPr>
          <a:xfrm>
            <a:off x="8125460" y="5192894"/>
            <a:ext cx="3246120" cy="506292"/>
          </a:xfrm>
          <a:prstGeom prst="rect">
            <a:avLst/>
          </a:prstGeom>
          <a:noFill/>
          <a:ln>
            <a:noFill/>
          </a:ln>
        </p:spPr>
        <p:txBody>
          <a:bodyPr wrap="square" anchor="ctr">
            <a:spAutoFit/>
          </a:bodyPr>
          <a:lstStyle/>
          <a:p>
            <a:pPr algn="ctr">
              <a:lnSpc>
                <a:spcPct val="150000"/>
              </a:lnSpc>
            </a:pPr>
            <a:r>
              <a:rPr lang="en-IN" sz="2000" b="1" dirty="0"/>
              <a:t> Solution: x[4 6 8 2 7 1 3 5]</a:t>
            </a:r>
          </a:p>
        </p:txBody>
      </p:sp>
      <p:sp>
        <p:nvSpPr>
          <p:cNvPr id="14" name="TextBox 13">
            <a:extLst>
              <a:ext uri="{FF2B5EF4-FFF2-40B4-BE49-F238E27FC236}">
                <a16:creationId xmlns:a16="http://schemas.microsoft.com/office/drawing/2014/main" id="{D8135672-2449-212C-72D5-8CB42E96C404}"/>
              </a:ext>
            </a:extLst>
          </p:cNvPr>
          <p:cNvSpPr txBox="1"/>
          <p:nvPr/>
        </p:nvSpPr>
        <p:spPr>
          <a:xfrm>
            <a:off x="685800" y="6207257"/>
            <a:ext cx="10515600" cy="523220"/>
          </a:xfrm>
          <a:prstGeom prst="rect">
            <a:avLst/>
          </a:prstGeom>
          <a:noFill/>
        </p:spPr>
        <p:txBody>
          <a:bodyPr wrap="square">
            <a:spAutoFit/>
          </a:bodyPr>
          <a:lstStyle/>
          <a:p>
            <a:r>
              <a:rPr lang="en-IN" sz="1400" b="1" dirty="0"/>
              <a:t>C Program Link</a:t>
            </a:r>
          </a:p>
          <a:p>
            <a:r>
              <a:rPr lang="en-IN" sz="1400" dirty="0">
                <a:hlinkClick r:id="rId2"/>
              </a:rPr>
              <a:t>https://github.com/dayanandyadav205/CS-402-ADA/blob/main/PPT_Notes/Unit-4_Backtracking_Branch_and_Bound/N-Queens_Problem.c</a:t>
            </a:r>
            <a:r>
              <a:rPr lang="en-IN" sz="1400" dirty="0"/>
              <a:t> </a:t>
            </a:r>
          </a:p>
        </p:txBody>
      </p:sp>
      <p:sp>
        <p:nvSpPr>
          <p:cNvPr id="7" name="TextBox 6">
            <a:extLst>
              <a:ext uri="{FF2B5EF4-FFF2-40B4-BE49-F238E27FC236}">
                <a16:creationId xmlns:a16="http://schemas.microsoft.com/office/drawing/2014/main" id="{D60370AE-D989-2FE7-856A-9DD241420441}"/>
              </a:ext>
            </a:extLst>
          </p:cNvPr>
          <p:cNvSpPr txBox="1"/>
          <p:nvPr/>
        </p:nvSpPr>
        <p:spPr>
          <a:xfrm>
            <a:off x="8110669" y="5854416"/>
            <a:ext cx="3786691" cy="369332"/>
          </a:xfrm>
          <a:prstGeom prst="rect">
            <a:avLst/>
          </a:prstGeom>
          <a:noFill/>
        </p:spPr>
        <p:txBody>
          <a:bodyPr wrap="square">
            <a:spAutoFit/>
          </a:bodyPr>
          <a:lstStyle/>
          <a:p>
            <a:r>
              <a:rPr lang="en-IN" b="1" dirty="0"/>
              <a:t>Worst-Case Time Complexity is:</a:t>
            </a:r>
            <a:r>
              <a:rPr lang="en-IN" dirty="0"/>
              <a:t> O(n!)</a:t>
            </a:r>
          </a:p>
        </p:txBody>
      </p:sp>
    </p:spTree>
    <p:extLst>
      <p:ext uri="{BB962C8B-B14F-4D97-AF65-F5344CB8AC3E}">
        <p14:creationId xmlns:p14="http://schemas.microsoft.com/office/powerpoint/2010/main" val="3225314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79BE4-82A3-A142-CD9C-B901FCD8D58F}"/>
              </a:ext>
            </a:extLst>
          </p:cNvPr>
          <p:cNvSpPr>
            <a:spLocks noGrp="1"/>
          </p:cNvSpPr>
          <p:nvPr>
            <p:ph type="title"/>
          </p:nvPr>
        </p:nvSpPr>
        <p:spPr/>
        <p:txBody>
          <a:bodyPr/>
          <a:lstStyle/>
          <a:p>
            <a:r>
              <a:rPr lang="en-IN" dirty="0"/>
              <a:t>Hamiltonian Cycle</a:t>
            </a:r>
          </a:p>
        </p:txBody>
      </p:sp>
      <p:sp>
        <p:nvSpPr>
          <p:cNvPr id="3" name="Content Placeholder 2">
            <a:extLst>
              <a:ext uri="{FF2B5EF4-FFF2-40B4-BE49-F238E27FC236}">
                <a16:creationId xmlns:a16="http://schemas.microsoft.com/office/drawing/2014/main" id="{B6837437-0E34-384A-1514-1CEC77C57399}"/>
              </a:ext>
            </a:extLst>
          </p:cNvPr>
          <p:cNvSpPr>
            <a:spLocks noGrp="1"/>
          </p:cNvSpPr>
          <p:nvPr>
            <p:ph idx="1"/>
          </p:nvPr>
        </p:nvSpPr>
        <p:spPr>
          <a:xfrm>
            <a:off x="838200" y="1877593"/>
            <a:ext cx="10515600" cy="4351338"/>
          </a:xfrm>
        </p:spPr>
        <p:txBody>
          <a:bodyPr>
            <a:normAutofit/>
          </a:bodyPr>
          <a:lstStyle/>
          <a:p>
            <a:pPr algn="just"/>
            <a:r>
              <a:rPr lang="en-IN" sz="1800" dirty="0"/>
              <a:t>Let G = (V, E) be a connected graph with n vertices. A Hamiltonian cycle (suggested by Sir William Hamilton) is a round-trip path along n edges of G that visits every vertex once and returns to its starting position. In other words if a Hamiltonian cycle begins at some vertex v ∈ G and the vertices of G are visited in the order v1, v2,….. vn+1.</a:t>
            </a:r>
          </a:p>
          <a:p>
            <a:pPr algn="just"/>
            <a:r>
              <a:rPr lang="en-IN" sz="1800" dirty="0"/>
              <a:t>The graph G1 of Figure 7.15 contains no Hamiltonian cycle. There is no known easy way to determine whether a given graph contains a Hamiltonian cycle. We now look at a backtracking algorithm that finds all the Hamiltonian cycles in a graph. The graph may be directed or undirected. Only distinct cycles are output.</a:t>
            </a:r>
          </a:p>
        </p:txBody>
      </p:sp>
      <p:pic>
        <p:nvPicPr>
          <p:cNvPr id="5" name="Picture 4">
            <a:extLst>
              <a:ext uri="{FF2B5EF4-FFF2-40B4-BE49-F238E27FC236}">
                <a16:creationId xmlns:a16="http://schemas.microsoft.com/office/drawing/2014/main" id="{E0E5F632-50FC-364A-FEFD-B6B70E33EFE0}"/>
              </a:ext>
            </a:extLst>
          </p:cNvPr>
          <p:cNvPicPr>
            <a:picLocks noChangeAspect="1"/>
          </p:cNvPicPr>
          <p:nvPr/>
        </p:nvPicPr>
        <p:blipFill>
          <a:blip r:embed="rId2"/>
          <a:stretch>
            <a:fillRect/>
          </a:stretch>
        </p:blipFill>
        <p:spPr>
          <a:xfrm>
            <a:off x="3423920" y="3931707"/>
            <a:ext cx="5181600" cy="2652608"/>
          </a:xfrm>
          <a:prstGeom prst="rect">
            <a:avLst/>
          </a:prstGeom>
        </p:spPr>
      </p:pic>
      <p:sp>
        <p:nvSpPr>
          <p:cNvPr id="9" name="TextBox 8">
            <a:extLst>
              <a:ext uri="{FF2B5EF4-FFF2-40B4-BE49-F238E27FC236}">
                <a16:creationId xmlns:a16="http://schemas.microsoft.com/office/drawing/2014/main" id="{529BD64B-D990-C9E1-797B-F16B0878F278}"/>
              </a:ext>
            </a:extLst>
          </p:cNvPr>
          <p:cNvSpPr txBox="1"/>
          <p:nvPr/>
        </p:nvSpPr>
        <p:spPr>
          <a:xfrm>
            <a:off x="944880" y="1495205"/>
            <a:ext cx="10144760" cy="369332"/>
          </a:xfrm>
          <a:prstGeom prst="rect">
            <a:avLst/>
          </a:prstGeom>
          <a:noFill/>
        </p:spPr>
        <p:txBody>
          <a:bodyPr wrap="square">
            <a:spAutoFit/>
          </a:bodyPr>
          <a:lstStyle/>
          <a:p>
            <a:pPr algn="just"/>
            <a:r>
              <a:rPr lang="en-IN" b="1" u="none" strike="noStrike" dirty="0">
                <a:effectLst/>
                <a:latin typeface="Google Sans"/>
              </a:rPr>
              <a:t>A Hamiltonian cycle</a:t>
            </a:r>
            <a:r>
              <a:rPr lang="en-IN" dirty="0"/>
              <a:t> is a path that visits every vertex exactly once and returns to the starting vertex.</a:t>
            </a:r>
          </a:p>
        </p:txBody>
      </p:sp>
    </p:spTree>
    <p:extLst>
      <p:ext uri="{BB962C8B-B14F-4D97-AF65-F5344CB8AC3E}">
        <p14:creationId xmlns:p14="http://schemas.microsoft.com/office/powerpoint/2010/main" val="857650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A4AD9-0EA0-647A-9361-5AFE7865C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54E6A-22C0-3142-DAB7-6B071AD2463C}"/>
              </a:ext>
            </a:extLst>
          </p:cNvPr>
          <p:cNvSpPr>
            <a:spLocks noGrp="1"/>
          </p:cNvSpPr>
          <p:nvPr>
            <p:ph type="title"/>
          </p:nvPr>
        </p:nvSpPr>
        <p:spPr>
          <a:xfrm>
            <a:off x="598468" y="145481"/>
            <a:ext cx="10515600" cy="836615"/>
          </a:xfrm>
        </p:spPr>
        <p:txBody>
          <a:bodyPr/>
          <a:lstStyle/>
          <a:p>
            <a:r>
              <a:rPr lang="en-IN" dirty="0"/>
              <a:t>Hamiltonian Cycle: Adjacency Matrix</a:t>
            </a:r>
          </a:p>
        </p:txBody>
      </p:sp>
      <p:graphicFrame>
        <p:nvGraphicFramePr>
          <p:cNvPr id="5" name="Table 4">
            <a:extLst>
              <a:ext uri="{FF2B5EF4-FFF2-40B4-BE49-F238E27FC236}">
                <a16:creationId xmlns:a16="http://schemas.microsoft.com/office/drawing/2014/main" id="{51354A78-4BE1-3CC0-8F66-7C526DD1F139}"/>
              </a:ext>
            </a:extLst>
          </p:cNvPr>
          <p:cNvGraphicFramePr>
            <a:graphicFrameLocks noGrp="1"/>
          </p:cNvGraphicFramePr>
          <p:nvPr>
            <p:extLst>
              <p:ext uri="{D42A27DB-BD31-4B8C-83A1-F6EECF244321}">
                <p14:modId xmlns:p14="http://schemas.microsoft.com/office/powerpoint/2010/main" val="3801950226"/>
              </p:ext>
            </p:extLst>
          </p:nvPr>
        </p:nvGraphicFramePr>
        <p:xfrm>
          <a:off x="986492" y="2934034"/>
          <a:ext cx="3738879" cy="3291840"/>
        </p:xfrm>
        <a:graphic>
          <a:graphicData uri="http://schemas.openxmlformats.org/drawingml/2006/table">
            <a:tbl>
              <a:tblPr firstRow="1" bandRow="1">
                <a:tableStyleId>{5940675A-B579-460E-94D1-54222C63F5DA}</a:tableStyleId>
              </a:tblPr>
              <a:tblGrid>
                <a:gridCol w="415431">
                  <a:extLst>
                    <a:ext uri="{9D8B030D-6E8A-4147-A177-3AD203B41FA5}">
                      <a16:colId xmlns:a16="http://schemas.microsoft.com/office/drawing/2014/main" val="4243400642"/>
                    </a:ext>
                  </a:extLst>
                </a:gridCol>
                <a:gridCol w="415431">
                  <a:extLst>
                    <a:ext uri="{9D8B030D-6E8A-4147-A177-3AD203B41FA5}">
                      <a16:colId xmlns:a16="http://schemas.microsoft.com/office/drawing/2014/main" val="1246331726"/>
                    </a:ext>
                  </a:extLst>
                </a:gridCol>
                <a:gridCol w="415431">
                  <a:extLst>
                    <a:ext uri="{9D8B030D-6E8A-4147-A177-3AD203B41FA5}">
                      <a16:colId xmlns:a16="http://schemas.microsoft.com/office/drawing/2014/main" val="2497282202"/>
                    </a:ext>
                  </a:extLst>
                </a:gridCol>
                <a:gridCol w="415431">
                  <a:extLst>
                    <a:ext uri="{9D8B030D-6E8A-4147-A177-3AD203B41FA5}">
                      <a16:colId xmlns:a16="http://schemas.microsoft.com/office/drawing/2014/main" val="4150745473"/>
                    </a:ext>
                  </a:extLst>
                </a:gridCol>
                <a:gridCol w="415431">
                  <a:extLst>
                    <a:ext uri="{9D8B030D-6E8A-4147-A177-3AD203B41FA5}">
                      <a16:colId xmlns:a16="http://schemas.microsoft.com/office/drawing/2014/main" val="54074074"/>
                    </a:ext>
                  </a:extLst>
                </a:gridCol>
                <a:gridCol w="415431">
                  <a:extLst>
                    <a:ext uri="{9D8B030D-6E8A-4147-A177-3AD203B41FA5}">
                      <a16:colId xmlns:a16="http://schemas.microsoft.com/office/drawing/2014/main" val="3663990950"/>
                    </a:ext>
                  </a:extLst>
                </a:gridCol>
                <a:gridCol w="415431">
                  <a:extLst>
                    <a:ext uri="{9D8B030D-6E8A-4147-A177-3AD203B41FA5}">
                      <a16:colId xmlns:a16="http://schemas.microsoft.com/office/drawing/2014/main" val="2777272285"/>
                    </a:ext>
                  </a:extLst>
                </a:gridCol>
                <a:gridCol w="415431">
                  <a:extLst>
                    <a:ext uri="{9D8B030D-6E8A-4147-A177-3AD203B41FA5}">
                      <a16:colId xmlns:a16="http://schemas.microsoft.com/office/drawing/2014/main" val="2900878274"/>
                    </a:ext>
                  </a:extLst>
                </a:gridCol>
                <a:gridCol w="415431">
                  <a:extLst>
                    <a:ext uri="{9D8B030D-6E8A-4147-A177-3AD203B41FA5}">
                      <a16:colId xmlns:a16="http://schemas.microsoft.com/office/drawing/2014/main" val="3296370517"/>
                    </a:ext>
                  </a:extLst>
                </a:gridCol>
              </a:tblGrid>
              <a:tr h="345628">
                <a:tc>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2721801"/>
                  </a:ext>
                </a:extLst>
              </a:tr>
              <a:tr h="345628">
                <a:tc>
                  <a:txBody>
                    <a:bodyPr/>
                    <a:lstStyle/>
                    <a:p>
                      <a:pPr algn="ctr"/>
                      <a:r>
                        <a:rPr lang="en-IN" dirty="0"/>
                        <a:t>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18325173"/>
                  </a:ext>
                </a:extLst>
              </a:tr>
              <a:tr h="345628">
                <a:tc>
                  <a:txBody>
                    <a:bodyPr/>
                    <a:lstStyle/>
                    <a:p>
                      <a:pPr algn="ctr"/>
                      <a:r>
                        <a:rPr lang="en-IN" dirty="0"/>
                        <a:t>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2846118"/>
                  </a:ext>
                </a:extLst>
              </a:tr>
              <a:tr h="345628">
                <a:tc>
                  <a:txBody>
                    <a:bodyPr/>
                    <a:lstStyle/>
                    <a:p>
                      <a:pPr algn="ctr"/>
                      <a:r>
                        <a:rPr lang="en-IN" dirty="0"/>
                        <a:t>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9610782"/>
                  </a:ext>
                </a:extLst>
              </a:tr>
              <a:tr h="345628">
                <a:tc>
                  <a:txBody>
                    <a:bodyPr/>
                    <a:lstStyle/>
                    <a:p>
                      <a:pPr algn="ctr"/>
                      <a:r>
                        <a:rPr lang="en-IN" dirty="0"/>
                        <a:t>4</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107697"/>
                  </a:ext>
                </a:extLst>
              </a:tr>
              <a:tr h="345628">
                <a:tc>
                  <a:txBody>
                    <a:bodyPr/>
                    <a:lstStyle/>
                    <a:p>
                      <a:pPr algn="ctr"/>
                      <a:r>
                        <a:rPr lang="en-IN" dirty="0"/>
                        <a:t>5</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8447185"/>
                  </a:ext>
                </a:extLst>
              </a:tr>
              <a:tr h="345628">
                <a:tc>
                  <a:txBody>
                    <a:bodyPr/>
                    <a:lstStyle/>
                    <a:p>
                      <a:pPr algn="ctr"/>
                      <a:r>
                        <a:rPr lang="en-IN" dirty="0"/>
                        <a:t>6</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9169667"/>
                  </a:ext>
                </a:extLst>
              </a:tr>
              <a:tr h="345628">
                <a:tc>
                  <a:txBody>
                    <a:bodyPr/>
                    <a:lstStyle/>
                    <a:p>
                      <a:pPr algn="ctr"/>
                      <a:r>
                        <a:rPr lang="en-IN" dirty="0"/>
                        <a:t>7</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0841887"/>
                  </a:ext>
                </a:extLst>
              </a:tr>
              <a:tr h="345628">
                <a:tc>
                  <a:txBody>
                    <a:bodyPr/>
                    <a:lstStyle/>
                    <a:p>
                      <a:pPr algn="ctr"/>
                      <a:r>
                        <a:rPr lang="en-IN" dirty="0"/>
                        <a:t>8</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22363690"/>
                  </a:ext>
                </a:extLst>
              </a:tr>
            </a:tbl>
          </a:graphicData>
        </a:graphic>
      </p:graphicFrame>
      <p:sp>
        <p:nvSpPr>
          <p:cNvPr id="6" name="TextBox 5">
            <a:extLst>
              <a:ext uri="{FF2B5EF4-FFF2-40B4-BE49-F238E27FC236}">
                <a16:creationId xmlns:a16="http://schemas.microsoft.com/office/drawing/2014/main" id="{A1DA1041-2014-9197-CED1-7A574E4D01BB}"/>
              </a:ext>
            </a:extLst>
          </p:cNvPr>
          <p:cNvSpPr txBox="1"/>
          <p:nvPr/>
        </p:nvSpPr>
        <p:spPr>
          <a:xfrm>
            <a:off x="1081471" y="6271352"/>
            <a:ext cx="3738879" cy="369332"/>
          </a:xfrm>
          <a:prstGeom prst="rect">
            <a:avLst/>
          </a:prstGeom>
          <a:noFill/>
        </p:spPr>
        <p:txBody>
          <a:bodyPr wrap="square" rtlCol="0">
            <a:spAutoFit/>
          </a:bodyPr>
          <a:lstStyle/>
          <a:p>
            <a:pPr algn="ctr"/>
            <a:r>
              <a:rPr lang="en-IN" b="1" dirty="0"/>
              <a:t>Adjacency Matrix of Graph G</a:t>
            </a:r>
          </a:p>
        </p:txBody>
      </p:sp>
      <p:grpSp>
        <p:nvGrpSpPr>
          <p:cNvPr id="3" name="Group 2">
            <a:extLst>
              <a:ext uri="{FF2B5EF4-FFF2-40B4-BE49-F238E27FC236}">
                <a16:creationId xmlns:a16="http://schemas.microsoft.com/office/drawing/2014/main" id="{D0BAB319-771A-534E-EA4A-6B9354C63502}"/>
              </a:ext>
            </a:extLst>
          </p:cNvPr>
          <p:cNvGrpSpPr/>
          <p:nvPr/>
        </p:nvGrpSpPr>
        <p:grpSpPr>
          <a:xfrm>
            <a:off x="1488531" y="1216288"/>
            <a:ext cx="3236840" cy="1561119"/>
            <a:chOff x="1488531" y="1216288"/>
            <a:chExt cx="3236840" cy="1561119"/>
          </a:xfrm>
        </p:grpSpPr>
        <p:pic>
          <p:nvPicPr>
            <p:cNvPr id="4" name="Picture 3">
              <a:extLst>
                <a:ext uri="{FF2B5EF4-FFF2-40B4-BE49-F238E27FC236}">
                  <a16:creationId xmlns:a16="http://schemas.microsoft.com/office/drawing/2014/main" id="{4C30303A-94E9-685F-A6A8-657605C2A520}"/>
                </a:ext>
              </a:extLst>
            </p:cNvPr>
            <p:cNvPicPr>
              <a:picLocks noChangeAspect="1"/>
            </p:cNvPicPr>
            <p:nvPr/>
          </p:nvPicPr>
          <p:blipFill>
            <a:blip r:embed="rId3"/>
            <a:srcRect l="36471" t="3073" r="11765" b="50582"/>
            <a:stretch>
              <a:fillRect/>
            </a:stretch>
          </p:blipFill>
          <p:spPr>
            <a:xfrm>
              <a:off x="1488531" y="1216288"/>
              <a:ext cx="3236840" cy="1483553"/>
            </a:xfrm>
            <a:prstGeom prst="rect">
              <a:avLst/>
            </a:prstGeom>
          </p:spPr>
        </p:pic>
        <p:sp>
          <p:nvSpPr>
            <p:cNvPr id="9" name="TextBox 8">
              <a:extLst>
                <a:ext uri="{FF2B5EF4-FFF2-40B4-BE49-F238E27FC236}">
                  <a16:creationId xmlns:a16="http://schemas.microsoft.com/office/drawing/2014/main" id="{30582B29-895F-EF54-5EE8-0192DC9823FB}"/>
                </a:ext>
              </a:extLst>
            </p:cNvPr>
            <p:cNvSpPr txBox="1"/>
            <p:nvPr/>
          </p:nvSpPr>
          <p:spPr>
            <a:xfrm>
              <a:off x="1851186" y="2408075"/>
              <a:ext cx="2511529" cy="369332"/>
            </a:xfrm>
            <a:prstGeom prst="rect">
              <a:avLst/>
            </a:prstGeom>
            <a:noFill/>
          </p:spPr>
          <p:txBody>
            <a:bodyPr wrap="square" rtlCol="0">
              <a:spAutoFit/>
            </a:bodyPr>
            <a:lstStyle/>
            <a:p>
              <a:pPr algn="ctr"/>
              <a:r>
                <a:rPr lang="en-IN" b="1" dirty="0"/>
                <a:t>Graph G</a:t>
              </a:r>
            </a:p>
          </p:txBody>
        </p:sp>
      </p:grpSp>
      <p:sp>
        <p:nvSpPr>
          <p:cNvPr id="15" name="TextBox 14">
            <a:extLst>
              <a:ext uri="{FF2B5EF4-FFF2-40B4-BE49-F238E27FC236}">
                <a16:creationId xmlns:a16="http://schemas.microsoft.com/office/drawing/2014/main" id="{92E338E1-1558-2A90-3626-A0A0D2A6D1EE}"/>
              </a:ext>
            </a:extLst>
          </p:cNvPr>
          <p:cNvSpPr txBox="1"/>
          <p:nvPr/>
        </p:nvSpPr>
        <p:spPr>
          <a:xfrm>
            <a:off x="5537201" y="1399188"/>
            <a:ext cx="5842000" cy="3737946"/>
          </a:xfrm>
          <a:prstGeom prst="rect">
            <a:avLst/>
          </a:prstGeom>
          <a:noFill/>
          <a:ln>
            <a:solidFill>
              <a:schemeClr val="accent1"/>
            </a:solidFill>
          </a:ln>
        </p:spPr>
        <p:txBody>
          <a:bodyPr wrap="square">
            <a:spAutoFit/>
          </a:bodyPr>
          <a:lstStyle/>
          <a:p>
            <a:pPr algn="just">
              <a:lnSpc>
                <a:spcPct val="150000"/>
              </a:lnSpc>
            </a:pPr>
            <a:r>
              <a:rPr lang="en-IN" sz="2000" b="1" dirty="0"/>
              <a:t> Validation Rules</a:t>
            </a:r>
          </a:p>
          <a:p>
            <a:pPr algn="just">
              <a:lnSpc>
                <a:spcPct val="150000"/>
              </a:lnSpc>
            </a:pPr>
            <a:r>
              <a:rPr lang="en-IN" sz="2000" dirty="0"/>
              <a:t>For any choice x[k], it must pass three checks in </a:t>
            </a:r>
            <a:r>
              <a:rPr lang="en-IN" sz="2000" dirty="0" err="1"/>
              <a:t>NextValue</a:t>
            </a:r>
            <a:r>
              <a:rPr lang="en-IN" sz="2000" dirty="0"/>
              <a:t>(k):</a:t>
            </a:r>
          </a:p>
          <a:p>
            <a:pPr lvl="1" algn="just">
              <a:lnSpc>
                <a:spcPct val="150000"/>
              </a:lnSpc>
            </a:pPr>
            <a:r>
              <a:rPr lang="en-IN" sz="2000" dirty="0"/>
              <a:t>1. Edge Check: G[x[k-1]][x[k]] == 1</a:t>
            </a:r>
          </a:p>
          <a:p>
            <a:pPr lvl="1" algn="just">
              <a:lnSpc>
                <a:spcPct val="150000"/>
              </a:lnSpc>
            </a:pPr>
            <a:r>
              <a:rPr lang="en-IN" sz="2000" dirty="0"/>
              <a:t>2. Distinct Check: x[k] must not be equal to any previous element x[1] to x[k-1].</a:t>
            </a:r>
          </a:p>
          <a:p>
            <a:pPr lvl="1" algn="just">
              <a:lnSpc>
                <a:spcPct val="150000"/>
              </a:lnSpc>
            </a:pPr>
            <a:r>
              <a:rPr lang="en-IN" sz="2000" dirty="0"/>
              <a:t>3. Boundary Check: If k = 8, then G[x[8]][x[1]] must equal 1 to close the loop.</a:t>
            </a:r>
          </a:p>
        </p:txBody>
      </p:sp>
    </p:spTree>
    <p:extLst>
      <p:ext uri="{BB962C8B-B14F-4D97-AF65-F5344CB8AC3E}">
        <p14:creationId xmlns:p14="http://schemas.microsoft.com/office/powerpoint/2010/main" val="3924374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B2AF8-AE2D-A6FB-FFCC-6D1F8E1EE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3BBF6-107A-12B8-69B9-5D39B80BF023}"/>
              </a:ext>
            </a:extLst>
          </p:cNvPr>
          <p:cNvSpPr>
            <a:spLocks noGrp="1"/>
          </p:cNvSpPr>
          <p:nvPr>
            <p:ph type="title"/>
          </p:nvPr>
        </p:nvSpPr>
        <p:spPr>
          <a:xfrm>
            <a:off x="624840" y="212725"/>
            <a:ext cx="10515600" cy="1325563"/>
          </a:xfrm>
        </p:spPr>
        <p:txBody>
          <a:bodyPr/>
          <a:lstStyle/>
          <a:p>
            <a:r>
              <a:rPr lang="en-IN" dirty="0"/>
              <a:t>Hamiltonian Cycle: Algorithm</a:t>
            </a:r>
          </a:p>
        </p:txBody>
      </p:sp>
      <p:sp>
        <p:nvSpPr>
          <p:cNvPr id="7" name="TextBox 6">
            <a:extLst>
              <a:ext uri="{FF2B5EF4-FFF2-40B4-BE49-F238E27FC236}">
                <a16:creationId xmlns:a16="http://schemas.microsoft.com/office/drawing/2014/main" id="{C697897C-0D47-0A6D-AFCA-094B0D5E3A89}"/>
              </a:ext>
            </a:extLst>
          </p:cNvPr>
          <p:cNvSpPr txBox="1"/>
          <p:nvPr/>
        </p:nvSpPr>
        <p:spPr>
          <a:xfrm>
            <a:off x="2968089" y="6230860"/>
            <a:ext cx="9174481" cy="369332"/>
          </a:xfrm>
          <a:prstGeom prst="rect">
            <a:avLst/>
          </a:prstGeom>
          <a:noFill/>
        </p:spPr>
        <p:txBody>
          <a:bodyPr wrap="square">
            <a:spAutoFit/>
          </a:bodyPr>
          <a:lstStyle/>
          <a:p>
            <a:pPr algn="ctr"/>
            <a:r>
              <a:rPr lang="en-IN" b="1" dirty="0"/>
              <a:t>[Pick a Spot] ➔ [Check if Already Used] ➔ [Check if Path is Full] ➔ [Link Back to Start]</a:t>
            </a:r>
          </a:p>
        </p:txBody>
      </p:sp>
      <p:grpSp>
        <p:nvGrpSpPr>
          <p:cNvPr id="6" name="Group 5">
            <a:extLst>
              <a:ext uri="{FF2B5EF4-FFF2-40B4-BE49-F238E27FC236}">
                <a16:creationId xmlns:a16="http://schemas.microsoft.com/office/drawing/2014/main" id="{A31044FE-106A-9441-8FA1-165722477A9C}"/>
              </a:ext>
            </a:extLst>
          </p:cNvPr>
          <p:cNvGrpSpPr/>
          <p:nvPr/>
        </p:nvGrpSpPr>
        <p:grpSpPr>
          <a:xfrm>
            <a:off x="221272" y="1358505"/>
            <a:ext cx="11595760" cy="5286770"/>
            <a:chOff x="221272" y="1358505"/>
            <a:chExt cx="11595760" cy="5286770"/>
          </a:xfrm>
        </p:grpSpPr>
        <p:grpSp>
          <p:nvGrpSpPr>
            <p:cNvPr id="11" name="Group 10">
              <a:extLst>
                <a:ext uri="{FF2B5EF4-FFF2-40B4-BE49-F238E27FC236}">
                  <a16:creationId xmlns:a16="http://schemas.microsoft.com/office/drawing/2014/main" id="{A5D21E4A-B048-4207-0C7A-B0E95F239CB8}"/>
                </a:ext>
              </a:extLst>
            </p:cNvPr>
            <p:cNvGrpSpPr/>
            <p:nvPr/>
          </p:nvGrpSpPr>
          <p:grpSpPr>
            <a:xfrm>
              <a:off x="374967" y="1358505"/>
              <a:ext cx="11442065" cy="4684577"/>
              <a:chOff x="416560" y="1614805"/>
              <a:chExt cx="11442065" cy="4684577"/>
            </a:xfrm>
          </p:grpSpPr>
          <p:pic>
            <p:nvPicPr>
              <p:cNvPr id="8" name="Picture 7">
                <a:extLst>
                  <a:ext uri="{FF2B5EF4-FFF2-40B4-BE49-F238E27FC236}">
                    <a16:creationId xmlns:a16="http://schemas.microsoft.com/office/drawing/2014/main" id="{4A107271-59CA-4F58-D751-0FF9D4FE1C6C}"/>
                  </a:ext>
                </a:extLst>
              </p:cNvPr>
              <p:cNvPicPr>
                <a:picLocks noChangeAspect="1"/>
              </p:cNvPicPr>
              <p:nvPr/>
            </p:nvPicPr>
            <p:blipFill>
              <a:blip r:embed="rId2"/>
              <a:stretch>
                <a:fillRect/>
              </a:stretch>
            </p:blipFill>
            <p:spPr>
              <a:xfrm>
                <a:off x="6426225" y="1614805"/>
                <a:ext cx="5432400" cy="4684577"/>
              </a:xfrm>
              <a:prstGeom prst="rect">
                <a:avLst/>
              </a:prstGeom>
              <a:ln w="19050">
                <a:solidFill>
                  <a:schemeClr val="accent1"/>
                </a:solidFill>
              </a:ln>
            </p:spPr>
          </p:pic>
          <p:pic>
            <p:nvPicPr>
              <p:cNvPr id="10" name="Picture 9">
                <a:extLst>
                  <a:ext uri="{FF2B5EF4-FFF2-40B4-BE49-F238E27FC236}">
                    <a16:creationId xmlns:a16="http://schemas.microsoft.com/office/drawing/2014/main" id="{4A8D95EE-3375-247D-7595-0A22A81C164B}"/>
                  </a:ext>
                </a:extLst>
              </p:cNvPr>
              <p:cNvPicPr>
                <a:picLocks noChangeAspect="1"/>
              </p:cNvPicPr>
              <p:nvPr/>
            </p:nvPicPr>
            <p:blipFill>
              <a:blip r:embed="rId3"/>
              <a:stretch>
                <a:fillRect/>
              </a:stretch>
            </p:blipFill>
            <p:spPr>
              <a:xfrm>
                <a:off x="416560" y="1614805"/>
                <a:ext cx="5750585" cy="3552507"/>
              </a:xfrm>
              <a:prstGeom prst="rect">
                <a:avLst/>
              </a:prstGeom>
              <a:ln w="19050">
                <a:solidFill>
                  <a:schemeClr val="accent1"/>
                </a:solidFill>
              </a:ln>
            </p:spPr>
          </p:pic>
        </p:grpSp>
        <p:grpSp>
          <p:nvGrpSpPr>
            <p:cNvPr id="3" name="Group 2">
              <a:extLst>
                <a:ext uri="{FF2B5EF4-FFF2-40B4-BE49-F238E27FC236}">
                  <a16:creationId xmlns:a16="http://schemas.microsoft.com/office/drawing/2014/main" id="{461953FA-65AC-2656-53FD-91F1683C06AC}"/>
                </a:ext>
              </a:extLst>
            </p:cNvPr>
            <p:cNvGrpSpPr/>
            <p:nvPr/>
          </p:nvGrpSpPr>
          <p:grpSpPr>
            <a:xfrm>
              <a:off x="221272" y="5084156"/>
              <a:ext cx="3236840" cy="1561119"/>
              <a:chOff x="1488531" y="1216288"/>
              <a:chExt cx="3236840" cy="1561119"/>
            </a:xfrm>
          </p:grpSpPr>
          <p:pic>
            <p:nvPicPr>
              <p:cNvPr id="4" name="Picture 3">
                <a:extLst>
                  <a:ext uri="{FF2B5EF4-FFF2-40B4-BE49-F238E27FC236}">
                    <a16:creationId xmlns:a16="http://schemas.microsoft.com/office/drawing/2014/main" id="{A2FF9B72-8C14-77AE-57A5-EEB44C71CD9E}"/>
                  </a:ext>
                </a:extLst>
              </p:cNvPr>
              <p:cNvPicPr>
                <a:picLocks noChangeAspect="1"/>
              </p:cNvPicPr>
              <p:nvPr/>
            </p:nvPicPr>
            <p:blipFill>
              <a:blip r:embed="rId4"/>
              <a:srcRect l="36471" t="3073" r="11765" b="50582"/>
              <a:stretch>
                <a:fillRect/>
              </a:stretch>
            </p:blipFill>
            <p:spPr>
              <a:xfrm>
                <a:off x="1488531" y="1216288"/>
                <a:ext cx="3236840" cy="1483553"/>
              </a:xfrm>
              <a:prstGeom prst="rect">
                <a:avLst/>
              </a:prstGeom>
            </p:spPr>
          </p:pic>
          <p:sp>
            <p:nvSpPr>
              <p:cNvPr id="5" name="TextBox 4">
                <a:extLst>
                  <a:ext uri="{FF2B5EF4-FFF2-40B4-BE49-F238E27FC236}">
                    <a16:creationId xmlns:a16="http://schemas.microsoft.com/office/drawing/2014/main" id="{AE093BFB-B674-C0E3-5671-758323692E22}"/>
                  </a:ext>
                </a:extLst>
              </p:cNvPr>
              <p:cNvSpPr txBox="1"/>
              <p:nvPr/>
            </p:nvSpPr>
            <p:spPr>
              <a:xfrm>
                <a:off x="1851186" y="2408075"/>
                <a:ext cx="2511529" cy="369332"/>
              </a:xfrm>
              <a:prstGeom prst="rect">
                <a:avLst/>
              </a:prstGeom>
              <a:noFill/>
            </p:spPr>
            <p:txBody>
              <a:bodyPr wrap="square" rtlCol="0">
                <a:spAutoFit/>
              </a:bodyPr>
              <a:lstStyle/>
              <a:p>
                <a:pPr algn="ctr"/>
                <a:r>
                  <a:rPr lang="en-IN" b="1" dirty="0"/>
                  <a:t>Graph G</a:t>
                </a:r>
              </a:p>
            </p:txBody>
          </p:sp>
        </p:grpSp>
      </p:grpSp>
    </p:spTree>
    <p:extLst>
      <p:ext uri="{BB962C8B-B14F-4D97-AF65-F5344CB8AC3E}">
        <p14:creationId xmlns:p14="http://schemas.microsoft.com/office/powerpoint/2010/main" val="3041508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2C6CC-0861-BD89-BAA0-C344B2E8C1F8}"/>
              </a:ext>
            </a:extLst>
          </p:cNvPr>
          <p:cNvSpPr>
            <a:spLocks noGrp="1"/>
          </p:cNvSpPr>
          <p:nvPr>
            <p:ph type="title"/>
          </p:nvPr>
        </p:nvSpPr>
        <p:spPr/>
        <p:txBody>
          <a:bodyPr/>
          <a:lstStyle/>
          <a:p>
            <a:r>
              <a:rPr lang="en-IN" dirty="0"/>
              <a:t>Hamiltonian Cycle: State Space Tree</a:t>
            </a:r>
          </a:p>
        </p:txBody>
      </p:sp>
      <p:pic>
        <p:nvPicPr>
          <p:cNvPr id="7" name="Content Placeholder 6">
            <a:extLst>
              <a:ext uri="{FF2B5EF4-FFF2-40B4-BE49-F238E27FC236}">
                <a16:creationId xmlns:a16="http://schemas.microsoft.com/office/drawing/2014/main" id="{CA6EA100-922E-EE2B-9913-1C3DF7843B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12174" y="1439545"/>
            <a:ext cx="7470211" cy="5223312"/>
          </a:xfrm>
          <a:prstGeom prst="rect">
            <a:avLst/>
          </a:prstGeom>
        </p:spPr>
      </p:pic>
      <p:grpSp>
        <p:nvGrpSpPr>
          <p:cNvPr id="8" name="Group 7">
            <a:extLst>
              <a:ext uri="{FF2B5EF4-FFF2-40B4-BE49-F238E27FC236}">
                <a16:creationId xmlns:a16="http://schemas.microsoft.com/office/drawing/2014/main" id="{D6660BDE-1BE1-0F08-37BC-9361B9923D8B}"/>
              </a:ext>
            </a:extLst>
          </p:cNvPr>
          <p:cNvGrpSpPr/>
          <p:nvPr/>
        </p:nvGrpSpPr>
        <p:grpSpPr>
          <a:xfrm>
            <a:off x="303919" y="1690688"/>
            <a:ext cx="3236840" cy="1561119"/>
            <a:chOff x="1488531" y="1216288"/>
            <a:chExt cx="3236840" cy="1561119"/>
          </a:xfrm>
        </p:grpSpPr>
        <p:pic>
          <p:nvPicPr>
            <p:cNvPr id="9" name="Picture 8">
              <a:extLst>
                <a:ext uri="{FF2B5EF4-FFF2-40B4-BE49-F238E27FC236}">
                  <a16:creationId xmlns:a16="http://schemas.microsoft.com/office/drawing/2014/main" id="{A45EB982-ACC0-A239-3514-250E88621863}"/>
                </a:ext>
              </a:extLst>
            </p:cNvPr>
            <p:cNvPicPr>
              <a:picLocks noChangeAspect="1"/>
            </p:cNvPicPr>
            <p:nvPr/>
          </p:nvPicPr>
          <p:blipFill>
            <a:blip r:embed="rId3"/>
            <a:srcRect l="36471" t="3073" r="11765" b="50582"/>
            <a:stretch>
              <a:fillRect/>
            </a:stretch>
          </p:blipFill>
          <p:spPr>
            <a:xfrm>
              <a:off x="1488531" y="1216288"/>
              <a:ext cx="3236840" cy="1483553"/>
            </a:xfrm>
            <a:prstGeom prst="rect">
              <a:avLst/>
            </a:prstGeom>
          </p:spPr>
        </p:pic>
        <p:sp>
          <p:nvSpPr>
            <p:cNvPr id="10" name="TextBox 9">
              <a:extLst>
                <a:ext uri="{FF2B5EF4-FFF2-40B4-BE49-F238E27FC236}">
                  <a16:creationId xmlns:a16="http://schemas.microsoft.com/office/drawing/2014/main" id="{CB76C671-28DF-DA4E-7DB3-A18AD45EF17D}"/>
                </a:ext>
              </a:extLst>
            </p:cNvPr>
            <p:cNvSpPr txBox="1"/>
            <p:nvPr/>
          </p:nvSpPr>
          <p:spPr>
            <a:xfrm>
              <a:off x="1851186" y="2408075"/>
              <a:ext cx="2511529" cy="369332"/>
            </a:xfrm>
            <a:prstGeom prst="rect">
              <a:avLst/>
            </a:prstGeom>
            <a:noFill/>
          </p:spPr>
          <p:txBody>
            <a:bodyPr wrap="square" rtlCol="0">
              <a:spAutoFit/>
            </a:bodyPr>
            <a:lstStyle/>
            <a:p>
              <a:pPr algn="ctr"/>
              <a:r>
                <a:rPr lang="en-IN" b="1" dirty="0"/>
                <a:t>Graph G</a:t>
              </a:r>
            </a:p>
          </p:txBody>
        </p:sp>
      </p:grpSp>
      <p:sp>
        <p:nvSpPr>
          <p:cNvPr id="4" name="TextBox 3">
            <a:extLst>
              <a:ext uri="{FF2B5EF4-FFF2-40B4-BE49-F238E27FC236}">
                <a16:creationId xmlns:a16="http://schemas.microsoft.com/office/drawing/2014/main" id="{EF536672-20F0-C13B-9E06-38F83D8FE389}"/>
              </a:ext>
            </a:extLst>
          </p:cNvPr>
          <p:cNvSpPr txBox="1"/>
          <p:nvPr/>
        </p:nvSpPr>
        <p:spPr>
          <a:xfrm>
            <a:off x="397139" y="3681868"/>
            <a:ext cx="2945501" cy="646331"/>
          </a:xfrm>
          <a:prstGeom prst="rect">
            <a:avLst/>
          </a:prstGeom>
          <a:noFill/>
        </p:spPr>
        <p:txBody>
          <a:bodyPr wrap="square">
            <a:spAutoFit/>
          </a:bodyPr>
          <a:lstStyle/>
          <a:p>
            <a:r>
              <a:rPr lang="en-IN" b="1" dirty="0"/>
              <a:t>Worst-Case Time Complexity is:</a:t>
            </a:r>
            <a:r>
              <a:rPr lang="en-IN" dirty="0"/>
              <a:t> O(n!)</a:t>
            </a:r>
          </a:p>
        </p:txBody>
      </p:sp>
    </p:spTree>
    <p:extLst>
      <p:ext uri="{BB962C8B-B14F-4D97-AF65-F5344CB8AC3E}">
        <p14:creationId xmlns:p14="http://schemas.microsoft.com/office/powerpoint/2010/main" val="1104469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3261F-DACE-1368-6559-9B51CA1E33EB}"/>
              </a:ext>
            </a:extLst>
          </p:cNvPr>
          <p:cNvSpPr>
            <a:spLocks noGrp="1"/>
          </p:cNvSpPr>
          <p:nvPr>
            <p:ph type="title"/>
          </p:nvPr>
        </p:nvSpPr>
        <p:spPr>
          <a:xfrm>
            <a:off x="838200" y="297179"/>
            <a:ext cx="10515600" cy="719138"/>
          </a:xfrm>
        </p:spPr>
        <p:txBody>
          <a:bodyPr>
            <a:normAutofit/>
          </a:bodyPr>
          <a:lstStyle/>
          <a:p>
            <a:r>
              <a:rPr lang="en-IN" sz="3600" b="1" dirty="0"/>
              <a:t>GRAPH COLORING</a:t>
            </a:r>
          </a:p>
        </p:txBody>
      </p:sp>
      <p:sp>
        <p:nvSpPr>
          <p:cNvPr id="3" name="Content Placeholder 2">
            <a:extLst>
              <a:ext uri="{FF2B5EF4-FFF2-40B4-BE49-F238E27FC236}">
                <a16:creationId xmlns:a16="http://schemas.microsoft.com/office/drawing/2014/main" id="{2803D2DD-0E71-5A9C-7DAD-6B8F889AEE4D}"/>
              </a:ext>
            </a:extLst>
          </p:cNvPr>
          <p:cNvSpPr>
            <a:spLocks noGrp="1"/>
          </p:cNvSpPr>
          <p:nvPr>
            <p:ph idx="1"/>
          </p:nvPr>
        </p:nvSpPr>
        <p:spPr>
          <a:xfrm>
            <a:off x="838200" y="1016317"/>
            <a:ext cx="10515600" cy="3559175"/>
          </a:xfrm>
        </p:spPr>
        <p:txBody>
          <a:bodyPr>
            <a:normAutofit/>
          </a:bodyPr>
          <a:lstStyle/>
          <a:p>
            <a:pPr marL="0" indent="0" algn="just">
              <a:lnSpc>
                <a:spcPct val="150000"/>
              </a:lnSpc>
              <a:buNone/>
            </a:pPr>
            <a:r>
              <a:rPr lang="en-IN" sz="1600" dirty="0"/>
              <a:t>Let G be a graph and m be a given positive integer. We want to discover whether the nodes of G can be </a:t>
            </a:r>
            <a:r>
              <a:rPr lang="en-IN" sz="1600" dirty="0" err="1"/>
              <a:t>colored</a:t>
            </a:r>
            <a:r>
              <a:rPr lang="en-IN" sz="1600" dirty="0"/>
              <a:t> in such a way that no two adjacent nodes have the same </a:t>
            </a:r>
            <a:r>
              <a:rPr lang="en-IN" sz="1600" dirty="0" err="1"/>
              <a:t>color</a:t>
            </a:r>
            <a:r>
              <a:rPr lang="en-IN" sz="1600" dirty="0"/>
              <a:t> yet only m </a:t>
            </a:r>
            <a:r>
              <a:rPr lang="en-IN" sz="1600" dirty="0" err="1"/>
              <a:t>colors</a:t>
            </a:r>
            <a:r>
              <a:rPr lang="en-IN" sz="1600" dirty="0"/>
              <a:t> are used. This is termed the </a:t>
            </a:r>
            <a:r>
              <a:rPr lang="en-IN" sz="1600" b="1" dirty="0"/>
              <a:t>m-colorability decision problem. </a:t>
            </a:r>
          </a:p>
          <a:p>
            <a:pPr marL="0" indent="0" algn="just">
              <a:lnSpc>
                <a:spcPct val="150000"/>
              </a:lnSpc>
              <a:buNone/>
            </a:pPr>
            <a:r>
              <a:rPr lang="en-IN" sz="1600" dirty="0"/>
              <a:t>Note that if d is the degree of the given graph, then it can be </a:t>
            </a:r>
            <a:r>
              <a:rPr lang="en-IN" sz="1600" dirty="0" err="1"/>
              <a:t>colored</a:t>
            </a:r>
            <a:r>
              <a:rPr lang="en-IN" sz="1600" dirty="0"/>
              <a:t> with d + 1 </a:t>
            </a:r>
            <a:r>
              <a:rPr lang="en-IN" sz="1600" dirty="0" err="1"/>
              <a:t>colors</a:t>
            </a:r>
            <a:r>
              <a:rPr lang="en-IN" sz="1600" dirty="0"/>
              <a:t>. The m-colorability optimization problem asks for the smallest integer m for which the graph G can be </a:t>
            </a:r>
            <a:r>
              <a:rPr lang="en-IN" sz="1600" dirty="0" err="1"/>
              <a:t>colored</a:t>
            </a:r>
            <a:r>
              <a:rPr lang="en-IN" sz="1600" dirty="0"/>
              <a:t>. This integer is referred to as the chromatic number of the graph. For example, the graph of Figure 7.11 can be </a:t>
            </a:r>
            <a:r>
              <a:rPr lang="en-IN" sz="1600" dirty="0" err="1"/>
              <a:t>colored</a:t>
            </a:r>
            <a:r>
              <a:rPr lang="en-IN" sz="1600" dirty="0"/>
              <a:t> with three </a:t>
            </a:r>
            <a:r>
              <a:rPr lang="en-IN" sz="1600" dirty="0" err="1"/>
              <a:t>colors</a:t>
            </a:r>
            <a:r>
              <a:rPr lang="en-IN" sz="1600" dirty="0"/>
              <a:t> 1, 2, and 3. The </a:t>
            </a:r>
            <a:r>
              <a:rPr lang="en-IN" sz="1600" dirty="0" err="1"/>
              <a:t>color</a:t>
            </a:r>
            <a:r>
              <a:rPr lang="en-IN" sz="1600" dirty="0"/>
              <a:t> of each node is indicated next to it. It can also be seen that three </a:t>
            </a:r>
            <a:r>
              <a:rPr lang="en-IN" sz="1600" dirty="0" err="1"/>
              <a:t>colors</a:t>
            </a:r>
            <a:r>
              <a:rPr lang="en-IN" sz="1600" dirty="0"/>
              <a:t> are needed to </a:t>
            </a:r>
            <a:r>
              <a:rPr lang="en-IN" sz="1600" dirty="0" err="1"/>
              <a:t>color</a:t>
            </a:r>
            <a:r>
              <a:rPr lang="en-IN" sz="1600" dirty="0"/>
              <a:t> this graph and hence this graph’s chromatic number is 3.</a:t>
            </a:r>
            <a:endParaRPr lang="en-IN" sz="1600" b="1" dirty="0"/>
          </a:p>
        </p:txBody>
      </p:sp>
      <p:pic>
        <p:nvPicPr>
          <p:cNvPr id="5" name="Picture 4">
            <a:extLst>
              <a:ext uri="{FF2B5EF4-FFF2-40B4-BE49-F238E27FC236}">
                <a16:creationId xmlns:a16="http://schemas.microsoft.com/office/drawing/2014/main" id="{1FB08CF6-7537-FCE2-0C13-90984C1E553A}"/>
              </a:ext>
            </a:extLst>
          </p:cNvPr>
          <p:cNvPicPr>
            <a:picLocks noChangeAspect="1"/>
          </p:cNvPicPr>
          <p:nvPr/>
        </p:nvPicPr>
        <p:blipFill>
          <a:blip r:embed="rId2"/>
          <a:stretch>
            <a:fillRect/>
          </a:stretch>
        </p:blipFill>
        <p:spPr>
          <a:xfrm>
            <a:off x="3776980" y="3951535"/>
            <a:ext cx="4638040" cy="2474825"/>
          </a:xfrm>
          <a:prstGeom prst="rect">
            <a:avLst/>
          </a:prstGeom>
        </p:spPr>
      </p:pic>
    </p:spTree>
    <p:extLst>
      <p:ext uri="{BB962C8B-B14F-4D97-AF65-F5344CB8AC3E}">
        <p14:creationId xmlns:p14="http://schemas.microsoft.com/office/powerpoint/2010/main" val="2842948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864F3-8DAA-8927-CF0E-25685EF79B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C1C21-91D7-B99D-3165-6F5DEC94FC1B}"/>
              </a:ext>
            </a:extLst>
          </p:cNvPr>
          <p:cNvSpPr>
            <a:spLocks noGrp="1"/>
          </p:cNvSpPr>
          <p:nvPr>
            <p:ph type="title"/>
          </p:nvPr>
        </p:nvSpPr>
        <p:spPr>
          <a:xfrm>
            <a:off x="838200" y="297179"/>
            <a:ext cx="10515600" cy="719138"/>
          </a:xfrm>
        </p:spPr>
        <p:txBody>
          <a:bodyPr>
            <a:normAutofit/>
          </a:bodyPr>
          <a:lstStyle/>
          <a:p>
            <a:r>
              <a:rPr lang="en-IN" sz="3600" b="1" dirty="0"/>
              <a:t>GRAPH COLORING</a:t>
            </a:r>
          </a:p>
        </p:txBody>
      </p:sp>
      <p:pic>
        <p:nvPicPr>
          <p:cNvPr id="7" name="Picture 6">
            <a:extLst>
              <a:ext uri="{FF2B5EF4-FFF2-40B4-BE49-F238E27FC236}">
                <a16:creationId xmlns:a16="http://schemas.microsoft.com/office/drawing/2014/main" id="{FA805870-4433-53CD-79C8-4C57CBA65B98}"/>
              </a:ext>
            </a:extLst>
          </p:cNvPr>
          <p:cNvPicPr>
            <a:picLocks noChangeAspect="1"/>
          </p:cNvPicPr>
          <p:nvPr/>
        </p:nvPicPr>
        <p:blipFill>
          <a:blip r:embed="rId2"/>
          <a:stretch>
            <a:fillRect/>
          </a:stretch>
        </p:blipFill>
        <p:spPr>
          <a:xfrm>
            <a:off x="3625850" y="4108522"/>
            <a:ext cx="4940300" cy="2536117"/>
          </a:xfrm>
          <a:prstGeom prst="rect">
            <a:avLst/>
          </a:prstGeom>
        </p:spPr>
      </p:pic>
      <p:sp>
        <p:nvSpPr>
          <p:cNvPr id="9" name="TextBox 8">
            <a:extLst>
              <a:ext uri="{FF2B5EF4-FFF2-40B4-BE49-F238E27FC236}">
                <a16:creationId xmlns:a16="http://schemas.microsoft.com/office/drawing/2014/main" id="{A981B3F8-3C53-406E-DDE4-0E1601EB81E9}"/>
              </a:ext>
            </a:extLst>
          </p:cNvPr>
          <p:cNvSpPr txBox="1"/>
          <p:nvPr/>
        </p:nvSpPr>
        <p:spPr>
          <a:xfrm>
            <a:off x="1036320" y="1016317"/>
            <a:ext cx="10119360" cy="3290581"/>
          </a:xfrm>
          <a:prstGeom prst="rect">
            <a:avLst/>
          </a:prstGeom>
          <a:noFill/>
        </p:spPr>
        <p:txBody>
          <a:bodyPr wrap="square">
            <a:spAutoFit/>
          </a:bodyPr>
          <a:lstStyle/>
          <a:p>
            <a:pPr algn="just">
              <a:lnSpc>
                <a:spcPct val="150000"/>
              </a:lnSpc>
            </a:pPr>
            <a:r>
              <a:rPr lang="en-IN" sz="1400" dirty="0"/>
              <a:t>A graph is said to be planar </a:t>
            </a:r>
            <a:r>
              <a:rPr lang="en-IN" sz="1400" dirty="0" err="1"/>
              <a:t>iff</a:t>
            </a:r>
            <a:r>
              <a:rPr lang="en-IN" sz="1400" dirty="0"/>
              <a:t> it can be drawn in a plane in such a way that no two edges cross each other. A famous special case of the </a:t>
            </a:r>
            <a:r>
              <a:rPr lang="en-IN" sz="1400" b="1" dirty="0"/>
              <a:t>m colorability decision problem </a:t>
            </a:r>
            <a:r>
              <a:rPr lang="en-IN" sz="1400" dirty="0"/>
              <a:t>is the 4-color problem for planar graphs. This problem asks the following question: given any map, can the regions be </a:t>
            </a:r>
            <a:r>
              <a:rPr lang="en-IN" sz="1400" dirty="0" err="1"/>
              <a:t>colored</a:t>
            </a:r>
            <a:r>
              <a:rPr lang="en-IN" sz="1400" dirty="0"/>
              <a:t> in such a way that no two adjacent regions have the same </a:t>
            </a:r>
            <a:r>
              <a:rPr lang="en-IN" sz="1400" dirty="0" err="1"/>
              <a:t>color</a:t>
            </a:r>
            <a:r>
              <a:rPr lang="en-IN" sz="1400" dirty="0"/>
              <a:t> yet only four </a:t>
            </a:r>
            <a:r>
              <a:rPr lang="en-IN" sz="1400" dirty="0" err="1"/>
              <a:t>colors</a:t>
            </a:r>
            <a:r>
              <a:rPr lang="en-IN" sz="1400" dirty="0"/>
              <a:t> are needed? This turns out to be a problem for which graphs are very useful, because a map can easily be transformed into a graph. Each region of the map becomes a node , and if two regions are adjacent, then the corresponding nodes are joined by an edge. Figure7.12 shows a map with five regions and its corresponding graph. This map requires four </a:t>
            </a:r>
            <a:r>
              <a:rPr lang="en-IN" sz="1400" dirty="0" err="1"/>
              <a:t>colors</a:t>
            </a:r>
            <a:r>
              <a:rPr lang="en-IN" sz="1400" dirty="0"/>
              <a:t>. For many years it was known that five </a:t>
            </a:r>
            <a:r>
              <a:rPr lang="en-IN" sz="1400" dirty="0" err="1"/>
              <a:t>colors</a:t>
            </a:r>
            <a:r>
              <a:rPr lang="en-IN" sz="1400" dirty="0"/>
              <a:t> were sufficient to </a:t>
            </a:r>
            <a:r>
              <a:rPr lang="en-IN" sz="1400" dirty="0" err="1"/>
              <a:t>color</a:t>
            </a:r>
            <a:r>
              <a:rPr lang="en-IN" sz="1400" dirty="0"/>
              <a:t> any map, but no map that required more than four </a:t>
            </a:r>
            <a:r>
              <a:rPr lang="en-IN" sz="1400" dirty="0" err="1"/>
              <a:t>colors</a:t>
            </a:r>
            <a:r>
              <a:rPr lang="en-IN" sz="1400" dirty="0"/>
              <a:t> had ever been found. After several hundred years, this problem was solved by a group of mathematicians with the help of a computer. They showed that in fact four </a:t>
            </a:r>
            <a:r>
              <a:rPr lang="en-IN" sz="1400" dirty="0" err="1"/>
              <a:t>colors</a:t>
            </a:r>
            <a:r>
              <a:rPr lang="en-IN" sz="1400" dirty="0"/>
              <a:t> are sufficient. In this section we consider not only graphs that are produced from maps but all graphs. We are interested in determining all the different ways in which a given graph can be </a:t>
            </a:r>
            <a:r>
              <a:rPr lang="en-IN" sz="1400" dirty="0" err="1"/>
              <a:t>colored</a:t>
            </a:r>
            <a:r>
              <a:rPr lang="en-IN" sz="1400" dirty="0"/>
              <a:t> using at most m </a:t>
            </a:r>
            <a:r>
              <a:rPr lang="en-IN" sz="1400" dirty="0" err="1"/>
              <a:t>color</a:t>
            </a:r>
            <a:r>
              <a:rPr lang="en-IN" sz="1400" dirty="0"/>
              <a:t>.</a:t>
            </a:r>
          </a:p>
        </p:txBody>
      </p:sp>
    </p:spTree>
    <p:extLst>
      <p:ext uri="{BB962C8B-B14F-4D97-AF65-F5344CB8AC3E}">
        <p14:creationId xmlns:p14="http://schemas.microsoft.com/office/powerpoint/2010/main" val="3130658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DD512-EE00-6A1D-A0A2-42BBB8AFA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36720-6BB2-8DCF-29ED-A0DC7325AF39}"/>
              </a:ext>
            </a:extLst>
          </p:cNvPr>
          <p:cNvSpPr>
            <a:spLocks noGrp="1"/>
          </p:cNvSpPr>
          <p:nvPr>
            <p:ph type="title"/>
          </p:nvPr>
        </p:nvSpPr>
        <p:spPr>
          <a:xfrm>
            <a:off x="736600" y="52819"/>
            <a:ext cx="10515600" cy="719138"/>
          </a:xfrm>
        </p:spPr>
        <p:txBody>
          <a:bodyPr>
            <a:normAutofit/>
          </a:bodyPr>
          <a:lstStyle/>
          <a:p>
            <a:r>
              <a:rPr lang="en-IN" sz="3600" b="1" dirty="0"/>
              <a:t>GRAPH COLORING Algorithm and State space Tree</a:t>
            </a:r>
          </a:p>
        </p:txBody>
      </p:sp>
      <p:pic>
        <p:nvPicPr>
          <p:cNvPr id="10" name="Picture 9">
            <a:extLst>
              <a:ext uri="{FF2B5EF4-FFF2-40B4-BE49-F238E27FC236}">
                <a16:creationId xmlns:a16="http://schemas.microsoft.com/office/drawing/2014/main" id="{78468B3B-C84B-9DA6-9000-A15B00EC6C61}"/>
              </a:ext>
            </a:extLst>
          </p:cNvPr>
          <p:cNvPicPr>
            <a:picLocks noChangeAspect="1"/>
          </p:cNvPicPr>
          <p:nvPr/>
        </p:nvPicPr>
        <p:blipFill>
          <a:blip r:embed="rId2"/>
          <a:stretch>
            <a:fillRect/>
          </a:stretch>
        </p:blipFill>
        <p:spPr>
          <a:xfrm>
            <a:off x="4490720" y="5134299"/>
            <a:ext cx="3606800" cy="1670882"/>
          </a:xfrm>
          <a:prstGeom prst="rect">
            <a:avLst/>
          </a:prstGeom>
          <a:ln>
            <a:solidFill>
              <a:schemeClr val="accent1"/>
            </a:solidFill>
          </a:ln>
        </p:spPr>
      </p:pic>
      <p:grpSp>
        <p:nvGrpSpPr>
          <p:cNvPr id="3" name="Group 2">
            <a:extLst>
              <a:ext uri="{FF2B5EF4-FFF2-40B4-BE49-F238E27FC236}">
                <a16:creationId xmlns:a16="http://schemas.microsoft.com/office/drawing/2014/main" id="{612003A9-1104-FBC2-0358-030BEDE1135F}"/>
              </a:ext>
            </a:extLst>
          </p:cNvPr>
          <p:cNvGrpSpPr/>
          <p:nvPr/>
        </p:nvGrpSpPr>
        <p:grpSpPr>
          <a:xfrm>
            <a:off x="523883" y="771956"/>
            <a:ext cx="10810164" cy="4236923"/>
            <a:chOff x="523883" y="771956"/>
            <a:chExt cx="10810164" cy="4236923"/>
          </a:xfrm>
        </p:grpSpPr>
        <p:pic>
          <p:nvPicPr>
            <p:cNvPr id="6" name="Picture 5">
              <a:extLst>
                <a:ext uri="{FF2B5EF4-FFF2-40B4-BE49-F238E27FC236}">
                  <a16:creationId xmlns:a16="http://schemas.microsoft.com/office/drawing/2014/main" id="{7BCB81B9-844B-FDD3-A9C0-B7E671427E51}"/>
                </a:ext>
              </a:extLst>
            </p:cNvPr>
            <p:cNvPicPr>
              <a:picLocks noChangeAspect="1"/>
            </p:cNvPicPr>
            <p:nvPr/>
          </p:nvPicPr>
          <p:blipFill>
            <a:blip r:embed="rId3"/>
            <a:stretch>
              <a:fillRect/>
            </a:stretch>
          </p:blipFill>
          <p:spPr>
            <a:xfrm>
              <a:off x="523883" y="771956"/>
              <a:ext cx="5663098" cy="4236923"/>
            </a:xfrm>
            <a:prstGeom prst="rect">
              <a:avLst/>
            </a:prstGeom>
            <a:ln>
              <a:solidFill>
                <a:schemeClr val="accent1"/>
              </a:solidFill>
            </a:ln>
          </p:spPr>
        </p:pic>
        <p:pic>
          <p:nvPicPr>
            <p:cNvPr id="12" name="Picture 11">
              <a:extLst>
                <a:ext uri="{FF2B5EF4-FFF2-40B4-BE49-F238E27FC236}">
                  <a16:creationId xmlns:a16="http://schemas.microsoft.com/office/drawing/2014/main" id="{7341A666-6E90-A52E-71BD-049D50EB18DC}"/>
                </a:ext>
              </a:extLst>
            </p:cNvPr>
            <p:cNvPicPr>
              <a:picLocks noChangeAspect="1"/>
            </p:cNvPicPr>
            <p:nvPr/>
          </p:nvPicPr>
          <p:blipFill>
            <a:blip r:embed="rId4"/>
            <a:stretch>
              <a:fillRect/>
            </a:stretch>
          </p:blipFill>
          <p:spPr>
            <a:xfrm>
              <a:off x="6587494" y="771956"/>
              <a:ext cx="4746553" cy="4236923"/>
            </a:xfrm>
            <a:prstGeom prst="rect">
              <a:avLst/>
            </a:prstGeom>
            <a:ln>
              <a:solidFill>
                <a:schemeClr val="accent1"/>
              </a:solidFill>
            </a:ln>
          </p:spPr>
        </p:pic>
      </p:grpSp>
    </p:spTree>
    <p:extLst>
      <p:ext uri="{BB962C8B-B14F-4D97-AF65-F5344CB8AC3E}">
        <p14:creationId xmlns:p14="http://schemas.microsoft.com/office/powerpoint/2010/main" val="2139871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B70BD7-4EE4-DDFD-023C-3EC183CD8B7B}"/>
              </a:ext>
            </a:extLst>
          </p:cNvPr>
          <p:cNvSpPr>
            <a:spLocks noGrp="1"/>
          </p:cNvSpPr>
          <p:nvPr>
            <p:ph type="ctrTitle"/>
          </p:nvPr>
        </p:nvSpPr>
        <p:spPr>
          <a:xfrm>
            <a:off x="1524000" y="1528763"/>
            <a:ext cx="9144000" cy="2387600"/>
          </a:xfrm>
        </p:spPr>
        <p:txBody>
          <a:bodyPr/>
          <a:lstStyle/>
          <a:p>
            <a:r>
              <a:rPr lang="en-IN" b="1" dirty="0"/>
              <a:t>Branch &amp; Bound</a:t>
            </a:r>
            <a:endParaRPr lang="en-IN" dirty="0"/>
          </a:p>
        </p:txBody>
      </p:sp>
    </p:spTree>
    <p:extLst>
      <p:ext uri="{BB962C8B-B14F-4D97-AF65-F5344CB8AC3E}">
        <p14:creationId xmlns:p14="http://schemas.microsoft.com/office/powerpoint/2010/main" val="5832258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9AA85-EECB-1EAE-5E8D-00D51E5FB4BD}"/>
              </a:ext>
            </a:extLst>
          </p:cNvPr>
          <p:cNvSpPr>
            <a:spLocks noGrp="1"/>
          </p:cNvSpPr>
          <p:nvPr>
            <p:ph type="title"/>
          </p:nvPr>
        </p:nvSpPr>
        <p:spPr/>
        <p:txBody>
          <a:bodyPr/>
          <a:lstStyle/>
          <a:p>
            <a:r>
              <a:rPr lang="en-IN" b="1" dirty="0"/>
              <a:t>Branch &amp; Bound</a:t>
            </a:r>
          </a:p>
        </p:txBody>
      </p:sp>
      <p:sp>
        <p:nvSpPr>
          <p:cNvPr id="3" name="Content Placeholder 2">
            <a:extLst>
              <a:ext uri="{FF2B5EF4-FFF2-40B4-BE49-F238E27FC236}">
                <a16:creationId xmlns:a16="http://schemas.microsoft.com/office/drawing/2014/main" id="{F1342CCE-66F5-0096-F858-6FC1C96FAA9A}"/>
              </a:ext>
            </a:extLst>
          </p:cNvPr>
          <p:cNvSpPr>
            <a:spLocks noGrp="1"/>
          </p:cNvSpPr>
          <p:nvPr>
            <p:ph idx="1"/>
          </p:nvPr>
        </p:nvSpPr>
        <p:spPr>
          <a:xfrm>
            <a:off x="838200" y="1463040"/>
            <a:ext cx="10515600" cy="5029835"/>
          </a:xfrm>
        </p:spPr>
        <p:txBody>
          <a:bodyPr>
            <a:normAutofit fontScale="85000" lnSpcReduction="20000"/>
          </a:bodyPr>
          <a:lstStyle/>
          <a:p>
            <a:pPr algn="just">
              <a:lnSpc>
                <a:spcPct val="160000"/>
              </a:lnSpc>
            </a:pPr>
            <a:r>
              <a:rPr lang="en-IN" dirty="0"/>
              <a:t>The </a:t>
            </a:r>
            <a:r>
              <a:rPr lang="en-IN" b="1" dirty="0"/>
              <a:t>Branch and Bound</a:t>
            </a:r>
            <a:r>
              <a:rPr lang="en-IN" dirty="0"/>
              <a:t> (B&amp;B) technique, as formalized in the classic text </a:t>
            </a:r>
            <a:r>
              <a:rPr lang="en-IN" i="1" dirty="0"/>
              <a:t>Fundamentals of Computer Algorithms</a:t>
            </a:r>
            <a:r>
              <a:rPr lang="en-IN" dirty="0"/>
              <a:t> by Ellis Horowitz and Sartaj Sahni, is a systematic algorithmic method designed primarily to solve </a:t>
            </a:r>
            <a:r>
              <a:rPr lang="en-IN" b="1" dirty="0"/>
              <a:t>hard combinatorial optimization problems</a:t>
            </a:r>
            <a:r>
              <a:rPr lang="en-IN" dirty="0"/>
              <a:t>. </a:t>
            </a:r>
          </a:p>
          <a:p>
            <a:pPr algn="just">
              <a:lnSpc>
                <a:spcPct val="160000"/>
              </a:lnSpc>
            </a:pPr>
            <a:r>
              <a:rPr lang="en-IN" dirty="0"/>
              <a:t>It operates by intelligently pruning (bounding) the search space to find optimal solutions without testing every possibility.</a:t>
            </a:r>
          </a:p>
          <a:p>
            <a:pPr algn="just">
              <a:lnSpc>
                <a:spcPct val="160000"/>
              </a:lnSpc>
            </a:pPr>
            <a:r>
              <a:rPr lang="en-IN" dirty="0"/>
              <a:t>It systematically explores all possible candidate solutions by breaking the problem into smaller subproblems (branching) and discarding those that cannot yield a better result than the best found so far (bounding). </a:t>
            </a:r>
          </a:p>
        </p:txBody>
      </p:sp>
    </p:spTree>
    <p:extLst>
      <p:ext uri="{BB962C8B-B14F-4D97-AF65-F5344CB8AC3E}">
        <p14:creationId xmlns:p14="http://schemas.microsoft.com/office/powerpoint/2010/main" val="3348072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CF9F34D-CFC0-EF92-D568-11C92FFECDE2}"/>
              </a:ext>
            </a:extLst>
          </p:cNvPr>
          <p:cNvSpPr>
            <a:spLocks noGrp="1"/>
          </p:cNvSpPr>
          <p:nvPr>
            <p:ph type="title"/>
          </p:nvPr>
        </p:nvSpPr>
        <p:spPr>
          <a:xfrm>
            <a:off x="838200" y="294640"/>
            <a:ext cx="10515600" cy="934780"/>
          </a:xfrm>
        </p:spPr>
        <p:txBody>
          <a:bodyPr>
            <a:normAutofit/>
          </a:bodyPr>
          <a:lstStyle/>
          <a:p>
            <a:r>
              <a:rPr lang="en-IN" sz="4000" b="1" dirty="0"/>
              <a:t>Branch &amp; Bound: Types of Nodes</a:t>
            </a:r>
          </a:p>
        </p:txBody>
      </p:sp>
      <p:sp>
        <p:nvSpPr>
          <p:cNvPr id="3" name="TextBox 2">
            <a:extLst>
              <a:ext uri="{FF2B5EF4-FFF2-40B4-BE49-F238E27FC236}">
                <a16:creationId xmlns:a16="http://schemas.microsoft.com/office/drawing/2014/main" id="{6B3529B8-AC0C-FCCD-6E5E-3AAA9172118C}"/>
              </a:ext>
            </a:extLst>
          </p:cNvPr>
          <p:cNvSpPr txBox="1"/>
          <p:nvPr/>
        </p:nvSpPr>
        <p:spPr>
          <a:xfrm>
            <a:off x="1041400" y="1229420"/>
            <a:ext cx="10114280" cy="502105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dirty="0"/>
              <a:t>A-Node (Answer Node): </a:t>
            </a:r>
            <a:r>
              <a:rPr lang="en-IN" sz="2400" dirty="0"/>
              <a:t>Those solution states S for which path from root to S defines a tuple which is a member of the set of solutions (i.e., it satisfies the implicit constraints) of the problem.</a:t>
            </a:r>
          </a:p>
          <a:p>
            <a:pPr marL="342900" indent="-342900" algn="just">
              <a:lnSpc>
                <a:spcPct val="150000"/>
              </a:lnSpc>
              <a:buFont typeface="Arial" panose="020B0604020202020204" pitchFamily="34" charset="0"/>
              <a:buChar char="•"/>
            </a:pPr>
            <a:r>
              <a:rPr lang="en-IN" sz="2400" b="1" dirty="0"/>
              <a:t>L-Node (Live Node): </a:t>
            </a:r>
            <a:r>
              <a:rPr lang="en-IN" sz="2400" dirty="0"/>
              <a:t>A node which has been generated and all of those children have not yet been generated is live node.</a:t>
            </a:r>
          </a:p>
          <a:p>
            <a:pPr marL="342900" indent="-342900" algn="just">
              <a:lnSpc>
                <a:spcPct val="150000"/>
              </a:lnSpc>
              <a:buFont typeface="Arial" panose="020B0604020202020204" pitchFamily="34" charset="0"/>
              <a:buChar char="•"/>
            </a:pPr>
            <a:r>
              <a:rPr lang="en-IN" sz="2400" b="1" dirty="0"/>
              <a:t>E-Node (Expansion Node): </a:t>
            </a:r>
            <a:r>
              <a:rPr lang="en-IN" sz="2400" dirty="0"/>
              <a:t>The live node whose children are currently being generated is called the E-node(node being expanded).</a:t>
            </a:r>
          </a:p>
          <a:p>
            <a:pPr marL="342900" indent="-342900" algn="just">
              <a:lnSpc>
                <a:spcPct val="150000"/>
              </a:lnSpc>
              <a:buFont typeface="Arial" panose="020B0604020202020204" pitchFamily="34" charset="0"/>
              <a:buChar char="•"/>
            </a:pPr>
            <a:r>
              <a:rPr lang="en-IN" sz="2400" b="1" dirty="0"/>
              <a:t>D-Node (Dead Node):</a:t>
            </a:r>
            <a:r>
              <a:rPr lang="en-IN" sz="2400" dirty="0"/>
              <a:t> It is a generated node that is either not to be expanded further or one for which all of its children have been generated.</a:t>
            </a:r>
          </a:p>
        </p:txBody>
      </p:sp>
    </p:spTree>
    <p:extLst>
      <p:ext uri="{BB962C8B-B14F-4D97-AF65-F5344CB8AC3E}">
        <p14:creationId xmlns:p14="http://schemas.microsoft.com/office/powerpoint/2010/main" val="3482765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862D55-D629-9D22-1AA3-1CF88828208D}"/>
              </a:ext>
            </a:extLst>
          </p:cNvPr>
          <p:cNvSpPr txBox="1"/>
          <p:nvPr/>
        </p:nvSpPr>
        <p:spPr>
          <a:xfrm>
            <a:off x="1188720" y="1647937"/>
            <a:ext cx="10038080" cy="4524315"/>
          </a:xfrm>
          <a:prstGeom prst="rect">
            <a:avLst/>
          </a:prstGeom>
          <a:noFill/>
        </p:spPr>
        <p:txBody>
          <a:bodyPr wrap="square">
            <a:spAutoFit/>
          </a:bodyPr>
          <a:lstStyle/>
          <a:p>
            <a:pPr algn="just"/>
            <a:r>
              <a:rPr lang="en-IN" sz="2400" dirty="0"/>
              <a:t>Generally THREE types of searching strategies used in Branch &amp; Bound</a:t>
            </a:r>
          </a:p>
          <a:p>
            <a:pPr marL="457200" indent="-457200" algn="just">
              <a:buFont typeface="+mj-lt"/>
              <a:buAutoNum type="arabicPeriod"/>
            </a:pPr>
            <a:r>
              <a:rPr lang="en-IN" sz="2400" b="1" dirty="0"/>
              <a:t>FIFO (First-In-First-Out) Branch and Bound</a:t>
            </a:r>
            <a:r>
              <a:rPr lang="en-IN" sz="2400" dirty="0"/>
              <a:t> uses a Queue data structure to manage nodes, resulting in a Breadth-First Search (BFS) approach with </a:t>
            </a:r>
            <a:r>
              <a:rPr lang="en-IN" sz="2400" b="1" dirty="0"/>
              <a:t>moderate efficiency. </a:t>
            </a:r>
          </a:p>
          <a:p>
            <a:pPr marL="457200" indent="-457200" algn="just">
              <a:buFont typeface="+mj-lt"/>
              <a:buAutoNum type="arabicPeriod"/>
            </a:pPr>
            <a:endParaRPr lang="en-IN" sz="2400" dirty="0"/>
          </a:p>
          <a:p>
            <a:pPr marL="457200" indent="-457200" algn="just">
              <a:buFont typeface="+mj-lt"/>
              <a:buAutoNum type="arabicPeriod"/>
            </a:pPr>
            <a:r>
              <a:rPr lang="en-IN" sz="2400" b="1" dirty="0"/>
              <a:t>LIFO (Last-In-Last-Out) Branch and Bound</a:t>
            </a:r>
            <a:r>
              <a:rPr lang="en-IN" sz="2400" dirty="0"/>
              <a:t> employs a Stack data structure to explore nodes using Depth-First Search (DFS), also offering </a:t>
            </a:r>
            <a:r>
              <a:rPr lang="en-IN" sz="2400" b="1" dirty="0"/>
              <a:t>moderate efficiency. </a:t>
            </a:r>
          </a:p>
          <a:p>
            <a:pPr marL="457200" indent="-457200" algn="just">
              <a:buFont typeface="+mj-lt"/>
              <a:buAutoNum type="arabicPeriod"/>
            </a:pPr>
            <a:endParaRPr lang="en-IN" sz="2400" dirty="0"/>
          </a:p>
          <a:p>
            <a:pPr marL="457200" indent="-457200" algn="just">
              <a:buFont typeface="+mj-lt"/>
              <a:buAutoNum type="arabicPeriod"/>
            </a:pPr>
            <a:r>
              <a:rPr lang="en-IN" sz="2400" b="1" dirty="0"/>
              <a:t>Least Cost (LC) Branch and Bound</a:t>
            </a:r>
            <a:r>
              <a:rPr lang="en-IN" sz="2400" dirty="0"/>
              <a:t> utilizes a Priority Queue to select the node with the lowest bound, functioning as an intelligent or heuristic search that finds the optimal path with </a:t>
            </a:r>
            <a:r>
              <a:rPr lang="en-IN" sz="2400" b="1" dirty="0"/>
              <a:t>high efficiency.</a:t>
            </a:r>
          </a:p>
        </p:txBody>
      </p:sp>
      <p:sp>
        <p:nvSpPr>
          <p:cNvPr id="5" name="TextBox 4">
            <a:extLst>
              <a:ext uri="{FF2B5EF4-FFF2-40B4-BE49-F238E27FC236}">
                <a16:creationId xmlns:a16="http://schemas.microsoft.com/office/drawing/2014/main" id="{AC1B83ED-4BFB-4F3E-1639-0471020B0352}"/>
              </a:ext>
            </a:extLst>
          </p:cNvPr>
          <p:cNvSpPr txBox="1"/>
          <p:nvPr/>
        </p:nvSpPr>
        <p:spPr>
          <a:xfrm>
            <a:off x="1036320" y="483845"/>
            <a:ext cx="6096000" cy="920252"/>
          </a:xfrm>
          <a:prstGeom prst="rect">
            <a:avLst/>
          </a:prstGeom>
          <a:noFill/>
        </p:spPr>
        <p:txBody>
          <a:bodyPr wrap="square">
            <a:spAutoFit/>
          </a:bodyPr>
          <a:lstStyle/>
          <a:p>
            <a:pPr>
              <a:lnSpc>
                <a:spcPct val="150000"/>
              </a:lnSpc>
            </a:pPr>
            <a:r>
              <a:rPr lang="en-IN" sz="4000" dirty="0"/>
              <a:t>Types of Branch &amp; Bound</a:t>
            </a:r>
          </a:p>
        </p:txBody>
      </p:sp>
    </p:spTree>
    <p:extLst>
      <p:ext uri="{BB962C8B-B14F-4D97-AF65-F5344CB8AC3E}">
        <p14:creationId xmlns:p14="http://schemas.microsoft.com/office/powerpoint/2010/main" val="14826351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B6EF4E5-B77A-87C7-85E1-0C26F02EF5FC}"/>
              </a:ext>
            </a:extLst>
          </p:cNvPr>
          <p:cNvSpPr>
            <a:spLocks noGrp="1"/>
          </p:cNvSpPr>
          <p:nvPr>
            <p:ph type="title"/>
          </p:nvPr>
        </p:nvSpPr>
        <p:spPr>
          <a:xfrm>
            <a:off x="838200" y="300484"/>
            <a:ext cx="10515600" cy="955675"/>
          </a:xfrm>
        </p:spPr>
        <p:txBody>
          <a:bodyPr>
            <a:normAutofit/>
          </a:bodyPr>
          <a:lstStyle/>
          <a:p>
            <a:r>
              <a:rPr lang="en-IN" sz="4000" b="1" dirty="0"/>
              <a:t>FIFO-BB (First-In First-Out Branch &amp; Bound) Queue</a:t>
            </a:r>
          </a:p>
        </p:txBody>
      </p:sp>
      <p:sp>
        <p:nvSpPr>
          <p:cNvPr id="3" name="TextBox 2">
            <a:extLst>
              <a:ext uri="{FF2B5EF4-FFF2-40B4-BE49-F238E27FC236}">
                <a16:creationId xmlns:a16="http://schemas.microsoft.com/office/drawing/2014/main" id="{803F1893-2CFD-C1D4-78F6-1BE16E5A6D3A}"/>
              </a:ext>
            </a:extLst>
          </p:cNvPr>
          <p:cNvSpPr txBox="1"/>
          <p:nvPr/>
        </p:nvSpPr>
        <p:spPr>
          <a:xfrm>
            <a:off x="972820" y="1256159"/>
            <a:ext cx="10246360" cy="3913059"/>
          </a:xfrm>
          <a:prstGeom prst="rect">
            <a:avLst/>
          </a:prstGeom>
          <a:noFill/>
        </p:spPr>
        <p:txBody>
          <a:bodyPr wrap="square">
            <a:spAutoFit/>
          </a:bodyPr>
          <a:lstStyle/>
          <a:p>
            <a:pPr algn="just">
              <a:lnSpc>
                <a:spcPct val="150000"/>
              </a:lnSpc>
            </a:pPr>
            <a:r>
              <a:rPr lang="en-IN" sz="2400" b="1" dirty="0"/>
              <a:t>FIFO (First-In-First-Out) Search</a:t>
            </a:r>
          </a:p>
          <a:p>
            <a:pPr marL="342900" indent="-342900" algn="just">
              <a:lnSpc>
                <a:spcPct val="150000"/>
              </a:lnSpc>
              <a:buFont typeface="Arial" panose="020B0604020202020204" pitchFamily="34" charset="0"/>
              <a:buChar char="•"/>
            </a:pPr>
            <a:r>
              <a:rPr lang="en-IN" sz="2400" dirty="0"/>
              <a:t>BFS with QUEUE based Branch &amp; Bound is called FIFO Branch &amp; Bound.</a:t>
            </a:r>
          </a:p>
          <a:p>
            <a:pPr marL="342900" indent="-342900" algn="just">
              <a:lnSpc>
                <a:spcPct val="150000"/>
              </a:lnSpc>
              <a:buFont typeface="Arial" panose="020B0604020202020204" pitchFamily="34" charset="0"/>
              <a:buChar char="•"/>
            </a:pPr>
            <a:r>
              <a:rPr lang="en-IN" sz="2400" dirty="0"/>
              <a:t>In FIFO search the children of the root node are generated in the first iteration.</a:t>
            </a:r>
          </a:p>
          <a:p>
            <a:pPr marL="342900" indent="-342900" algn="just">
              <a:lnSpc>
                <a:spcPct val="150000"/>
              </a:lnSpc>
              <a:buFont typeface="Arial" panose="020B0604020202020204" pitchFamily="34" charset="0"/>
              <a:buChar char="•"/>
            </a:pPr>
            <a:r>
              <a:rPr lang="en-IN" sz="2400" dirty="0"/>
              <a:t>In the next step, children of the first child is generated.</a:t>
            </a:r>
          </a:p>
          <a:p>
            <a:pPr marL="342900" indent="-342900" algn="just">
              <a:lnSpc>
                <a:spcPct val="150000"/>
              </a:lnSpc>
              <a:buFont typeface="Arial" panose="020B0604020202020204" pitchFamily="34" charset="0"/>
              <a:buChar char="•"/>
            </a:pPr>
            <a:r>
              <a:rPr lang="en-IN" sz="2400" dirty="0"/>
              <a:t>If the children not already killed by bounding function then put it in the queue. Then the children of second child is explored.</a:t>
            </a:r>
          </a:p>
          <a:p>
            <a:pPr marL="342900" indent="-342900" algn="just">
              <a:lnSpc>
                <a:spcPct val="150000"/>
              </a:lnSpc>
              <a:buFont typeface="Arial" panose="020B0604020202020204" pitchFamily="34" charset="0"/>
              <a:buChar char="•"/>
            </a:pPr>
            <a:r>
              <a:rPr lang="en-IN" sz="2400" dirty="0"/>
              <a:t>Put all the children in the queue except for those children which are killed.</a:t>
            </a:r>
          </a:p>
        </p:txBody>
      </p:sp>
    </p:spTree>
    <p:extLst>
      <p:ext uri="{BB962C8B-B14F-4D97-AF65-F5344CB8AC3E}">
        <p14:creationId xmlns:p14="http://schemas.microsoft.com/office/powerpoint/2010/main" val="41564658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4BC79DF-B397-28A0-ACF5-BC783ED12FDB}"/>
              </a:ext>
            </a:extLst>
          </p:cNvPr>
          <p:cNvSpPr txBox="1">
            <a:spLocks/>
          </p:cNvSpPr>
          <p:nvPr/>
        </p:nvSpPr>
        <p:spPr>
          <a:xfrm>
            <a:off x="838200" y="70992"/>
            <a:ext cx="10515600" cy="812800"/>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70000"/>
              </a:lnSpc>
            </a:pPr>
            <a:r>
              <a:rPr lang="en-IN" sz="3600" b="1" dirty="0"/>
              <a:t>FIFO-BB (First-In First-Out - Branch &amp; Bound) Queue</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5DCF6A8-BF98-4837-3EF6-D3B079225101}"/>
                  </a:ext>
                </a:extLst>
              </p14:cNvPr>
              <p14:cNvContentPartPr/>
              <p14:nvPr/>
            </p14:nvContentPartPr>
            <p14:xfrm>
              <a:off x="5283320" y="2935840"/>
              <a:ext cx="360" cy="360"/>
            </p14:xfrm>
          </p:contentPart>
        </mc:Choice>
        <mc:Fallback xmlns="">
          <p:pic>
            <p:nvPicPr>
              <p:cNvPr id="2" name="Ink 1">
                <a:extLst>
                  <a:ext uri="{FF2B5EF4-FFF2-40B4-BE49-F238E27FC236}">
                    <a16:creationId xmlns:a16="http://schemas.microsoft.com/office/drawing/2014/main" id="{55DCF6A8-BF98-4837-3EF6-D3B079225101}"/>
                  </a:ext>
                </a:extLst>
              </p:cNvPr>
              <p:cNvPicPr/>
              <p:nvPr/>
            </p:nvPicPr>
            <p:blipFill>
              <a:blip r:embed="rId4"/>
              <a:stretch>
                <a:fillRect/>
              </a:stretch>
            </p:blipFill>
            <p:spPr>
              <a:xfrm>
                <a:off x="5279000" y="293152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B3A76559-2283-499F-0691-32BFB4D9F7F9}"/>
                  </a:ext>
                </a:extLst>
              </p14:cNvPr>
              <p14:cNvContentPartPr/>
              <p14:nvPr/>
            </p14:nvContentPartPr>
            <p14:xfrm>
              <a:off x="6847520" y="2336800"/>
              <a:ext cx="360" cy="360"/>
            </p14:xfrm>
          </p:contentPart>
        </mc:Choice>
        <mc:Fallback xmlns="">
          <p:pic>
            <p:nvPicPr>
              <p:cNvPr id="3" name="Ink 2">
                <a:extLst>
                  <a:ext uri="{FF2B5EF4-FFF2-40B4-BE49-F238E27FC236}">
                    <a16:creationId xmlns:a16="http://schemas.microsoft.com/office/drawing/2014/main" id="{B3A76559-2283-499F-0691-32BFB4D9F7F9}"/>
                  </a:ext>
                </a:extLst>
              </p:cNvPr>
              <p:cNvPicPr/>
              <p:nvPr/>
            </p:nvPicPr>
            <p:blipFill>
              <a:blip r:embed="rId4"/>
              <a:stretch>
                <a:fillRect/>
              </a:stretch>
            </p:blipFill>
            <p:spPr>
              <a:xfrm>
                <a:off x="6843200" y="2332480"/>
                <a:ext cx="9000" cy="9000"/>
              </a:xfrm>
              <a:prstGeom prst="rect">
                <a:avLst/>
              </a:prstGeom>
            </p:spPr>
          </p:pic>
        </mc:Fallback>
      </mc:AlternateContent>
      <p:sp>
        <p:nvSpPr>
          <p:cNvPr id="4" name="Oval 3">
            <a:extLst>
              <a:ext uri="{FF2B5EF4-FFF2-40B4-BE49-F238E27FC236}">
                <a16:creationId xmlns:a16="http://schemas.microsoft.com/office/drawing/2014/main" id="{A67C70B7-C4F1-1B08-A44A-96AF5FEF8563}"/>
              </a:ext>
            </a:extLst>
          </p:cNvPr>
          <p:cNvSpPr/>
          <p:nvPr/>
        </p:nvSpPr>
        <p:spPr>
          <a:xfrm>
            <a:off x="7620000" y="1402080"/>
            <a:ext cx="554002" cy="477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8" name="Oval 7">
            <a:extLst>
              <a:ext uri="{FF2B5EF4-FFF2-40B4-BE49-F238E27FC236}">
                <a16:creationId xmlns:a16="http://schemas.microsoft.com/office/drawing/2014/main" id="{21550ABA-B0CA-10C7-12EA-B76972E58629}"/>
              </a:ext>
            </a:extLst>
          </p:cNvPr>
          <p:cNvSpPr/>
          <p:nvPr/>
        </p:nvSpPr>
        <p:spPr>
          <a:xfrm>
            <a:off x="5889541" y="2517295"/>
            <a:ext cx="568474" cy="4514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cxnSp>
        <p:nvCxnSpPr>
          <p:cNvPr id="11" name="Straight Connector 10">
            <a:extLst>
              <a:ext uri="{FF2B5EF4-FFF2-40B4-BE49-F238E27FC236}">
                <a16:creationId xmlns:a16="http://schemas.microsoft.com/office/drawing/2014/main" id="{6F87175A-FE21-396B-6207-4E4902DE321A}"/>
              </a:ext>
            </a:extLst>
          </p:cNvPr>
          <p:cNvCxnSpPr>
            <a:cxnSpLocks/>
            <a:stCxn id="4" idx="4"/>
            <a:endCxn id="12" idx="0"/>
          </p:cNvCxnSpPr>
          <p:nvPr/>
        </p:nvCxnSpPr>
        <p:spPr>
          <a:xfrm>
            <a:off x="7897001" y="1879178"/>
            <a:ext cx="12352" cy="784943"/>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9618678-BE27-218F-12EE-90DE2A951686}"/>
              </a:ext>
            </a:extLst>
          </p:cNvPr>
          <p:cNvSpPr/>
          <p:nvPr/>
        </p:nvSpPr>
        <p:spPr>
          <a:xfrm>
            <a:off x="7632352" y="2664121"/>
            <a:ext cx="554002" cy="477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cxnSp>
        <p:nvCxnSpPr>
          <p:cNvPr id="17" name="Straight Connector 16">
            <a:extLst>
              <a:ext uri="{FF2B5EF4-FFF2-40B4-BE49-F238E27FC236}">
                <a16:creationId xmlns:a16="http://schemas.microsoft.com/office/drawing/2014/main" id="{54B2438D-FA5B-F19B-255D-C504A3B7D04D}"/>
              </a:ext>
            </a:extLst>
          </p:cNvPr>
          <p:cNvCxnSpPr>
            <a:cxnSpLocks/>
            <a:stCxn id="4" idx="5"/>
            <a:endCxn id="18" idx="0"/>
          </p:cNvCxnSpPr>
          <p:nvPr/>
        </p:nvCxnSpPr>
        <p:spPr>
          <a:xfrm>
            <a:off x="8092870" y="1809309"/>
            <a:ext cx="1625666" cy="707986"/>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C3A8BDDC-10D2-D151-B78B-B7DBAAF1D489}"/>
              </a:ext>
            </a:extLst>
          </p:cNvPr>
          <p:cNvSpPr/>
          <p:nvPr/>
        </p:nvSpPr>
        <p:spPr>
          <a:xfrm>
            <a:off x="9447712" y="2517295"/>
            <a:ext cx="541647" cy="477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7" name="Straight Connector 6">
            <a:extLst>
              <a:ext uri="{FF2B5EF4-FFF2-40B4-BE49-F238E27FC236}">
                <a16:creationId xmlns:a16="http://schemas.microsoft.com/office/drawing/2014/main" id="{BEF31C9C-1FF1-311A-7DCA-923AF567D0AD}"/>
              </a:ext>
            </a:extLst>
          </p:cNvPr>
          <p:cNvCxnSpPr>
            <a:cxnSpLocks/>
            <a:stCxn id="4" idx="3"/>
            <a:endCxn id="8" idx="7"/>
          </p:cNvCxnSpPr>
          <p:nvPr/>
        </p:nvCxnSpPr>
        <p:spPr>
          <a:xfrm flipH="1">
            <a:off x="6374764" y="1809309"/>
            <a:ext cx="1326368" cy="774106"/>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2AE7F88-3924-695A-4617-F877C3181191}"/>
              </a:ext>
            </a:extLst>
          </p:cNvPr>
          <p:cNvSpPr txBox="1"/>
          <p:nvPr/>
        </p:nvSpPr>
        <p:spPr>
          <a:xfrm>
            <a:off x="5653130" y="2317895"/>
            <a:ext cx="418704" cy="369332"/>
          </a:xfrm>
          <a:prstGeom prst="rect">
            <a:avLst/>
          </a:prstGeom>
          <a:noFill/>
        </p:spPr>
        <p:txBody>
          <a:bodyPr wrap="none" rtlCol="0">
            <a:spAutoFit/>
          </a:bodyPr>
          <a:lstStyle/>
          <a:p>
            <a:r>
              <a:rPr lang="en-IN" dirty="0"/>
              <a:t>10</a:t>
            </a:r>
          </a:p>
        </p:txBody>
      </p:sp>
      <p:sp>
        <p:nvSpPr>
          <p:cNvPr id="24" name="TextBox 23">
            <a:extLst>
              <a:ext uri="{FF2B5EF4-FFF2-40B4-BE49-F238E27FC236}">
                <a16:creationId xmlns:a16="http://schemas.microsoft.com/office/drawing/2014/main" id="{F66DD2A4-A1A8-F3B1-68E2-FE378C02F92D}"/>
              </a:ext>
            </a:extLst>
          </p:cNvPr>
          <p:cNvSpPr txBox="1"/>
          <p:nvPr/>
        </p:nvSpPr>
        <p:spPr>
          <a:xfrm>
            <a:off x="7355557" y="2530579"/>
            <a:ext cx="418704" cy="369332"/>
          </a:xfrm>
          <a:prstGeom prst="rect">
            <a:avLst/>
          </a:prstGeom>
          <a:noFill/>
        </p:spPr>
        <p:txBody>
          <a:bodyPr wrap="none" rtlCol="0">
            <a:spAutoFit/>
          </a:bodyPr>
          <a:lstStyle/>
          <a:p>
            <a:r>
              <a:rPr lang="en-IN" dirty="0"/>
              <a:t>15</a:t>
            </a:r>
          </a:p>
        </p:txBody>
      </p:sp>
      <p:sp>
        <p:nvSpPr>
          <p:cNvPr id="26" name="TextBox 25">
            <a:extLst>
              <a:ext uri="{FF2B5EF4-FFF2-40B4-BE49-F238E27FC236}">
                <a16:creationId xmlns:a16="http://schemas.microsoft.com/office/drawing/2014/main" id="{385C4AA9-158E-3AD3-F8A0-9434C10D6498}"/>
              </a:ext>
            </a:extLst>
          </p:cNvPr>
          <p:cNvSpPr txBox="1"/>
          <p:nvPr/>
        </p:nvSpPr>
        <p:spPr>
          <a:xfrm>
            <a:off x="9103268" y="2421440"/>
            <a:ext cx="418704" cy="369332"/>
          </a:xfrm>
          <a:prstGeom prst="rect">
            <a:avLst/>
          </a:prstGeom>
          <a:noFill/>
        </p:spPr>
        <p:txBody>
          <a:bodyPr wrap="none" rtlCol="0">
            <a:spAutoFit/>
          </a:bodyPr>
          <a:lstStyle/>
          <a:p>
            <a:r>
              <a:rPr lang="en-IN" dirty="0"/>
              <a:t>20</a:t>
            </a:r>
          </a:p>
        </p:txBody>
      </p:sp>
      <p:sp>
        <p:nvSpPr>
          <p:cNvPr id="34" name="Oval 33">
            <a:extLst>
              <a:ext uri="{FF2B5EF4-FFF2-40B4-BE49-F238E27FC236}">
                <a16:creationId xmlns:a16="http://schemas.microsoft.com/office/drawing/2014/main" id="{736FF7CD-36CA-E40D-D34E-558A9349F888}"/>
              </a:ext>
            </a:extLst>
          </p:cNvPr>
          <p:cNvSpPr/>
          <p:nvPr/>
        </p:nvSpPr>
        <p:spPr>
          <a:xfrm>
            <a:off x="7040732" y="3820046"/>
            <a:ext cx="518480"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35" name="Oval 34">
            <a:extLst>
              <a:ext uri="{FF2B5EF4-FFF2-40B4-BE49-F238E27FC236}">
                <a16:creationId xmlns:a16="http://schemas.microsoft.com/office/drawing/2014/main" id="{351F2D81-041D-DFB0-1D7B-EF7EFBC644E4}"/>
              </a:ext>
            </a:extLst>
          </p:cNvPr>
          <p:cNvSpPr/>
          <p:nvPr/>
        </p:nvSpPr>
        <p:spPr>
          <a:xfrm>
            <a:off x="8257095" y="3790631"/>
            <a:ext cx="541647"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56" name="Straight Connector 55">
            <a:extLst>
              <a:ext uri="{FF2B5EF4-FFF2-40B4-BE49-F238E27FC236}">
                <a16:creationId xmlns:a16="http://schemas.microsoft.com/office/drawing/2014/main" id="{605E42F0-0CB9-1CBB-E07B-D4B6D28343D7}"/>
              </a:ext>
            </a:extLst>
          </p:cNvPr>
          <p:cNvCxnSpPr>
            <a:cxnSpLocks/>
            <a:stCxn id="12" idx="3"/>
            <a:endCxn id="34" idx="0"/>
          </p:cNvCxnSpPr>
          <p:nvPr/>
        </p:nvCxnSpPr>
        <p:spPr>
          <a:xfrm flipH="1">
            <a:off x="7299972" y="3071350"/>
            <a:ext cx="413512" cy="748696"/>
          </a:xfrm>
          <a:prstGeom prst="line">
            <a:avLst/>
          </a:prstGeom>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508B8F27-18DF-C37A-D47B-6F0A23D05CD8}"/>
              </a:ext>
            </a:extLst>
          </p:cNvPr>
          <p:cNvSpPr txBox="1"/>
          <p:nvPr/>
        </p:nvSpPr>
        <p:spPr>
          <a:xfrm>
            <a:off x="6881268" y="3512545"/>
            <a:ext cx="418704" cy="369332"/>
          </a:xfrm>
          <a:prstGeom prst="rect">
            <a:avLst/>
          </a:prstGeom>
          <a:noFill/>
        </p:spPr>
        <p:txBody>
          <a:bodyPr wrap="none" rtlCol="0">
            <a:spAutoFit/>
          </a:bodyPr>
          <a:lstStyle/>
          <a:p>
            <a:r>
              <a:rPr lang="en-IN" dirty="0"/>
              <a:t>19</a:t>
            </a:r>
          </a:p>
        </p:txBody>
      </p:sp>
      <p:cxnSp>
        <p:nvCxnSpPr>
          <p:cNvPr id="60" name="Straight Connector 59">
            <a:extLst>
              <a:ext uri="{FF2B5EF4-FFF2-40B4-BE49-F238E27FC236}">
                <a16:creationId xmlns:a16="http://schemas.microsoft.com/office/drawing/2014/main" id="{2E137805-E041-1CE0-D3D8-A81168848C1B}"/>
              </a:ext>
            </a:extLst>
          </p:cNvPr>
          <p:cNvCxnSpPr>
            <a:cxnSpLocks/>
            <a:stCxn id="12" idx="5"/>
            <a:endCxn id="35" idx="0"/>
          </p:cNvCxnSpPr>
          <p:nvPr/>
        </p:nvCxnSpPr>
        <p:spPr>
          <a:xfrm>
            <a:off x="8105222" y="3071350"/>
            <a:ext cx="422697" cy="719281"/>
          </a:xfrm>
          <a:prstGeom prst="line">
            <a:avLst/>
          </a:prstGeom>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E47CCD7F-C8B8-2FDA-76C6-DB3D14191F2A}"/>
              </a:ext>
            </a:extLst>
          </p:cNvPr>
          <p:cNvSpPr txBox="1"/>
          <p:nvPr/>
        </p:nvSpPr>
        <p:spPr>
          <a:xfrm>
            <a:off x="8002728" y="3576858"/>
            <a:ext cx="418704" cy="369332"/>
          </a:xfrm>
          <a:prstGeom prst="rect">
            <a:avLst/>
          </a:prstGeom>
          <a:noFill/>
        </p:spPr>
        <p:txBody>
          <a:bodyPr wrap="none" rtlCol="0">
            <a:spAutoFit/>
          </a:bodyPr>
          <a:lstStyle/>
          <a:p>
            <a:r>
              <a:rPr lang="en-IN" dirty="0"/>
              <a:t>17</a:t>
            </a:r>
          </a:p>
        </p:txBody>
      </p:sp>
      <p:sp>
        <p:nvSpPr>
          <p:cNvPr id="77" name="Oval 76">
            <a:extLst>
              <a:ext uri="{FF2B5EF4-FFF2-40B4-BE49-F238E27FC236}">
                <a16:creationId xmlns:a16="http://schemas.microsoft.com/office/drawing/2014/main" id="{7DFD8E20-BA7E-8A9B-B960-AA796A143202}"/>
              </a:ext>
            </a:extLst>
          </p:cNvPr>
          <p:cNvSpPr/>
          <p:nvPr/>
        </p:nvSpPr>
        <p:spPr>
          <a:xfrm>
            <a:off x="5161132" y="3738766"/>
            <a:ext cx="518480"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78" name="Oval 77">
            <a:extLst>
              <a:ext uri="{FF2B5EF4-FFF2-40B4-BE49-F238E27FC236}">
                <a16:creationId xmlns:a16="http://schemas.microsoft.com/office/drawing/2014/main" id="{A3F3A4CF-1305-3FD3-C495-F67D7DA188B4}"/>
              </a:ext>
            </a:extLst>
          </p:cNvPr>
          <p:cNvSpPr/>
          <p:nvPr/>
        </p:nvSpPr>
        <p:spPr>
          <a:xfrm>
            <a:off x="6175228" y="3738766"/>
            <a:ext cx="541647"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79" name="Straight Connector 78">
            <a:extLst>
              <a:ext uri="{FF2B5EF4-FFF2-40B4-BE49-F238E27FC236}">
                <a16:creationId xmlns:a16="http://schemas.microsoft.com/office/drawing/2014/main" id="{87FDFE43-179D-1AD3-CCB7-DCCF84346D93}"/>
              </a:ext>
            </a:extLst>
          </p:cNvPr>
          <p:cNvCxnSpPr>
            <a:cxnSpLocks/>
            <a:stCxn id="8" idx="3"/>
            <a:endCxn id="77" idx="0"/>
          </p:cNvCxnSpPr>
          <p:nvPr/>
        </p:nvCxnSpPr>
        <p:spPr>
          <a:xfrm flipH="1">
            <a:off x="5420372" y="2902670"/>
            <a:ext cx="552420" cy="836096"/>
          </a:xfrm>
          <a:prstGeom prst="line">
            <a:avLst/>
          </a:prstGeom>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DAD5BB50-FCA6-3239-2106-50B0B057C8A8}"/>
              </a:ext>
            </a:extLst>
          </p:cNvPr>
          <p:cNvSpPr txBox="1"/>
          <p:nvPr/>
        </p:nvSpPr>
        <p:spPr>
          <a:xfrm>
            <a:off x="5001668" y="3431265"/>
            <a:ext cx="418704" cy="369332"/>
          </a:xfrm>
          <a:prstGeom prst="rect">
            <a:avLst/>
          </a:prstGeom>
          <a:noFill/>
        </p:spPr>
        <p:txBody>
          <a:bodyPr wrap="none" rtlCol="0">
            <a:spAutoFit/>
          </a:bodyPr>
          <a:lstStyle/>
          <a:p>
            <a:r>
              <a:rPr lang="en-IN" dirty="0"/>
              <a:t>14</a:t>
            </a:r>
          </a:p>
        </p:txBody>
      </p:sp>
      <p:cxnSp>
        <p:nvCxnSpPr>
          <p:cNvPr id="81" name="Straight Connector 80">
            <a:extLst>
              <a:ext uri="{FF2B5EF4-FFF2-40B4-BE49-F238E27FC236}">
                <a16:creationId xmlns:a16="http://schemas.microsoft.com/office/drawing/2014/main" id="{9595BA21-ECE0-C865-F499-83BDC43CB2D0}"/>
              </a:ext>
            </a:extLst>
          </p:cNvPr>
          <p:cNvCxnSpPr>
            <a:cxnSpLocks/>
            <a:stCxn id="8" idx="4"/>
            <a:endCxn id="78" idx="0"/>
          </p:cNvCxnSpPr>
          <p:nvPr/>
        </p:nvCxnSpPr>
        <p:spPr>
          <a:xfrm>
            <a:off x="6173778" y="2968790"/>
            <a:ext cx="272274" cy="769976"/>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F4E15669-5211-1F6B-9DB0-A9EEC2F36D1D}"/>
              </a:ext>
            </a:extLst>
          </p:cNvPr>
          <p:cNvSpPr txBox="1"/>
          <p:nvPr/>
        </p:nvSpPr>
        <p:spPr>
          <a:xfrm>
            <a:off x="5918670" y="3516260"/>
            <a:ext cx="418704" cy="369332"/>
          </a:xfrm>
          <a:prstGeom prst="rect">
            <a:avLst/>
          </a:prstGeom>
          <a:noFill/>
        </p:spPr>
        <p:txBody>
          <a:bodyPr wrap="none" rtlCol="0">
            <a:spAutoFit/>
          </a:bodyPr>
          <a:lstStyle/>
          <a:p>
            <a:r>
              <a:rPr lang="en-IN" dirty="0"/>
              <a:t>18</a:t>
            </a:r>
          </a:p>
        </p:txBody>
      </p:sp>
      <p:sp>
        <p:nvSpPr>
          <p:cNvPr id="88" name="Oval 87">
            <a:extLst>
              <a:ext uri="{FF2B5EF4-FFF2-40B4-BE49-F238E27FC236}">
                <a16:creationId xmlns:a16="http://schemas.microsoft.com/office/drawing/2014/main" id="{7D8D0F35-89AC-81C8-F1B2-5235BED00B7D}"/>
              </a:ext>
            </a:extLst>
          </p:cNvPr>
          <p:cNvSpPr/>
          <p:nvPr/>
        </p:nvSpPr>
        <p:spPr>
          <a:xfrm>
            <a:off x="5047468" y="4871412"/>
            <a:ext cx="541647"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89" name="Straight Connector 88">
            <a:extLst>
              <a:ext uri="{FF2B5EF4-FFF2-40B4-BE49-F238E27FC236}">
                <a16:creationId xmlns:a16="http://schemas.microsoft.com/office/drawing/2014/main" id="{CAD06DE5-F270-1223-D862-CA7FD2F8BA9A}"/>
              </a:ext>
            </a:extLst>
          </p:cNvPr>
          <p:cNvCxnSpPr>
            <a:cxnSpLocks/>
            <a:stCxn id="77" idx="4"/>
            <a:endCxn id="88" idx="0"/>
          </p:cNvCxnSpPr>
          <p:nvPr/>
        </p:nvCxnSpPr>
        <p:spPr>
          <a:xfrm flipH="1">
            <a:off x="5318292" y="4229582"/>
            <a:ext cx="102080" cy="641830"/>
          </a:xfrm>
          <a:prstGeom prst="line">
            <a:avLst/>
          </a:prstGeom>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B98EB2FF-CD88-E5BA-2524-55FBD5871291}"/>
              </a:ext>
            </a:extLst>
          </p:cNvPr>
          <p:cNvSpPr txBox="1"/>
          <p:nvPr/>
        </p:nvSpPr>
        <p:spPr>
          <a:xfrm>
            <a:off x="4923097" y="4567594"/>
            <a:ext cx="418704" cy="369332"/>
          </a:xfrm>
          <a:prstGeom prst="rect">
            <a:avLst/>
          </a:prstGeom>
          <a:noFill/>
        </p:spPr>
        <p:txBody>
          <a:bodyPr wrap="none" rtlCol="0">
            <a:spAutoFit/>
          </a:bodyPr>
          <a:lstStyle/>
          <a:p>
            <a:r>
              <a:rPr lang="en-IN" dirty="0"/>
              <a:t>16</a:t>
            </a:r>
          </a:p>
        </p:txBody>
      </p:sp>
      <p:sp>
        <p:nvSpPr>
          <p:cNvPr id="96" name="TextBox 95">
            <a:extLst>
              <a:ext uri="{FF2B5EF4-FFF2-40B4-BE49-F238E27FC236}">
                <a16:creationId xmlns:a16="http://schemas.microsoft.com/office/drawing/2014/main" id="{52BD7420-7208-2AB4-CAEC-4A38324FCD35}"/>
              </a:ext>
            </a:extLst>
          </p:cNvPr>
          <p:cNvSpPr txBox="1"/>
          <p:nvPr/>
        </p:nvSpPr>
        <p:spPr>
          <a:xfrm>
            <a:off x="4750414" y="5432882"/>
            <a:ext cx="1065811" cy="338554"/>
          </a:xfrm>
          <a:prstGeom prst="rect">
            <a:avLst/>
          </a:prstGeom>
          <a:noFill/>
        </p:spPr>
        <p:txBody>
          <a:bodyPr wrap="square" rtlCol="0">
            <a:spAutoFit/>
          </a:bodyPr>
          <a:lstStyle/>
          <a:p>
            <a:pPr algn="ctr"/>
            <a:r>
              <a:rPr lang="en-IN" sz="1600" b="1" dirty="0">
                <a:highlight>
                  <a:srgbClr val="00FE73"/>
                </a:highlight>
              </a:rPr>
              <a:t>Solution-6</a:t>
            </a:r>
          </a:p>
        </p:txBody>
      </p:sp>
      <p:sp>
        <p:nvSpPr>
          <p:cNvPr id="97" name="TextBox 96">
            <a:extLst>
              <a:ext uri="{FF2B5EF4-FFF2-40B4-BE49-F238E27FC236}">
                <a16:creationId xmlns:a16="http://schemas.microsoft.com/office/drawing/2014/main" id="{C2FB86B4-903B-0D01-9D58-3CE5E7FED837}"/>
              </a:ext>
            </a:extLst>
          </p:cNvPr>
          <p:cNvSpPr txBox="1"/>
          <p:nvPr/>
        </p:nvSpPr>
        <p:spPr>
          <a:xfrm>
            <a:off x="7770448" y="6097066"/>
            <a:ext cx="3804153" cy="400110"/>
          </a:xfrm>
          <a:prstGeom prst="rect">
            <a:avLst/>
          </a:prstGeom>
          <a:noFill/>
        </p:spPr>
        <p:txBody>
          <a:bodyPr wrap="square" rtlCol="0">
            <a:spAutoFit/>
          </a:bodyPr>
          <a:lstStyle/>
          <a:p>
            <a:pPr algn="ctr"/>
            <a:r>
              <a:rPr lang="en-IN" sz="2000" b="1" dirty="0">
                <a:highlight>
                  <a:srgbClr val="C0C0C0"/>
                </a:highlight>
              </a:rPr>
              <a:t>State space Tree (Solution Tree) </a:t>
            </a:r>
          </a:p>
        </p:txBody>
      </p:sp>
      <p:sp>
        <p:nvSpPr>
          <p:cNvPr id="98" name="Oval 97">
            <a:extLst>
              <a:ext uri="{FF2B5EF4-FFF2-40B4-BE49-F238E27FC236}">
                <a16:creationId xmlns:a16="http://schemas.microsoft.com/office/drawing/2014/main" id="{E133C2B4-E13E-A019-BFD4-C754008F8ECF}"/>
              </a:ext>
            </a:extLst>
          </p:cNvPr>
          <p:cNvSpPr/>
          <p:nvPr/>
        </p:nvSpPr>
        <p:spPr>
          <a:xfrm>
            <a:off x="2001520" y="1275709"/>
            <a:ext cx="554002"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0" name="Oval 99">
            <a:extLst>
              <a:ext uri="{FF2B5EF4-FFF2-40B4-BE49-F238E27FC236}">
                <a16:creationId xmlns:a16="http://schemas.microsoft.com/office/drawing/2014/main" id="{7E1DC9BA-8A0C-5137-106F-312237710085}"/>
              </a:ext>
            </a:extLst>
          </p:cNvPr>
          <p:cNvSpPr/>
          <p:nvPr/>
        </p:nvSpPr>
        <p:spPr>
          <a:xfrm>
            <a:off x="762278" y="2365794"/>
            <a:ext cx="554002"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102" name="Oval 101">
            <a:extLst>
              <a:ext uri="{FF2B5EF4-FFF2-40B4-BE49-F238E27FC236}">
                <a16:creationId xmlns:a16="http://schemas.microsoft.com/office/drawing/2014/main" id="{6ED7D8F6-B0C5-6B19-93C2-BF9C852F0F75}"/>
              </a:ext>
            </a:extLst>
          </p:cNvPr>
          <p:cNvSpPr/>
          <p:nvPr/>
        </p:nvSpPr>
        <p:spPr>
          <a:xfrm>
            <a:off x="3255643" y="2389363"/>
            <a:ext cx="568474"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104" name="Oval 103">
            <a:extLst>
              <a:ext uri="{FF2B5EF4-FFF2-40B4-BE49-F238E27FC236}">
                <a16:creationId xmlns:a16="http://schemas.microsoft.com/office/drawing/2014/main" id="{C1302BCF-4274-7C24-6449-A3CFB6697913}"/>
              </a:ext>
            </a:extLst>
          </p:cNvPr>
          <p:cNvSpPr/>
          <p:nvPr/>
        </p:nvSpPr>
        <p:spPr>
          <a:xfrm>
            <a:off x="2001520" y="3503017"/>
            <a:ext cx="554002"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106" name="Straight Connector 105">
            <a:extLst>
              <a:ext uri="{FF2B5EF4-FFF2-40B4-BE49-F238E27FC236}">
                <a16:creationId xmlns:a16="http://schemas.microsoft.com/office/drawing/2014/main" id="{9246921D-B06C-7CDE-C109-87A4727CDE95}"/>
              </a:ext>
            </a:extLst>
          </p:cNvPr>
          <p:cNvCxnSpPr>
            <a:stCxn id="98" idx="4"/>
            <a:endCxn id="104" idx="0"/>
          </p:cNvCxnSpPr>
          <p:nvPr/>
        </p:nvCxnSpPr>
        <p:spPr>
          <a:xfrm>
            <a:off x="2278521" y="1834087"/>
            <a:ext cx="0" cy="16689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EDF37E82-9ECA-4793-CFC7-A851F7D7D7C3}"/>
              </a:ext>
            </a:extLst>
          </p:cNvPr>
          <p:cNvCxnSpPr>
            <a:stCxn id="100" idx="6"/>
            <a:endCxn id="102" idx="2"/>
          </p:cNvCxnSpPr>
          <p:nvPr/>
        </p:nvCxnSpPr>
        <p:spPr>
          <a:xfrm>
            <a:off x="1316280" y="2644983"/>
            <a:ext cx="1939363" cy="235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D025B9E2-8AB3-C41C-175A-B63C85FAA64E}"/>
              </a:ext>
            </a:extLst>
          </p:cNvPr>
          <p:cNvCxnSpPr>
            <a:cxnSpLocks/>
            <a:stCxn id="98" idx="2"/>
            <a:endCxn id="100" idx="0"/>
          </p:cNvCxnSpPr>
          <p:nvPr/>
        </p:nvCxnSpPr>
        <p:spPr>
          <a:xfrm flipH="1">
            <a:off x="1039279" y="1554898"/>
            <a:ext cx="962241" cy="810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A205C3F-17C1-02E8-BAB8-4C381C3B66E7}"/>
              </a:ext>
            </a:extLst>
          </p:cNvPr>
          <p:cNvCxnSpPr>
            <a:cxnSpLocks/>
            <a:stCxn id="98" idx="6"/>
            <a:endCxn id="102" idx="0"/>
          </p:cNvCxnSpPr>
          <p:nvPr/>
        </p:nvCxnSpPr>
        <p:spPr>
          <a:xfrm>
            <a:off x="2555522" y="1554898"/>
            <a:ext cx="984358" cy="834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ECFAE7EA-D10F-2346-1BD9-61F1E19D7784}"/>
              </a:ext>
            </a:extLst>
          </p:cNvPr>
          <p:cNvCxnSpPr>
            <a:stCxn id="100" idx="4"/>
            <a:endCxn id="104" idx="2"/>
          </p:cNvCxnSpPr>
          <p:nvPr/>
        </p:nvCxnSpPr>
        <p:spPr>
          <a:xfrm>
            <a:off x="1039279" y="2924172"/>
            <a:ext cx="962241" cy="858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317D957D-4FB5-4A92-C898-538B5FBC134F}"/>
              </a:ext>
            </a:extLst>
          </p:cNvPr>
          <p:cNvCxnSpPr>
            <a:stCxn id="102" idx="4"/>
            <a:endCxn id="104" idx="6"/>
          </p:cNvCxnSpPr>
          <p:nvPr/>
        </p:nvCxnSpPr>
        <p:spPr>
          <a:xfrm flipH="1">
            <a:off x="2555522" y="2947741"/>
            <a:ext cx="984358" cy="834465"/>
          </a:xfrm>
          <a:prstGeom prst="line">
            <a:avLst/>
          </a:prstGeom>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DE7EAB9F-3B6D-41CC-6108-E9B4D2AD3284}"/>
              </a:ext>
            </a:extLst>
          </p:cNvPr>
          <p:cNvSpPr txBox="1"/>
          <p:nvPr/>
        </p:nvSpPr>
        <p:spPr>
          <a:xfrm>
            <a:off x="1692140" y="906377"/>
            <a:ext cx="1163320" cy="369332"/>
          </a:xfrm>
          <a:prstGeom prst="rect">
            <a:avLst/>
          </a:prstGeom>
          <a:noFill/>
        </p:spPr>
        <p:txBody>
          <a:bodyPr wrap="square" rtlCol="0">
            <a:spAutoFit/>
          </a:bodyPr>
          <a:lstStyle/>
          <a:p>
            <a:pPr algn="ctr"/>
            <a:r>
              <a:rPr lang="en-IN" dirty="0"/>
              <a:t>Start</a:t>
            </a:r>
          </a:p>
        </p:txBody>
      </p:sp>
      <p:sp>
        <p:nvSpPr>
          <p:cNvPr id="126" name="TextBox 125">
            <a:extLst>
              <a:ext uri="{FF2B5EF4-FFF2-40B4-BE49-F238E27FC236}">
                <a16:creationId xmlns:a16="http://schemas.microsoft.com/office/drawing/2014/main" id="{88B28C2C-8AA9-0A12-4738-724251A336DC}"/>
              </a:ext>
            </a:extLst>
          </p:cNvPr>
          <p:cNvSpPr txBox="1"/>
          <p:nvPr/>
        </p:nvSpPr>
        <p:spPr>
          <a:xfrm>
            <a:off x="1723120" y="4059420"/>
            <a:ext cx="1163320" cy="369332"/>
          </a:xfrm>
          <a:prstGeom prst="rect">
            <a:avLst/>
          </a:prstGeom>
          <a:noFill/>
        </p:spPr>
        <p:txBody>
          <a:bodyPr wrap="square" rtlCol="0">
            <a:spAutoFit/>
          </a:bodyPr>
          <a:lstStyle/>
          <a:p>
            <a:pPr algn="ctr"/>
            <a:r>
              <a:rPr lang="en-IN" dirty="0"/>
              <a:t>Goal</a:t>
            </a:r>
          </a:p>
        </p:txBody>
      </p:sp>
      <p:sp>
        <p:nvSpPr>
          <p:cNvPr id="127" name="TextBox 126">
            <a:extLst>
              <a:ext uri="{FF2B5EF4-FFF2-40B4-BE49-F238E27FC236}">
                <a16:creationId xmlns:a16="http://schemas.microsoft.com/office/drawing/2014/main" id="{6F5737AA-2D72-3860-CF24-AECDD6AC2B51}"/>
              </a:ext>
            </a:extLst>
          </p:cNvPr>
          <p:cNvSpPr txBox="1"/>
          <p:nvPr/>
        </p:nvSpPr>
        <p:spPr>
          <a:xfrm>
            <a:off x="1255447" y="1661778"/>
            <a:ext cx="472753" cy="369332"/>
          </a:xfrm>
          <a:prstGeom prst="rect">
            <a:avLst/>
          </a:prstGeom>
          <a:noFill/>
        </p:spPr>
        <p:txBody>
          <a:bodyPr wrap="square" rtlCol="0">
            <a:spAutoFit/>
          </a:bodyPr>
          <a:lstStyle/>
          <a:p>
            <a:r>
              <a:rPr lang="en-IN" dirty="0"/>
              <a:t>10</a:t>
            </a:r>
          </a:p>
        </p:txBody>
      </p:sp>
      <p:sp>
        <p:nvSpPr>
          <p:cNvPr id="129" name="TextBox 128">
            <a:extLst>
              <a:ext uri="{FF2B5EF4-FFF2-40B4-BE49-F238E27FC236}">
                <a16:creationId xmlns:a16="http://schemas.microsoft.com/office/drawing/2014/main" id="{C3410332-5B45-06FB-0A94-8A639E6A14CC}"/>
              </a:ext>
            </a:extLst>
          </p:cNvPr>
          <p:cNvSpPr txBox="1"/>
          <p:nvPr/>
        </p:nvSpPr>
        <p:spPr>
          <a:xfrm>
            <a:off x="3006284" y="1671516"/>
            <a:ext cx="472753" cy="369332"/>
          </a:xfrm>
          <a:prstGeom prst="rect">
            <a:avLst/>
          </a:prstGeom>
          <a:noFill/>
        </p:spPr>
        <p:txBody>
          <a:bodyPr wrap="square" rtlCol="0">
            <a:spAutoFit/>
          </a:bodyPr>
          <a:lstStyle/>
          <a:p>
            <a:r>
              <a:rPr lang="en-IN" dirty="0"/>
              <a:t>15</a:t>
            </a:r>
          </a:p>
        </p:txBody>
      </p:sp>
      <p:sp>
        <p:nvSpPr>
          <p:cNvPr id="131" name="TextBox 130">
            <a:extLst>
              <a:ext uri="{FF2B5EF4-FFF2-40B4-BE49-F238E27FC236}">
                <a16:creationId xmlns:a16="http://schemas.microsoft.com/office/drawing/2014/main" id="{85CE253A-09D2-EE02-5BE5-B741CBBC6E65}"/>
              </a:ext>
            </a:extLst>
          </p:cNvPr>
          <p:cNvSpPr txBox="1"/>
          <p:nvPr/>
        </p:nvSpPr>
        <p:spPr>
          <a:xfrm>
            <a:off x="2201851" y="2894368"/>
            <a:ext cx="472753" cy="369332"/>
          </a:xfrm>
          <a:prstGeom prst="rect">
            <a:avLst/>
          </a:prstGeom>
          <a:noFill/>
        </p:spPr>
        <p:txBody>
          <a:bodyPr wrap="square" rtlCol="0">
            <a:spAutoFit/>
          </a:bodyPr>
          <a:lstStyle/>
          <a:p>
            <a:r>
              <a:rPr lang="en-IN" dirty="0"/>
              <a:t>20</a:t>
            </a:r>
          </a:p>
        </p:txBody>
      </p:sp>
      <p:sp>
        <p:nvSpPr>
          <p:cNvPr id="139" name="TextBox 138">
            <a:extLst>
              <a:ext uri="{FF2B5EF4-FFF2-40B4-BE49-F238E27FC236}">
                <a16:creationId xmlns:a16="http://schemas.microsoft.com/office/drawing/2014/main" id="{8D0A9E00-68CE-CBEA-A7D2-AE82D591E609}"/>
              </a:ext>
            </a:extLst>
          </p:cNvPr>
          <p:cNvSpPr txBox="1"/>
          <p:nvPr/>
        </p:nvSpPr>
        <p:spPr>
          <a:xfrm>
            <a:off x="1425566" y="2336800"/>
            <a:ext cx="472753" cy="369332"/>
          </a:xfrm>
          <a:prstGeom prst="rect">
            <a:avLst/>
          </a:prstGeom>
          <a:noFill/>
        </p:spPr>
        <p:txBody>
          <a:bodyPr wrap="square" rtlCol="0">
            <a:spAutoFit/>
          </a:bodyPr>
          <a:lstStyle/>
          <a:p>
            <a:r>
              <a:rPr lang="en-IN" dirty="0"/>
              <a:t>4</a:t>
            </a:r>
          </a:p>
        </p:txBody>
      </p:sp>
      <p:sp>
        <p:nvSpPr>
          <p:cNvPr id="141" name="TextBox 140">
            <a:extLst>
              <a:ext uri="{FF2B5EF4-FFF2-40B4-BE49-F238E27FC236}">
                <a16:creationId xmlns:a16="http://schemas.microsoft.com/office/drawing/2014/main" id="{420D57F2-C3B4-F683-B0B5-8E5204852E53}"/>
              </a:ext>
            </a:extLst>
          </p:cNvPr>
          <p:cNvSpPr txBox="1"/>
          <p:nvPr/>
        </p:nvSpPr>
        <p:spPr>
          <a:xfrm>
            <a:off x="1121088" y="3286976"/>
            <a:ext cx="472753" cy="369332"/>
          </a:xfrm>
          <a:prstGeom prst="rect">
            <a:avLst/>
          </a:prstGeom>
          <a:noFill/>
        </p:spPr>
        <p:txBody>
          <a:bodyPr wrap="square" rtlCol="0">
            <a:spAutoFit/>
          </a:bodyPr>
          <a:lstStyle/>
          <a:p>
            <a:r>
              <a:rPr lang="en-IN" dirty="0"/>
              <a:t>8</a:t>
            </a:r>
          </a:p>
        </p:txBody>
      </p:sp>
      <p:sp>
        <p:nvSpPr>
          <p:cNvPr id="143" name="TextBox 142">
            <a:extLst>
              <a:ext uri="{FF2B5EF4-FFF2-40B4-BE49-F238E27FC236}">
                <a16:creationId xmlns:a16="http://schemas.microsoft.com/office/drawing/2014/main" id="{690A2F7E-4D24-BBCB-231F-6E7A4F67D455}"/>
              </a:ext>
            </a:extLst>
          </p:cNvPr>
          <p:cNvSpPr txBox="1"/>
          <p:nvPr/>
        </p:nvSpPr>
        <p:spPr>
          <a:xfrm>
            <a:off x="3025019" y="3318351"/>
            <a:ext cx="472753" cy="369332"/>
          </a:xfrm>
          <a:prstGeom prst="rect">
            <a:avLst/>
          </a:prstGeom>
          <a:noFill/>
        </p:spPr>
        <p:txBody>
          <a:bodyPr wrap="square" rtlCol="0">
            <a:spAutoFit/>
          </a:bodyPr>
          <a:lstStyle/>
          <a:p>
            <a:r>
              <a:rPr lang="en-IN" dirty="0"/>
              <a:t>2</a:t>
            </a:r>
          </a:p>
        </p:txBody>
      </p:sp>
      <p:sp>
        <p:nvSpPr>
          <p:cNvPr id="144" name="TextBox 143">
            <a:extLst>
              <a:ext uri="{FF2B5EF4-FFF2-40B4-BE49-F238E27FC236}">
                <a16:creationId xmlns:a16="http://schemas.microsoft.com/office/drawing/2014/main" id="{D8FAA35A-EAAB-E911-4EEE-95100AF7112B}"/>
              </a:ext>
            </a:extLst>
          </p:cNvPr>
          <p:cNvSpPr txBox="1"/>
          <p:nvPr/>
        </p:nvSpPr>
        <p:spPr>
          <a:xfrm>
            <a:off x="1461594" y="4495750"/>
            <a:ext cx="1624411" cy="400110"/>
          </a:xfrm>
          <a:prstGeom prst="rect">
            <a:avLst/>
          </a:prstGeom>
          <a:noFill/>
        </p:spPr>
        <p:txBody>
          <a:bodyPr wrap="square" rtlCol="0">
            <a:spAutoFit/>
          </a:bodyPr>
          <a:lstStyle/>
          <a:p>
            <a:pPr algn="ctr"/>
            <a:r>
              <a:rPr lang="en-IN" sz="2000" b="1" dirty="0">
                <a:highlight>
                  <a:srgbClr val="C0C0C0"/>
                </a:highlight>
              </a:rPr>
              <a:t>Graph </a:t>
            </a:r>
          </a:p>
        </p:txBody>
      </p:sp>
      <p:sp>
        <p:nvSpPr>
          <p:cNvPr id="154" name="TextBox 153">
            <a:extLst>
              <a:ext uri="{FF2B5EF4-FFF2-40B4-BE49-F238E27FC236}">
                <a16:creationId xmlns:a16="http://schemas.microsoft.com/office/drawing/2014/main" id="{17F8027B-8173-CC20-FD8B-8AFC3C23B41B}"/>
              </a:ext>
            </a:extLst>
          </p:cNvPr>
          <p:cNvSpPr txBox="1"/>
          <p:nvPr/>
        </p:nvSpPr>
        <p:spPr>
          <a:xfrm>
            <a:off x="5350416" y="949161"/>
            <a:ext cx="4840064" cy="369332"/>
          </a:xfrm>
          <a:prstGeom prst="rect">
            <a:avLst/>
          </a:prstGeom>
          <a:noFill/>
        </p:spPr>
        <p:txBody>
          <a:bodyPr wrap="square">
            <a:spAutoFit/>
          </a:bodyPr>
          <a:lstStyle/>
          <a:p>
            <a:pPr algn="ctr"/>
            <a:r>
              <a:rPr lang="en-IN" b="1" dirty="0"/>
              <a:t>Breadth</a:t>
            </a:r>
            <a:r>
              <a:rPr lang="en-IN" sz="1800" b="1" dirty="0"/>
              <a:t> First Search (DFS)</a:t>
            </a:r>
          </a:p>
        </p:txBody>
      </p:sp>
      <p:sp>
        <p:nvSpPr>
          <p:cNvPr id="155" name="Oval 154">
            <a:extLst>
              <a:ext uri="{FF2B5EF4-FFF2-40B4-BE49-F238E27FC236}">
                <a16:creationId xmlns:a16="http://schemas.microsoft.com/office/drawing/2014/main" id="{61F5AC53-CDB1-E5D5-780A-17BCEF06402F}"/>
              </a:ext>
            </a:extLst>
          </p:cNvPr>
          <p:cNvSpPr/>
          <p:nvPr/>
        </p:nvSpPr>
        <p:spPr>
          <a:xfrm>
            <a:off x="6781492" y="4968095"/>
            <a:ext cx="518480"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156" name="Oval 155">
            <a:extLst>
              <a:ext uri="{FF2B5EF4-FFF2-40B4-BE49-F238E27FC236}">
                <a16:creationId xmlns:a16="http://schemas.microsoft.com/office/drawing/2014/main" id="{0E4B79AD-5618-0ABD-DAF6-751E9ABF5AB4}"/>
              </a:ext>
            </a:extLst>
          </p:cNvPr>
          <p:cNvSpPr/>
          <p:nvPr/>
        </p:nvSpPr>
        <p:spPr>
          <a:xfrm>
            <a:off x="7724133" y="4927763"/>
            <a:ext cx="541647"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157" name="Straight Connector 156">
            <a:extLst>
              <a:ext uri="{FF2B5EF4-FFF2-40B4-BE49-F238E27FC236}">
                <a16:creationId xmlns:a16="http://schemas.microsoft.com/office/drawing/2014/main" id="{F8BEC31C-8931-F44A-9093-A7A89D05FC0C}"/>
              </a:ext>
            </a:extLst>
          </p:cNvPr>
          <p:cNvCxnSpPr>
            <a:cxnSpLocks/>
            <a:stCxn id="34" idx="4"/>
            <a:endCxn id="155" idx="0"/>
          </p:cNvCxnSpPr>
          <p:nvPr/>
        </p:nvCxnSpPr>
        <p:spPr>
          <a:xfrm flipH="1">
            <a:off x="7040732" y="4310862"/>
            <a:ext cx="259240" cy="657233"/>
          </a:xfrm>
          <a:prstGeom prst="line">
            <a:avLst/>
          </a:prstGeom>
        </p:spPr>
        <p:style>
          <a:lnRef idx="1">
            <a:schemeClr val="accent1"/>
          </a:lnRef>
          <a:fillRef idx="0">
            <a:schemeClr val="accent1"/>
          </a:fillRef>
          <a:effectRef idx="0">
            <a:schemeClr val="accent1"/>
          </a:effectRef>
          <a:fontRef idx="minor">
            <a:schemeClr val="tx1"/>
          </a:fontRef>
        </p:style>
      </p:cxnSp>
      <p:sp>
        <p:nvSpPr>
          <p:cNvPr id="158" name="TextBox 157">
            <a:extLst>
              <a:ext uri="{FF2B5EF4-FFF2-40B4-BE49-F238E27FC236}">
                <a16:creationId xmlns:a16="http://schemas.microsoft.com/office/drawing/2014/main" id="{FDD693DB-02A5-02C4-E678-8E58A59378BC}"/>
              </a:ext>
            </a:extLst>
          </p:cNvPr>
          <p:cNvSpPr txBox="1"/>
          <p:nvPr/>
        </p:nvSpPr>
        <p:spPr>
          <a:xfrm>
            <a:off x="6688555" y="4682025"/>
            <a:ext cx="418704" cy="369332"/>
          </a:xfrm>
          <a:prstGeom prst="rect">
            <a:avLst/>
          </a:prstGeom>
          <a:noFill/>
        </p:spPr>
        <p:txBody>
          <a:bodyPr wrap="none" rtlCol="0">
            <a:spAutoFit/>
          </a:bodyPr>
          <a:lstStyle/>
          <a:p>
            <a:r>
              <a:rPr lang="en-IN" dirty="0"/>
              <a:t>23</a:t>
            </a:r>
          </a:p>
        </p:txBody>
      </p:sp>
      <p:cxnSp>
        <p:nvCxnSpPr>
          <p:cNvPr id="159" name="Straight Connector 158">
            <a:extLst>
              <a:ext uri="{FF2B5EF4-FFF2-40B4-BE49-F238E27FC236}">
                <a16:creationId xmlns:a16="http://schemas.microsoft.com/office/drawing/2014/main" id="{8ABCD14D-35FF-C57F-7287-9A9A9DB6E4F2}"/>
              </a:ext>
            </a:extLst>
          </p:cNvPr>
          <p:cNvCxnSpPr>
            <a:cxnSpLocks/>
            <a:stCxn id="34" idx="5"/>
            <a:endCxn id="156" idx="0"/>
          </p:cNvCxnSpPr>
          <p:nvPr/>
        </p:nvCxnSpPr>
        <p:spPr>
          <a:xfrm>
            <a:off x="7483282" y="4238984"/>
            <a:ext cx="511675" cy="688779"/>
          </a:xfrm>
          <a:prstGeom prst="line">
            <a:avLst/>
          </a:prstGeom>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965D9858-4DD4-8D11-10D7-3AE336B1D92D}"/>
              </a:ext>
            </a:extLst>
          </p:cNvPr>
          <p:cNvSpPr txBox="1"/>
          <p:nvPr/>
        </p:nvSpPr>
        <p:spPr>
          <a:xfrm>
            <a:off x="7442797" y="4769411"/>
            <a:ext cx="418704" cy="369332"/>
          </a:xfrm>
          <a:prstGeom prst="rect">
            <a:avLst/>
          </a:prstGeom>
          <a:noFill/>
        </p:spPr>
        <p:txBody>
          <a:bodyPr wrap="none" rtlCol="0">
            <a:spAutoFit/>
          </a:bodyPr>
          <a:lstStyle/>
          <a:p>
            <a:r>
              <a:rPr lang="en-IN" dirty="0"/>
              <a:t>27</a:t>
            </a:r>
          </a:p>
        </p:txBody>
      </p:sp>
      <p:sp>
        <p:nvSpPr>
          <p:cNvPr id="168" name="TextBox 167">
            <a:extLst>
              <a:ext uri="{FF2B5EF4-FFF2-40B4-BE49-F238E27FC236}">
                <a16:creationId xmlns:a16="http://schemas.microsoft.com/office/drawing/2014/main" id="{A1BBB6C7-6493-C48B-B933-4FB833B07528}"/>
              </a:ext>
            </a:extLst>
          </p:cNvPr>
          <p:cNvSpPr txBox="1"/>
          <p:nvPr/>
        </p:nvSpPr>
        <p:spPr>
          <a:xfrm>
            <a:off x="7515394" y="5459253"/>
            <a:ext cx="1065811" cy="338554"/>
          </a:xfrm>
          <a:prstGeom prst="rect">
            <a:avLst/>
          </a:prstGeom>
          <a:noFill/>
        </p:spPr>
        <p:txBody>
          <a:bodyPr wrap="square" rtlCol="0">
            <a:spAutoFit/>
          </a:bodyPr>
          <a:lstStyle/>
          <a:p>
            <a:pPr algn="ctr"/>
            <a:r>
              <a:rPr lang="en-IN" sz="1600" b="1" dirty="0"/>
              <a:t>Solution-3</a:t>
            </a:r>
          </a:p>
        </p:txBody>
      </p:sp>
      <p:sp>
        <p:nvSpPr>
          <p:cNvPr id="169" name="Oval 168">
            <a:extLst>
              <a:ext uri="{FF2B5EF4-FFF2-40B4-BE49-F238E27FC236}">
                <a16:creationId xmlns:a16="http://schemas.microsoft.com/office/drawing/2014/main" id="{8316ADDA-6491-55F6-8338-9AB96E11B653}"/>
              </a:ext>
            </a:extLst>
          </p:cNvPr>
          <p:cNvSpPr/>
          <p:nvPr/>
        </p:nvSpPr>
        <p:spPr>
          <a:xfrm>
            <a:off x="6573025" y="5904346"/>
            <a:ext cx="541647"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170" name="Straight Connector 169">
            <a:extLst>
              <a:ext uri="{FF2B5EF4-FFF2-40B4-BE49-F238E27FC236}">
                <a16:creationId xmlns:a16="http://schemas.microsoft.com/office/drawing/2014/main" id="{6C743394-A05F-B45B-151F-4B6D3B056E6F}"/>
              </a:ext>
            </a:extLst>
          </p:cNvPr>
          <p:cNvCxnSpPr>
            <a:cxnSpLocks/>
            <a:stCxn id="155" idx="4"/>
            <a:endCxn id="169" idx="0"/>
          </p:cNvCxnSpPr>
          <p:nvPr/>
        </p:nvCxnSpPr>
        <p:spPr>
          <a:xfrm flipH="1">
            <a:off x="6843849" y="5458911"/>
            <a:ext cx="196883" cy="445435"/>
          </a:xfrm>
          <a:prstGeom prst="line">
            <a:avLst/>
          </a:prstGeom>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51B54D72-82DE-F09A-2D4D-F70B023B0F50}"/>
              </a:ext>
            </a:extLst>
          </p:cNvPr>
          <p:cNvSpPr txBox="1"/>
          <p:nvPr/>
        </p:nvSpPr>
        <p:spPr>
          <a:xfrm>
            <a:off x="6425145" y="5691926"/>
            <a:ext cx="418704" cy="369332"/>
          </a:xfrm>
          <a:prstGeom prst="rect">
            <a:avLst/>
          </a:prstGeom>
          <a:noFill/>
        </p:spPr>
        <p:txBody>
          <a:bodyPr wrap="none" rtlCol="0">
            <a:spAutoFit/>
          </a:bodyPr>
          <a:lstStyle/>
          <a:p>
            <a:r>
              <a:rPr lang="en-IN" dirty="0"/>
              <a:t>25</a:t>
            </a:r>
          </a:p>
        </p:txBody>
      </p:sp>
      <p:sp>
        <p:nvSpPr>
          <p:cNvPr id="181" name="TextBox 180">
            <a:extLst>
              <a:ext uri="{FF2B5EF4-FFF2-40B4-BE49-F238E27FC236}">
                <a16:creationId xmlns:a16="http://schemas.microsoft.com/office/drawing/2014/main" id="{6C03216A-AC45-56CD-4D3D-8E967ADAAF49}"/>
              </a:ext>
            </a:extLst>
          </p:cNvPr>
          <p:cNvSpPr txBox="1"/>
          <p:nvPr/>
        </p:nvSpPr>
        <p:spPr>
          <a:xfrm>
            <a:off x="6284574" y="6408242"/>
            <a:ext cx="1065811" cy="338554"/>
          </a:xfrm>
          <a:prstGeom prst="rect">
            <a:avLst/>
          </a:prstGeom>
          <a:noFill/>
        </p:spPr>
        <p:txBody>
          <a:bodyPr wrap="square" rtlCol="0">
            <a:spAutoFit/>
          </a:bodyPr>
          <a:lstStyle/>
          <a:p>
            <a:pPr algn="ctr"/>
            <a:r>
              <a:rPr lang="en-IN" sz="1600" b="1" dirty="0"/>
              <a:t>Solution-4</a:t>
            </a:r>
          </a:p>
        </p:txBody>
      </p:sp>
      <p:sp>
        <p:nvSpPr>
          <p:cNvPr id="182" name="TextBox 181">
            <a:extLst>
              <a:ext uri="{FF2B5EF4-FFF2-40B4-BE49-F238E27FC236}">
                <a16:creationId xmlns:a16="http://schemas.microsoft.com/office/drawing/2014/main" id="{8324C3B1-2208-B907-BB68-4976794E8857}"/>
              </a:ext>
            </a:extLst>
          </p:cNvPr>
          <p:cNvSpPr txBox="1"/>
          <p:nvPr/>
        </p:nvSpPr>
        <p:spPr>
          <a:xfrm>
            <a:off x="5896350" y="4295637"/>
            <a:ext cx="1065811" cy="338554"/>
          </a:xfrm>
          <a:prstGeom prst="rect">
            <a:avLst/>
          </a:prstGeom>
          <a:noFill/>
        </p:spPr>
        <p:txBody>
          <a:bodyPr wrap="square" rtlCol="0">
            <a:spAutoFit/>
          </a:bodyPr>
          <a:lstStyle/>
          <a:p>
            <a:pPr algn="ctr"/>
            <a:r>
              <a:rPr lang="en-IN" sz="1600" b="1" dirty="0"/>
              <a:t>Solution-5</a:t>
            </a:r>
          </a:p>
        </p:txBody>
      </p:sp>
      <p:sp>
        <p:nvSpPr>
          <p:cNvPr id="183" name="TextBox 182">
            <a:extLst>
              <a:ext uri="{FF2B5EF4-FFF2-40B4-BE49-F238E27FC236}">
                <a16:creationId xmlns:a16="http://schemas.microsoft.com/office/drawing/2014/main" id="{E15CAFC1-A10B-1818-B312-CFEEBB80BA21}"/>
              </a:ext>
            </a:extLst>
          </p:cNvPr>
          <p:cNvSpPr txBox="1"/>
          <p:nvPr/>
        </p:nvSpPr>
        <p:spPr>
          <a:xfrm>
            <a:off x="8032094" y="4274642"/>
            <a:ext cx="1065811" cy="338554"/>
          </a:xfrm>
          <a:prstGeom prst="rect">
            <a:avLst/>
          </a:prstGeom>
          <a:noFill/>
        </p:spPr>
        <p:txBody>
          <a:bodyPr wrap="square" rtlCol="0">
            <a:spAutoFit/>
          </a:bodyPr>
          <a:lstStyle/>
          <a:p>
            <a:pPr algn="ctr"/>
            <a:r>
              <a:rPr lang="en-IN" sz="1600" b="1" dirty="0"/>
              <a:t>Solution-2</a:t>
            </a:r>
          </a:p>
        </p:txBody>
      </p:sp>
      <p:sp>
        <p:nvSpPr>
          <p:cNvPr id="184" name="TextBox 183">
            <a:extLst>
              <a:ext uri="{FF2B5EF4-FFF2-40B4-BE49-F238E27FC236}">
                <a16:creationId xmlns:a16="http://schemas.microsoft.com/office/drawing/2014/main" id="{DDEF8D56-6D8D-170A-F340-CBD719C41D88}"/>
              </a:ext>
            </a:extLst>
          </p:cNvPr>
          <p:cNvSpPr txBox="1"/>
          <p:nvPr/>
        </p:nvSpPr>
        <p:spPr>
          <a:xfrm>
            <a:off x="9211020" y="3035790"/>
            <a:ext cx="1065811" cy="338554"/>
          </a:xfrm>
          <a:prstGeom prst="rect">
            <a:avLst/>
          </a:prstGeom>
          <a:noFill/>
        </p:spPr>
        <p:txBody>
          <a:bodyPr wrap="square" rtlCol="0">
            <a:spAutoFit/>
          </a:bodyPr>
          <a:lstStyle/>
          <a:p>
            <a:pPr algn="ctr"/>
            <a:r>
              <a:rPr lang="en-IN" sz="1600" b="1" dirty="0"/>
              <a:t>Solution-1</a:t>
            </a:r>
          </a:p>
        </p:txBody>
      </p:sp>
      <p:sp>
        <p:nvSpPr>
          <p:cNvPr id="185" name="TextBox 184">
            <a:extLst>
              <a:ext uri="{FF2B5EF4-FFF2-40B4-BE49-F238E27FC236}">
                <a16:creationId xmlns:a16="http://schemas.microsoft.com/office/drawing/2014/main" id="{B43425AF-2084-113E-D5AD-D678F6B6041E}"/>
              </a:ext>
            </a:extLst>
          </p:cNvPr>
          <p:cNvSpPr txBox="1"/>
          <p:nvPr/>
        </p:nvSpPr>
        <p:spPr>
          <a:xfrm>
            <a:off x="637218" y="6067337"/>
            <a:ext cx="4922532" cy="400110"/>
          </a:xfrm>
          <a:prstGeom prst="rect">
            <a:avLst/>
          </a:prstGeom>
          <a:noFill/>
          <a:ln>
            <a:solidFill>
              <a:schemeClr val="accent1"/>
            </a:solidFill>
          </a:ln>
        </p:spPr>
        <p:txBody>
          <a:bodyPr wrap="square" rtlCol="0">
            <a:spAutoFit/>
          </a:bodyPr>
          <a:lstStyle/>
          <a:p>
            <a:pPr algn="ctr"/>
            <a:r>
              <a:rPr lang="en-IN" sz="2000" b="1" dirty="0"/>
              <a:t>Optimal Solution: </a:t>
            </a:r>
            <a:r>
              <a:rPr lang="en-IN" sz="2000" dirty="0"/>
              <a:t>Solution-6 with Cost 16</a:t>
            </a:r>
          </a:p>
        </p:txBody>
      </p:sp>
    </p:spTree>
    <p:extLst>
      <p:ext uri="{BB962C8B-B14F-4D97-AF65-F5344CB8AC3E}">
        <p14:creationId xmlns:p14="http://schemas.microsoft.com/office/powerpoint/2010/main" val="172542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8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5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5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5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6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56"/>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5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8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72"/>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7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6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6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8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8" grpId="0" animBg="1"/>
      <p:bldP spid="21" grpId="0"/>
      <p:bldP spid="24" grpId="0"/>
      <p:bldP spid="26" grpId="0"/>
      <p:bldP spid="34" grpId="0" animBg="1"/>
      <p:bldP spid="35" grpId="0" animBg="1"/>
      <p:bldP spid="57" grpId="0"/>
      <p:bldP spid="61" grpId="0"/>
      <p:bldP spid="77" grpId="0" animBg="1"/>
      <p:bldP spid="78" grpId="0" animBg="1"/>
      <p:bldP spid="80" grpId="0"/>
      <p:bldP spid="82" grpId="0"/>
      <p:bldP spid="88" grpId="0" animBg="1"/>
      <p:bldP spid="90" grpId="0"/>
      <p:bldP spid="96" grpId="0"/>
      <p:bldP spid="155" grpId="0" animBg="1"/>
      <p:bldP spid="156" grpId="0" animBg="1"/>
      <p:bldP spid="158" grpId="0"/>
      <p:bldP spid="167" grpId="0"/>
      <p:bldP spid="168" grpId="0"/>
      <p:bldP spid="169" grpId="0" animBg="1"/>
      <p:bldP spid="172" grpId="0"/>
      <p:bldP spid="181" grpId="0"/>
      <p:bldP spid="182" grpId="0"/>
      <p:bldP spid="183" grpId="0"/>
      <p:bldP spid="184" grpId="0"/>
      <p:bldP spid="18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4854FF-CC12-E810-5D13-ED160CD725D9}"/>
              </a:ext>
            </a:extLst>
          </p:cNvPr>
          <p:cNvSpPr txBox="1"/>
          <p:nvPr/>
        </p:nvSpPr>
        <p:spPr>
          <a:xfrm>
            <a:off x="1137920" y="1195471"/>
            <a:ext cx="9977120" cy="4467057"/>
          </a:xfrm>
          <a:prstGeom prst="rect">
            <a:avLst/>
          </a:prstGeom>
          <a:noFill/>
        </p:spPr>
        <p:txBody>
          <a:bodyPr wrap="square">
            <a:spAutoFit/>
          </a:bodyPr>
          <a:lstStyle/>
          <a:p>
            <a:pPr algn="just">
              <a:lnSpc>
                <a:spcPct val="150000"/>
              </a:lnSpc>
            </a:pPr>
            <a:r>
              <a:rPr lang="en-IN" sz="2400" b="1" dirty="0"/>
              <a:t>LIFO(Last-In-Last-Out) Search</a:t>
            </a:r>
          </a:p>
          <a:p>
            <a:pPr marL="342900" indent="-342900" algn="just">
              <a:lnSpc>
                <a:spcPct val="150000"/>
              </a:lnSpc>
              <a:buFont typeface="Arial" panose="020B0604020202020204" pitchFamily="34" charset="0"/>
              <a:buChar char="•"/>
            </a:pPr>
            <a:r>
              <a:rPr lang="en-IN" sz="2400" dirty="0"/>
              <a:t>DFS with stack based Branch &amp; Bound is called LIFO Branch &amp; Bound.</a:t>
            </a:r>
          </a:p>
          <a:p>
            <a:pPr marL="342900" indent="-342900" algn="just">
              <a:lnSpc>
                <a:spcPct val="150000"/>
              </a:lnSpc>
              <a:buFont typeface="Arial" panose="020B0604020202020204" pitchFamily="34" charset="0"/>
              <a:buChar char="•"/>
            </a:pPr>
            <a:r>
              <a:rPr lang="en-IN" sz="2400" dirty="0"/>
              <a:t>In LIFO search the children of the root node are generated in the first iteration.</a:t>
            </a:r>
          </a:p>
          <a:p>
            <a:pPr marL="342900" indent="-342900" algn="just">
              <a:lnSpc>
                <a:spcPct val="150000"/>
              </a:lnSpc>
              <a:buFont typeface="Arial" panose="020B0604020202020204" pitchFamily="34" charset="0"/>
              <a:buChar char="•"/>
            </a:pPr>
            <a:r>
              <a:rPr lang="en-IN" sz="2400" dirty="0"/>
              <a:t>In the next step, children of the first child is generated.</a:t>
            </a:r>
          </a:p>
          <a:p>
            <a:pPr marL="342900" indent="-342900" algn="just">
              <a:lnSpc>
                <a:spcPct val="150000"/>
              </a:lnSpc>
              <a:buFont typeface="Arial" panose="020B0604020202020204" pitchFamily="34" charset="0"/>
              <a:buChar char="•"/>
            </a:pPr>
            <a:r>
              <a:rPr lang="en-IN" sz="2400" dirty="0"/>
              <a:t>If the children not already killed by bounding function then put it in the stack. Then the children of second child is explored.</a:t>
            </a:r>
          </a:p>
          <a:p>
            <a:pPr marL="342900" indent="-342900" algn="just">
              <a:lnSpc>
                <a:spcPct val="150000"/>
              </a:lnSpc>
              <a:buFont typeface="Arial" panose="020B0604020202020204" pitchFamily="34" charset="0"/>
              <a:buChar char="•"/>
            </a:pPr>
            <a:r>
              <a:rPr lang="en-IN" sz="2400" dirty="0"/>
              <a:t>Put all the children in the stack except for those children which are killed.</a:t>
            </a:r>
          </a:p>
        </p:txBody>
      </p:sp>
      <p:sp>
        <p:nvSpPr>
          <p:cNvPr id="5" name="TextBox 4">
            <a:extLst>
              <a:ext uri="{FF2B5EF4-FFF2-40B4-BE49-F238E27FC236}">
                <a16:creationId xmlns:a16="http://schemas.microsoft.com/office/drawing/2014/main" id="{1227514E-17A6-BA02-C30D-B8BF2CF1FD1E}"/>
              </a:ext>
            </a:extLst>
          </p:cNvPr>
          <p:cNvSpPr txBox="1"/>
          <p:nvPr/>
        </p:nvSpPr>
        <p:spPr>
          <a:xfrm>
            <a:off x="1137920" y="369054"/>
            <a:ext cx="10210800" cy="646331"/>
          </a:xfrm>
          <a:prstGeom prst="rect">
            <a:avLst/>
          </a:prstGeom>
          <a:noFill/>
        </p:spPr>
        <p:txBody>
          <a:bodyPr wrap="square">
            <a:spAutoFit/>
          </a:bodyPr>
          <a:lstStyle/>
          <a:p>
            <a:r>
              <a:rPr lang="en-IN" sz="3600" dirty="0"/>
              <a:t>LIFO-BB (Last-In First-Out - Branch &amp; Bound) Stack</a:t>
            </a:r>
          </a:p>
        </p:txBody>
      </p:sp>
    </p:spTree>
    <p:extLst>
      <p:ext uri="{BB962C8B-B14F-4D97-AF65-F5344CB8AC3E}">
        <p14:creationId xmlns:p14="http://schemas.microsoft.com/office/powerpoint/2010/main" val="28432443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AA2F5-FF7E-AED7-17D1-BDF62D0CD2C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11DBFB4-71BD-4A0B-AB89-C4B88C22FD27}"/>
              </a:ext>
            </a:extLst>
          </p:cNvPr>
          <p:cNvSpPr txBox="1">
            <a:spLocks/>
          </p:cNvSpPr>
          <p:nvPr/>
        </p:nvSpPr>
        <p:spPr>
          <a:xfrm>
            <a:off x="946938" y="135673"/>
            <a:ext cx="10515600" cy="912481"/>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70000"/>
              </a:lnSpc>
            </a:pPr>
            <a:r>
              <a:rPr lang="en-IN" sz="3600" b="1" dirty="0"/>
              <a:t>LIFO-BB (Last-In First-Out - Branch &amp; Bound) Stack</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B49F21B-4851-E631-1FF2-5D53BF66FB89}"/>
                  </a:ext>
                </a:extLst>
              </p14:cNvPr>
              <p14:cNvContentPartPr/>
              <p14:nvPr/>
            </p14:nvContentPartPr>
            <p14:xfrm>
              <a:off x="5283320" y="3342240"/>
              <a:ext cx="360" cy="360"/>
            </p14:xfrm>
          </p:contentPart>
        </mc:Choice>
        <mc:Fallback xmlns="">
          <p:pic>
            <p:nvPicPr>
              <p:cNvPr id="2" name="Ink 1">
                <a:extLst>
                  <a:ext uri="{FF2B5EF4-FFF2-40B4-BE49-F238E27FC236}">
                    <a16:creationId xmlns:a16="http://schemas.microsoft.com/office/drawing/2014/main" id="{EB49F21B-4851-E631-1FF2-5D53BF66FB89}"/>
                  </a:ext>
                </a:extLst>
              </p:cNvPr>
              <p:cNvPicPr/>
              <p:nvPr/>
            </p:nvPicPr>
            <p:blipFill>
              <a:blip r:embed="rId4"/>
              <a:stretch>
                <a:fillRect/>
              </a:stretch>
            </p:blipFill>
            <p:spPr>
              <a:xfrm>
                <a:off x="5279000" y="333792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7D16CDD5-4A1B-137B-975C-B32F7F0E3B3A}"/>
                  </a:ext>
                </a:extLst>
              </p14:cNvPr>
              <p14:cNvContentPartPr/>
              <p14:nvPr/>
            </p14:nvContentPartPr>
            <p14:xfrm>
              <a:off x="6847520" y="2743200"/>
              <a:ext cx="360" cy="360"/>
            </p14:xfrm>
          </p:contentPart>
        </mc:Choice>
        <mc:Fallback xmlns="">
          <p:pic>
            <p:nvPicPr>
              <p:cNvPr id="3" name="Ink 2">
                <a:extLst>
                  <a:ext uri="{FF2B5EF4-FFF2-40B4-BE49-F238E27FC236}">
                    <a16:creationId xmlns:a16="http://schemas.microsoft.com/office/drawing/2014/main" id="{7D16CDD5-4A1B-137B-975C-B32F7F0E3B3A}"/>
                  </a:ext>
                </a:extLst>
              </p:cNvPr>
              <p:cNvPicPr/>
              <p:nvPr/>
            </p:nvPicPr>
            <p:blipFill>
              <a:blip r:embed="rId4"/>
              <a:stretch>
                <a:fillRect/>
              </a:stretch>
            </p:blipFill>
            <p:spPr>
              <a:xfrm>
                <a:off x="6843200" y="2738880"/>
                <a:ext cx="9000" cy="9000"/>
              </a:xfrm>
              <a:prstGeom prst="rect">
                <a:avLst/>
              </a:prstGeom>
            </p:spPr>
          </p:pic>
        </mc:Fallback>
      </mc:AlternateContent>
      <p:sp>
        <p:nvSpPr>
          <p:cNvPr id="4" name="Oval 3">
            <a:extLst>
              <a:ext uri="{FF2B5EF4-FFF2-40B4-BE49-F238E27FC236}">
                <a16:creationId xmlns:a16="http://schemas.microsoft.com/office/drawing/2014/main" id="{6C93EB14-0F27-1635-65B7-4EC8916B2F14}"/>
              </a:ext>
            </a:extLst>
          </p:cNvPr>
          <p:cNvSpPr/>
          <p:nvPr/>
        </p:nvSpPr>
        <p:spPr>
          <a:xfrm>
            <a:off x="7620000" y="1808480"/>
            <a:ext cx="554002" cy="477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8" name="Oval 7">
            <a:extLst>
              <a:ext uri="{FF2B5EF4-FFF2-40B4-BE49-F238E27FC236}">
                <a16:creationId xmlns:a16="http://schemas.microsoft.com/office/drawing/2014/main" id="{DAFC553E-FB89-F9BB-5185-9CEC0C43AF16}"/>
              </a:ext>
            </a:extLst>
          </p:cNvPr>
          <p:cNvSpPr/>
          <p:nvPr/>
        </p:nvSpPr>
        <p:spPr>
          <a:xfrm>
            <a:off x="5889541" y="2953660"/>
            <a:ext cx="568474" cy="4514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cxnSp>
        <p:nvCxnSpPr>
          <p:cNvPr id="11" name="Straight Connector 10">
            <a:extLst>
              <a:ext uri="{FF2B5EF4-FFF2-40B4-BE49-F238E27FC236}">
                <a16:creationId xmlns:a16="http://schemas.microsoft.com/office/drawing/2014/main" id="{C6DAC1FB-2829-ECBA-70D3-7DBA1CCBFA49}"/>
              </a:ext>
            </a:extLst>
          </p:cNvPr>
          <p:cNvCxnSpPr>
            <a:cxnSpLocks/>
            <a:stCxn id="4" idx="4"/>
            <a:endCxn id="12" idx="0"/>
          </p:cNvCxnSpPr>
          <p:nvPr/>
        </p:nvCxnSpPr>
        <p:spPr>
          <a:xfrm>
            <a:off x="7897001" y="2285578"/>
            <a:ext cx="12352" cy="814908"/>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530CF8CD-A9FC-E65E-0CF8-3C5B7C4FF4F9}"/>
              </a:ext>
            </a:extLst>
          </p:cNvPr>
          <p:cNvSpPr/>
          <p:nvPr/>
        </p:nvSpPr>
        <p:spPr>
          <a:xfrm>
            <a:off x="7632352" y="3100486"/>
            <a:ext cx="554002" cy="477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cxnSp>
        <p:nvCxnSpPr>
          <p:cNvPr id="17" name="Straight Connector 16">
            <a:extLst>
              <a:ext uri="{FF2B5EF4-FFF2-40B4-BE49-F238E27FC236}">
                <a16:creationId xmlns:a16="http://schemas.microsoft.com/office/drawing/2014/main" id="{B8014ADB-367D-25F0-DAF3-FE0644CFE835}"/>
              </a:ext>
            </a:extLst>
          </p:cNvPr>
          <p:cNvCxnSpPr>
            <a:cxnSpLocks/>
            <a:stCxn id="4" idx="5"/>
            <a:endCxn id="18" idx="0"/>
          </p:cNvCxnSpPr>
          <p:nvPr/>
        </p:nvCxnSpPr>
        <p:spPr>
          <a:xfrm>
            <a:off x="8092870" y="2215709"/>
            <a:ext cx="1625666" cy="737951"/>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906722E0-14C4-8348-3FDD-358FD734B441}"/>
              </a:ext>
            </a:extLst>
          </p:cNvPr>
          <p:cNvSpPr/>
          <p:nvPr/>
        </p:nvSpPr>
        <p:spPr>
          <a:xfrm>
            <a:off x="9447712" y="2953660"/>
            <a:ext cx="541647" cy="477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7" name="Straight Connector 6">
            <a:extLst>
              <a:ext uri="{FF2B5EF4-FFF2-40B4-BE49-F238E27FC236}">
                <a16:creationId xmlns:a16="http://schemas.microsoft.com/office/drawing/2014/main" id="{C4CB5966-0A71-BD51-7898-68153238AF60}"/>
              </a:ext>
            </a:extLst>
          </p:cNvPr>
          <p:cNvCxnSpPr>
            <a:cxnSpLocks/>
            <a:stCxn id="4" idx="3"/>
            <a:endCxn id="8" idx="7"/>
          </p:cNvCxnSpPr>
          <p:nvPr/>
        </p:nvCxnSpPr>
        <p:spPr>
          <a:xfrm flipH="1">
            <a:off x="6374764" y="2215709"/>
            <a:ext cx="1326368" cy="804071"/>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85F542B-648F-4DED-F8DC-5B3D4C208AF9}"/>
              </a:ext>
            </a:extLst>
          </p:cNvPr>
          <p:cNvSpPr txBox="1"/>
          <p:nvPr/>
        </p:nvSpPr>
        <p:spPr>
          <a:xfrm>
            <a:off x="5653130" y="2724295"/>
            <a:ext cx="418704" cy="369332"/>
          </a:xfrm>
          <a:prstGeom prst="rect">
            <a:avLst/>
          </a:prstGeom>
          <a:noFill/>
        </p:spPr>
        <p:txBody>
          <a:bodyPr wrap="none" rtlCol="0">
            <a:spAutoFit/>
          </a:bodyPr>
          <a:lstStyle/>
          <a:p>
            <a:r>
              <a:rPr lang="en-IN" dirty="0"/>
              <a:t>10</a:t>
            </a:r>
          </a:p>
        </p:txBody>
      </p:sp>
      <p:sp>
        <p:nvSpPr>
          <p:cNvPr id="24" name="TextBox 23">
            <a:extLst>
              <a:ext uri="{FF2B5EF4-FFF2-40B4-BE49-F238E27FC236}">
                <a16:creationId xmlns:a16="http://schemas.microsoft.com/office/drawing/2014/main" id="{49DDDCC8-2F2D-A5CC-ABAE-FED378AA0D77}"/>
              </a:ext>
            </a:extLst>
          </p:cNvPr>
          <p:cNvSpPr txBox="1"/>
          <p:nvPr/>
        </p:nvSpPr>
        <p:spPr>
          <a:xfrm>
            <a:off x="7355557" y="2936979"/>
            <a:ext cx="418704" cy="369332"/>
          </a:xfrm>
          <a:prstGeom prst="rect">
            <a:avLst/>
          </a:prstGeom>
          <a:noFill/>
        </p:spPr>
        <p:txBody>
          <a:bodyPr wrap="none" rtlCol="0">
            <a:spAutoFit/>
          </a:bodyPr>
          <a:lstStyle/>
          <a:p>
            <a:r>
              <a:rPr lang="en-IN" dirty="0"/>
              <a:t>15</a:t>
            </a:r>
          </a:p>
        </p:txBody>
      </p:sp>
      <p:sp>
        <p:nvSpPr>
          <p:cNvPr id="26" name="TextBox 25">
            <a:extLst>
              <a:ext uri="{FF2B5EF4-FFF2-40B4-BE49-F238E27FC236}">
                <a16:creationId xmlns:a16="http://schemas.microsoft.com/office/drawing/2014/main" id="{96870A91-D560-1AEF-2B5A-FF1C3E44B9BB}"/>
              </a:ext>
            </a:extLst>
          </p:cNvPr>
          <p:cNvSpPr txBox="1"/>
          <p:nvPr/>
        </p:nvSpPr>
        <p:spPr>
          <a:xfrm>
            <a:off x="9107411" y="3058675"/>
            <a:ext cx="418704" cy="369332"/>
          </a:xfrm>
          <a:prstGeom prst="rect">
            <a:avLst/>
          </a:prstGeom>
          <a:noFill/>
        </p:spPr>
        <p:txBody>
          <a:bodyPr wrap="none" rtlCol="0">
            <a:spAutoFit/>
          </a:bodyPr>
          <a:lstStyle/>
          <a:p>
            <a:r>
              <a:rPr lang="en-IN" dirty="0"/>
              <a:t>20</a:t>
            </a:r>
          </a:p>
        </p:txBody>
      </p:sp>
      <p:sp>
        <p:nvSpPr>
          <p:cNvPr id="77" name="Oval 76">
            <a:extLst>
              <a:ext uri="{FF2B5EF4-FFF2-40B4-BE49-F238E27FC236}">
                <a16:creationId xmlns:a16="http://schemas.microsoft.com/office/drawing/2014/main" id="{19F5E215-594D-B585-AF71-A673B8D4F41F}"/>
              </a:ext>
            </a:extLst>
          </p:cNvPr>
          <p:cNvSpPr/>
          <p:nvPr/>
        </p:nvSpPr>
        <p:spPr>
          <a:xfrm>
            <a:off x="5161132" y="4145166"/>
            <a:ext cx="518480"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78" name="Oval 77">
            <a:extLst>
              <a:ext uri="{FF2B5EF4-FFF2-40B4-BE49-F238E27FC236}">
                <a16:creationId xmlns:a16="http://schemas.microsoft.com/office/drawing/2014/main" id="{D0A86D49-D085-9C2B-2349-6242207AACF3}"/>
              </a:ext>
            </a:extLst>
          </p:cNvPr>
          <p:cNvSpPr/>
          <p:nvPr/>
        </p:nvSpPr>
        <p:spPr>
          <a:xfrm>
            <a:off x="6175228" y="4145166"/>
            <a:ext cx="541647"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79" name="Straight Connector 78">
            <a:extLst>
              <a:ext uri="{FF2B5EF4-FFF2-40B4-BE49-F238E27FC236}">
                <a16:creationId xmlns:a16="http://schemas.microsoft.com/office/drawing/2014/main" id="{5DF84486-A183-C31A-2032-BD43DA9E2663}"/>
              </a:ext>
            </a:extLst>
          </p:cNvPr>
          <p:cNvCxnSpPr>
            <a:cxnSpLocks/>
            <a:stCxn id="8" idx="3"/>
            <a:endCxn id="77" idx="0"/>
          </p:cNvCxnSpPr>
          <p:nvPr/>
        </p:nvCxnSpPr>
        <p:spPr>
          <a:xfrm flipH="1">
            <a:off x="5420372" y="3339035"/>
            <a:ext cx="552420" cy="806131"/>
          </a:xfrm>
          <a:prstGeom prst="line">
            <a:avLst/>
          </a:prstGeom>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611F28DD-338C-7153-7854-2EA444BE435B}"/>
              </a:ext>
            </a:extLst>
          </p:cNvPr>
          <p:cNvSpPr txBox="1"/>
          <p:nvPr/>
        </p:nvSpPr>
        <p:spPr>
          <a:xfrm>
            <a:off x="5001668" y="3837665"/>
            <a:ext cx="418704" cy="369332"/>
          </a:xfrm>
          <a:prstGeom prst="rect">
            <a:avLst/>
          </a:prstGeom>
          <a:noFill/>
        </p:spPr>
        <p:txBody>
          <a:bodyPr wrap="none" rtlCol="0">
            <a:spAutoFit/>
          </a:bodyPr>
          <a:lstStyle/>
          <a:p>
            <a:r>
              <a:rPr lang="en-IN" dirty="0"/>
              <a:t>14</a:t>
            </a:r>
          </a:p>
        </p:txBody>
      </p:sp>
      <p:cxnSp>
        <p:nvCxnSpPr>
          <p:cNvPr id="81" name="Straight Connector 80">
            <a:extLst>
              <a:ext uri="{FF2B5EF4-FFF2-40B4-BE49-F238E27FC236}">
                <a16:creationId xmlns:a16="http://schemas.microsoft.com/office/drawing/2014/main" id="{FDE7D79E-F49E-FEEA-6FA8-65F9B67DFAFF}"/>
              </a:ext>
            </a:extLst>
          </p:cNvPr>
          <p:cNvCxnSpPr>
            <a:cxnSpLocks/>
            <a:stCxn id="8" idx="4"/>
            <a:endCxn id="78" idx="0"/>
          </p:cNvCxnSpPr>
          <p:nvPr/>
        </p:nvCxnSpPr>
        <p:spPr>
          <a:xfrm>
            <a:off x="6173778" y="3405155"/>
            <a:ext cx="272274" cy="740011"/>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81BA855D-EC84-A3C7-204D-6CA0CB4CAAC1}"/>
              </a:ext>
            </a:extLst>
          </p:cNvPr>
          <p:cNvSpPr txBox="1"/>
          <p:nvPr/>
        </p:nvSpPr>
        <p:spPr>
          <a:xfrm>
            <a:off x="5918670" y="3922660"/>
            <a:ext cx="418704" cy="369332"/>
          </a:xfrm>
          <a:prstGeom prst="rect">
            <a:avLst/>
          </a:prstGeom>
          <a:noFill/>
        </p:spPr>
        <p:txBody>
          <a:bodyPr wrap="none" rtlCol="0">
            <a:spAutoFit/>
          </a:bodyPr>
          <a:lstStyle/>
          <a:p>
            <a:r>
              <a:rPr lang="en-IN" dirty="0"/>
              <a:t>18</a:t>
            </a:r>
          </a:p>
        </p:txBody>
      </p:sp>
      <p:sp>
        <p:nvSpPr>
          <p:cNvPr id="88" name="Oval 87">
            <a:extLst>
              <a:ext uri="{FF2B5EF4-FFF2-40B4-BE49-F238E27FC236}">
                <a16:creationId xmlns:a16="http://schemas.microsoft.com/office/drawing/2014/main" id="{90E68E09-CA1A-4FE2-E1D7-077A0AC59B4B}"/>
              </a:ext>
            </a:extLst>
          </p:cNvPr>
          <p:cNvSpPr/>
          <p:nvPr/>
        </p:nvSpPr>
        <p:spPr>
          <a:xfrm>
            <a:off x="5154935" y="5275437"/>
            <a:ext cx="541647"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89" name="Straight Connector 88">
            <a:extLst>
              <a:ext uri="{FF2B5EF4-FFF2-40B4-BE49-F238E27FC236}">
                <a16:creationId xmlns:a16="http://schemas.microsoft.com/office/drawing/2014/main" id="{6E0985B3-502E-09AC-6D21-C1AC201DB054}"/>
              </a:ext>
            </a:extLst>
          </p:cNvPr>
          <p:cNvCxnSpPr>
            <a:cxnSpLocks/>
            <a:stCxn id="77" idx="4"/>
            <a:endCxn id="88" idx="0"/>
          </p:cNvCxnSpPr>
          <p:nvPr/>
        </p:nvCxnSpPr>
        <p:spPr>
          <a:xfrm>
            <a:off x="5420372" y="4635982"/>
            <a:ext cx="5387" cy="639455"/>
          </a:xfrm>
          <a:prstGeom prst="line">
            <a:avLst/>
          </a:prstGeom>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52619CB8-55A6-32A6-B5A6-3F7974BF573B}"/>
              </a:ext>
            </a:extLst>
          </p:cNvPr>
          <p:cNvSpPr txBox="1"/>
          <p:nvPr/>
        </p:nvSpPr>
        <p:spPr>
          <a:xfrm>
            <a:off x="4923097" y="4973994"/>
            <a:ext cx="418704" cy="369332"/>
          </a:xfrm>
          <a:prstGeom prst="rect">
            <a:avLst/>
          </a:prstGeom>
          <a:noFill/>
        </p:spPr>
        <p:txBody>
          <a:bodyPr wrap="none" rtlCol="0">
            <a:spAutoFit/>
          </a:bodyPr>
          <a:lstStyle/>
          <a:p>
            <a:r>
              <a:rPr lang="en-IN" dirty="0"/>
              <a:t>16</a:t>
            </a:r>
          </a:p>
        </p:txBody>
      </p:sp>
      <p:sp>
        <p:nvSpPr>
          <p:cNvPr id="96" name="TextBox 95">
            <a:extLst>
              <a:ext uri="{FF2B5EF4-FFF2-40B4-BE49-F238E27FC236}">
                <a16:creationId xmlns:a16="http://schemas.microsoft.com/office/drawing/2014/main" id="{C9A28A1B-2C8F-9321-7C9C-9D9319168698}"/>
              </a:ext>
            </a:extLst>
          </p:cNvPr>
          <p:cNvSpPr txBox="1"/>
          <p:nvPr/>
        </p:nvSpPr>
        <p:spPr>
          <a:xfrm>
            <a:off x="9117868" y="3468333"/>
            <a:ext cx="1201334" cy="369332"/>
          </a:xfrm>
          <a:prstGeom prst="rect">
            <a:avLst/>
          </a:prstGeom>
          <a:noFill/>
        </p:spPr>
        <p:txBody>
          <a:bodyPr wrap="square" rtlCol="0">
            <a:spAutoFit/>
          </a:bodyPr>
          <a:lstStyle/>
          <a:p>
            <a:r>
              <a:rPr lang="en-IN" b="1" dirty="0"/>
              <a:t>Solution-1</a:t>
            </a:r>
          </a:p>
        </p:txBody>
      </p:sp>
      <p:sp>
        <p:nvSpPr>
          <p:cNvPr id="97" name="TextBox 96">
            <a:extLst>
              <a:ext uri="{FF2B5EF4-FFF2-40B4-BE49-F238E27FC236}">
                <a16:creationId xmlns:a16="http://schemas.microsoft.com/office/drawing/2014/main" id="{20B7ADFF-D7E6-2D68-B4FC-54F8A19ABFDA}"/>
              </a:ext>
            </a:extLst>
          </p:cNvPr>
          <p:cNvSpPr txBox="1"/>
          <p:nvPr/>
        </p:nvSpPr>
        <p:spPr>
          <a:xfrm>
            <a:off x="5653130" y="6265910"/>
            <a:ext cx="4302610" cy="461665"/>
          </a:xfrm>
          <a:prstGeom prst="rect">
            <a:avLst/>
          </a:prstGeom>
          <a:noFill/>
        </p:spPr>
        <p:txBody>
          <a:bodyPr wrap="square" rtlCol="0">
            <a:spAutoFit/>
          </a:bodyPr>
          <a:lstStyle/>
          <a:p>
            <a:pPr algn="ctr"/>
            <a:r>
              <a:rPr lang="en-IN" sz="2400" b="1" dirty="0">
                <a:highlight>
                  <a:srgbClr val="C0C0C0"/>
                </a:highlight>
              </a:rPr>
              <a:t>State space Tree (Solution Tree) </a:t>
            </a:r>
          </a:p>
        </p:txBody>
      </p:sp>
      <p:sp>
        <p:nvSpPr>
          <p:cNvPr id="98" name="Oval 97">
            <a:extLst>
              <a:ext uri="{FF2B5EF4-FFF2-40B4-BE49-F238E27FC236}">
                <a16:creationId xmlns:a16="http://schemas.microsoft.com/office/drawing/2014/main" id="{1C97767E-7786-ED96-6D17-7EB1F647C607}"/>
              </a:ext>
            </a:extLst>
          </p:cNvPr>
          <p:cNvSpPr/>
          <p:nvPr/>
        </p:nvSpPr>
        <p:spPr>
          <a:xfrm>
            <a:off x="2001520" y="1682109"/>
            <a:ext cx="554002"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0" name="Oval 99">
            <a:extLst>
              <a:ext uri="{FF2B5EF4-FFF2-40B4-BE49-F238E27FC236}">
                <a16:creationId xmlns:a16="http://schemas.microsoft.com/office/drawing/2014/main" id="{6CE2B522-4D25-F197-DBDB-49DBA7AB1654}"/>
              </a:ext>
            </a:extLst>
          </p:cNvPr>
          <p:cNvSpPr/>
          <p:nvPr/>
        </p:nvSpPr>
        <p:spPr>
          <a:xfrm>
            <a:off x="762278" y="2772194"/>
            <a:ext cx="554002"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102" name="Oval 101">
            <a:extLst>
              <a:ext uri="{FF2B5EF4-FFF2-40B4-BE49-F238E27FC236}">
                <a16:creationId xmlns:a16="http://schemas.microsoft.com/office/drawing/2014/main" id="{785C73BD-EAEB-E934-3BD4-CA1D485BEFB9}"/>
              </a:ext>
            </a:extLst>
          </p:cNvPr>
          <p:cNvSpPr/>
          <p:nvPr/>
        </p:nvSpPr>
        <p:spPr>
          <a:xfrm>
            <a:off x="3255643" y="2795763"/>
            <a:ext cx="568474"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104" name="Oval 103">
            <a:extLst>
              <a:ext uri="{FF2B5EF4-FFF2-40B4-BE49-F238E27FC236}">
                <a16:creationId xmlns:a16="http://schemas.microsoft.com/office/drawing/2014/main" id="{C314BECF-5FC6-244F-ED62-86E7A55E8176}"/>
              </a:ext>
            </a:extLst>
          </p:cNvPr>
          <p:cNvSpPr/>
          <p:nvPr/>
        </p:nvSpPr>
        <p:spPr>
          <a:xfrm>
            <a:off x="2001520" y="3909417"/>
            <a:ext cx="554002"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106" name="Straight Connector 105">
            <a:extLst>
              <a:ext uri="{FF2B5EF4-FFF2-40B4-BE49-F238E27FC236}">
                <a16:creationId xmlns:a16="http://schemas.microsoft.com/office/drawing/2014/main" id="{2F58131E-D145-251E-271C-685E297DE494}"/>
              </a:ext>
            </a:extLst>
          </p:cNvPr>
          <p:cNvCxnSpPr>
            <a:stCxn id="98" idx="4"/>
            <a:endCxn id="104" idx="0"/>
          </p:cNvCxnSpPr>
          <p:nvPr/>
        </p:nvCxnSpPr>
        <p:spPr>
          <a:xfrm>
            <a:off x="2278521" y="2240487"/>
            <a:ext cx="0" cy="16689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6526278-3B03-F2FC-CBC7-4D763DDE450E}"/>
              </a:ext>
            </a:extLst>
          </p:cNvPr>
          <p:cNvCxnSpPr>
            <a:stCxn id="100" idx="6"/>
            <a:endCxn id="102" idx="2"/>
          </p:cNvCxnSpPr>
          <p:nvPr/>
        </p:nvCxnSpPr>
        <p:spPr>
          <a:xfrm>
            <a:off x="1316280" y="3051383"/>
            <a:ext cx="1939363" cy="235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1D08DDB2-9497-017F-5693-321E8887DAB9}"/>
              </a:ext>
            </a:extLst>
          </p:cNvPr>
          <p:cNvCxnSpPr>
            <a:cxnSpLocks/>
            <a:stCxn id="98" idx="2"/>
            <a:endCxn id="100" idx="0"/>
          </p:cNvCxnSpPr>
          <p:nvPr/>
        </p:nvCxnSpPr>
        <p:spPr>
          <a:xfrm flipH="1">
            <a:off x="1039279" y="1961298"/>
            <a:ext cx="962241" cy="810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52E246C2-6C54-3ACB-BD91-64F3442C8BDD}"/>
              </a:ext>
            </a:extLst>
          </p:cNvPr>
          <p:cNvCxnSpPr>
            <a:cxnSpLocks/>
            <a:stCxn id="98" idx="6"/>
            <a:endCxn id="102" idx="0"/>
          </p:cNvCxnSpPr>
          <p:nvPr/>
        </p:nvCxnSpPr>
        <p:spPr>
          <a:xfrm>
            <a:off x="2555522" y="1961298"/>
            <a:ext cx="984358" cy="834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C2F52F0-68D4-F939-E923-AA66FF8A7179}"/>
              </a:ext>
            </a:extLst>
          </p:cNvPr>
          <p:cNvCxnSpPr>
            <a:stCxn id="100" idx="4"/>
            <a:endCxn id="104" idx="2"/>
          </p:cNvCxnSpPr>
          <p:nvPr/>
        </p:nvCxnSpPr>
        <p:spPr>
          <a:xfrm>
            <a:off x="1039279" y="3330572"/>
            <a:ext cx="962241" cy="858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598E15E0-A52A-FD0B-196B-189FEDB97610}"/>
              </a:ext>
            </a:extLst>
          </p:cNvPr>
          <p:cNvCxnSpPr>
            <a:stCxn id="102" idx="4"/>
            <a:endCxn id="104" idx="6"/>
          </p:cNvCxnSpPr>
          <p:nvPr/>
        </p:nvCxnSpPr>
        <p:spPr>
          <a:xfrm flipH="1">
            <a:off x="2555522" y="3354141"/>
            <a:ext cx="984358" cy="834465"/>
          </a:xfrm>
          <a:prstGeom prst="line">
            <a:avLst/>
          </a:prstGeom>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0CF18CEA-675E-7FA3-7A4C-C7FDC2CBFCCF}"/>
              </a:ext>
            </a:extLst>
          </p:cNvPr>
          <p:cNvSpPr txBox="1"/>
          <p:nvPr/>
        </p:nvSpPr>
        <p:spPr>
          <a:xfrm>
            <a:off x="1692140" y="1312777"/>
            <a:ext cx="1163320" cy="369332"/>
          </a:xfrm>
          <a:prstGeom prst="rect">
            <a:avLst/>
          </a:prstGeom>
          <a:noFill/>
        </p:spPr>
        <p:txBody>
          <a:bodyPr wrap="square" rtlCol="0">
            <a:spAutoFit/>
          </a:bodyPr>
          <a:lstStyle/>
          <a:p>
            <a:pPr algn="ctr"/>
            <a:r>
              <a:rPr lang="en-IN" dirty="0"/>
              <a:t>Start</a:t>
            </a:r>
          </a:p>
        </p:txBody>
      </p:sp>
      <p:sp>
        <p:nvSpPr>
          <p:cNvPr id="126" name="TextBox 125">
            <a:extLst>
              <a:ext uri="{FF2B5EF4-FFF2-40B4-BE49-F238E27FC236}">
                <a16:creationId xmlns:a16="http://schemas.microsoft.com/office/drawing/2014/main" id="{DC6DA389-DBF6-EE4A-5A76-BB63937396D0}"/>
              </a:ext>
            </a:extLst>
          </p:cNvPr>
          <p:cNvSpPr txBox="1"/>
          <p:nvPr/>
        </p:nvSpPr>
        <p:spPr>
          <a:xfrm>
            <a:off x="1723120" y="4465820"/>
            <a:ext cx="1163320" cy="369332"/>
          </a:xfrm>
          <a:prstGeom prst="rect">
            <a:avLst/>
          </a:prstGeom>
          <a:noFill/>
        </p:spPr>
        <p:txBody>
          <a:bodyPr wrap="square" rtlCol="0">
            <a:spAutoFit/>
          </a:bodyPr>
          <a:lstStyle/>
          <a:p>
            <a:pPr algn="ctr"/>
            <a:r>
              <a:rPr lang="en-IN" dirty="0"/>
              <a:t>Goal</a:t>
            </a:r>
          </a:p>
        </p:txBody>
      </p:sp>
      <p:sp>
        <p:nvSpPr>
          <p:cNvPr id="127" name="TextBox 126">
            <a:extLst>
              <a:ext uri="{FF2B5EF4-FFF2-40B4-BE49-F238E27FC236}">
                <a16:creationId xmlns:a16="http://schemas.microsoft.com/office/drawing/2014/main" id="{3D719CB7-2EF2-F793-8168-79808B971A1C}"/>
              </a:ext>
            </a:extLst>
          </p:cNvPr>
          <p:cNvSpPr txBox="1"/>
          <p:nvPr/>
        </p:nvSpPr>
        <p:spPr>
          <a:xfrm>
            <a:off x="1255447" y="2068178"/>
            <a:ext cx="472753" cy="369332"/>
          </a:xfrm>
          <a:prstGeom prst="rect">
            <a:avLst/>
          </a:prstGeom>
          <a:noFill/>
        </p:spPr>
        <p:txBody>
          <a:bodyPr wrap="square" rtlCol="0">
            <a:spAutoFit/>
          </a:bodyPr>
          <a:lstStyle/>
          <a:p>
            <a:r>
              <a:rPr lang="en-IN" dirty="0"/>
              <a:t>10</a:t>
            </a:r>
          </a:p>
        </p:txBody>
      </p:sp>
      <p:sp>
        <p:nvSpPr>
          <p:cNvPr id="129" name="TextBox 128">
            <a:extLst>
              <a:ext uri="{FF2B5EF4-FFF2-40B4-BE49-F238E27FC236}">
                <a16:creationId xmlns:a16="http://schemas.microsoft.com/office/drawing/2014/main" id="{D13532A4-6DC0-0E92-CE7B-514AAD73D517}"/>
              </a:ext>
            </a:extLst>
          </p:cNvPr>
          <p:cNvSpPr txBox="1"/>
          <p:nvPr/>
        </p:nvSpPr>
        <p:spPr>
          <a:xfrm>
            <a:off x="3006284" y="2077916"/>
            <a:ext cx="472753" cy="369332"/>
          </a:xfrm>
          <a:prstGeom prst="rect">
            <a:avLst/>
          </a:prstGeom>
          <a:noFill/>
        </p:spPr>
        <p:txBody>
          <a:bodyPr wrap="square" rtlCol="0">
            <a:spAutoFit/>
          </a:bodyPr>
          <a:lstStyle/>
          <a:p>
            <a:r>
              <a:rPr lang="en-IN" dirty="0"/>
              <a:t>15</a:t>
            </a:r>
          </a:p>
        </p:txBody>
      </p:sp>
      <p:sp>
        <p:nvSpPr>
          <p:cNvPr id="131" name="TextBox 130">
            <a:extLst>
              <a:ext uri="{FF2B5EF4-FFF2-40B4-BE49-F238E27FC236}">
                <a16:creationId xmlns:a16="http://schemas.microsoft.com/office/drawing/2014/main" id="{8D3F72DF-3CB1-04CF-A4B0-FCB8CE58FD2C}"/>
              </a:ext>
            </a:extLst>
          </p:cNvPr>
          <p:cNvSpPr txBox="1"/>
          <p:nvPr/>
        </p:nvSpPr>
        <p:spPr>
          <a:xfrm>
            <a:off x="2201851" y="3300768"/>
            <a:ext cx="472753" cy="369332"/>
          </a:xfrm>
          <a:prstGeom prst="rect">
            <a:avLst/>
          </a:prstGeom>
          <a:noFill/>
        </p:spPr>
        <p:txBody>
          <a:bodyPr wrap="square" rtlCol="0">
            <a:spAutoFit/>
          </a:bodyPr>
          <a:lstStyle/>
          <a:p>
            <a:r>
              <a:rPr lang="en-IN" dirty="0"/>
              <a:t>20</a:t>
            </a:r>
          </a:p>
        </p:txBody>
      </p:sp>
      <p:sp>
        <p:nvSpPr>
          <p:cNvPr id="139" name="TextBox 138">
            <a:extLst>
              <a:ext uri="{FF2B5EF4-FFF2-40B4-BE49-F238E27FC236}">
                <a16:creationId xmlns:a16="http://schemas.microsoft.com/office/drawing/2014/main" id="{7523FD93-3521-C3F9-DA08-500DEADF4210}"/>
              </a:ext>
            </a:extLst>
          </p:cNvPr>
          <p:cNvSpPr txBox="1"/>
          <p:nvPr/>
        </p:nvSpPr>
        <p:spPr>
          <a:xfrm>
            <a:off x="1425566" y="2743200"/>
            <a:ext cx="472753" cy="369332"/>
          </a:xfrm>
          <a:prstGeom prst="rect">
            <a:avLst/>
          </a:prstGeom>
          <a:noFill/>
        </p:spPr>
        <p:txBody>
          <a:bodyPr wrap="square" rtlCol="0">
            <a:spAutoFit/>
          </a:bodyPr>
          <a:lstStyle/>
          <a:p>
            <a:r>
              <a:rPr lang="en-IN" dirty="0"/>
              <a:t>4</a:t>
            </a:r>
          </a:p>
        </p:txBody>
      </p:sp>
      <p:sp>
        <p:nvSpPr>
          <p:cNvPr id="141" name="TextBox 140">
            <a:extLst>
              <a:ext uri="{FF2B5EF4-FFF2-40B4-BE49-F238E27FC236}">
                <a16:creationId xmlns:a16="http://schemas.microsoft.com/office/drawing/2014/main" id="{946245F6-9C7F-EFF3-3964-72CCF844B9B9}"/>
              </a:ext>
            </a:extLst>
          </p:cNvPr>
          <p:cNvSpPr txBox="1"/>
          <p:nvPr/>
        </p:nvSpPr>
        <p:spPr>
          <a:xfrm>
            <a:off x="1121088" y="3693376"/>
            <a:ext cx="472753" cy="369332"/>
          </a:xfrm>
          <a:prstGeom prst="rect">
            <a:avLst/>
          </a:prstGeom>
          <a:noFill/>
        </p:spPr>
        <p:txBody>
          <a:bodyPr wrap="square" rtlCol="0">
            <a:spAutoFit/>
          </a:bodyPr>
          <a:lstStyle/>
          <a:p>
            <a:r>
              <a:rPr lang="en-IN" dirty="0"/>
              <a:t>8</a:t>
            </a:r>
          </a:p>
        </p:txBody>
      </p:sp>
      <p:sp>
        <p:nvSpPr>
          <p:cNvPr id="143" name="TextBox 142">
            <a:extLst>
              <a:ext uri="{FF2B5EF4-FFF2-40B4-BE49-F238E27FC236}">
                <a16:creationId xmlns:a16="http://schemas.microsoft.com/office/drawing/2014/main" id="{C83B1ED4-D855-BDB6-AD0E-905BCB3BE41F}"/>
              </a:ext>
            </a:extLst>
          </p:cNvPr>
          <p:cNvSpPr txBox="1"/>
          <p:nvPr/>
        </p:nvSpPr>
        <p:spPr>
          <a:xfrm>
            <a:off x="3025019" y="3724751"/>
            <a:ext cx="472753" cy="369332"/>
          </a:xfrm>
          <a:prstGeom prst="rect">
            <a:avLst/>
          </a:prstGeom>
          <a:noFill/>
        </p:spPr>
        <p:txBody>
          <a:bodyPr wrap="square" rtlCol="0">
            <a:spAutoFit/>
          </a:bodyPr>
          <a:lstStyle/>
          <a:p>
            <a:r>
              <a:rPr lang="en-IN" dirty="0"/>
              <a:t>2</a:t>
            </a:r>
          </a:p>
        </p:txBody>
      </p:sp>
      <p:sp>
        <p:nvSpPr>
          <p:cNvPr id="144" name="TextBox 143">
            <a:extLst>
              <a:ext uri="{FF2B5EF4-FFF2-40B4-BE49-F238E27FC236}">
                <a16:creationId xmlns:a16="http://schemas.microsoft.com/office/drawing/2014/main" id="{EA98E542-0BE4-E19D-1979-BEE436D18BFB}"/>
              </a:ext>
            </a:extLst>
          </p:cNvPr>
          <p:cNvSpPr txBox="1"/>
          <p:nvPr/>
        </p:nvSpPr>
        <p:spPr>
          <a:xfrm>
            <a:off x="803103" y="4886761"/>
            <a:ext cx="2642629" cy="461665"/>
          </a:xfrm>
          <a:prstGeom prst="rect">
            <a:avLst/>
          </a:prstGeom>
          <a:noFill/>
        </p:spPr>
        <p:txBody>
          <a:bodyPr wrap="square" rtlCol="0">
            <a:spAutoFit/>
          </a:bodyPr>
          <a:lstStyle/>
          <a:p>
            <a:pPr algn="ctr"/>
            <a:r>
              <a:rPr lang="en-IN" sz="2400" b="1" dirty="0">
                <a:highlight>
                  <a:srgbClr val="C0C0C0"/>
                </a:highlight>
              </a:rPr>
              <a:t>Graph </a:t>
            </a:r>
          </a:p>
        </p:txBody>
      </p:sp>
      <p:sp>
        <p:nvSpPr>
          <p:cNvPr id="6" name="TextBox 5">
            <a:extLst>
              <a:ext uri="{FF2B5EF4-FFF2-40B4-BE49-F238E27FC236}">
                <a16:creationId xmlns:a16="http://schemas.microsoft.com/office/drawing/2014/main" id="{3BEF2B92-53AD-F624-82CF-7BE73F87E771}"/>
              </a:ext>
            </a:extLst>
          </p:cNvPr>
          <p:cNvSpPr txBox="1"/>
          <p:nvPr/>
        </p:nvSpPr>
        <p:spPr>
          <a:xfrm>
            <a:off x="5938670" y="1123707"/>
            <a:ext cx="4302610" cy="506421"/>
          </a:xfrm>
          <a:prstGeom prst="rect">
            <a:avLst/>
          </a:prstGeom>
          <a:noFill/>
        </p:spPr>
        <p:txBody>
          <a:bodyPr wrap="square">
            <a:spAutoFit/>
          </a:bodyPr>
          <a:lstStyle/>
          <a:p>
            <a:pPr algn="ctr">
              <a:lnSpc>
                <a:spcPct val="170000"/>
              </a:lnSpc>
            </a:pPr>
            <a:r>
              <a:rPr lang="en-IN" b="1" dirty="0"/>
              <a:t>Depth</a:t>
            </a:r>
            <a:r>
              <a:rPr lang="en-IN" sz="1800" b="1" dirty="0"/>
              <a:t> First Search (DFS)</a:t>
            </a:r>
          </a:p>
        </p:txBody>
      </p:sp>
      <p:sp>
        <p:nvSpPr>
          <p:cNvPr id="15" name="Oval 14">
            <a:extLst>
              <a:ext uri="{FF2B5EF4-FFF2-40B4-BE49-F238E27FC236}">
                <a16:creationId xmlns:a16="http://schemas.microsoft.com/office/drawing/2014/main" id="{2D2ABB81-1652-7745-2378-379947777E82}"/>
              </a:ext>
            </a:extLst>
          </p:cNvPr>
          <p:cNvSpPr/>
          <p:nvPr/>
        </p:nvSpPr>
        <p:spPr>
          <a:xfrm>
            <a:off x="8230170" y="4206997"/>
            <a:ext cx="541647"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16" name="Straight Connector 15">
            <a:extLst>
              <a:ext uri="{FF2B5EF4-FFF2-40B4-BE49-F238E27FC236}">
                <a16:creationId xmlns:a16="http://schemas.microsoft.com/office/drawing/2014/main" id="{0A6D2289-9639-B13A-74FF-68186600101C}"/>
              </a:ext>
            </a:extLst>
          </p:cNvPr>
          <p:cNvCxnSpPr>
            <a:cxnSpLocks/>
            <a:stCxn id="12" idx="4"/>
            <a:endCxn id="15" idx="0"/>
          </p:cNvCxnSpPr>
          <p:nvPr/>
        </p:nvCxnSpPr>
        <p:spPr>
          <a:xfrm>
            <a:off x="7909353" y="3577584"/>
            <a:ext cx="591641" cy="629413"/>
          </a:xfrm>
          <a:prstGeom prst="line">
            <a:avLst/>
          </a:prstGeom>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509DA4C4-2D64-46C5-84DC-2A94B82E70AA}"/>
              </a:ext>
            </a:extLst>
          </p:cNvPr>
          <p:cNvSpPr/>
          <p:nvPr/>
        </p:nvSpPr>
        <p:spPr>
          <a:xfrm>
            <a:off x="7187178" y="4217473"/>
            <a:ext cx="541647"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cxnSp>
        <p:nvCxnSpPr>
          <p:cNvPr id="27" name="Straight Connector 26">
            <a:extLst>
              <a:ext uri="{FF2B5EF4-FFF2-40B4-BE49-F238E27FC236}">
                <a16:creationId xmlns:a16="http://schemas.microsoft.com/office/drawing/2014/main" id="{E2B25B08-B895-B3FB-D7A4-5098DEFB623F}"/>
              </a:ext>
            </a:extLst>
          </p:cNvPr>
          <p:cNvCxnSpPr>
            <a:cxnSpLocks/>
            <a:stCxn id="12" idx="4"/>
            <a:endCxn id="25" idx="0"/>
          </p:cNvCxnSpPr>
          <p:nvPr/>
        </p:nvCxnSpPr>
        <p:spPr>
          <a:xfrm flipH="1">
            <a:off x="7458002" y="3577584"/>
            <a:ext cx="451351" cy="639889"/>
          </a:xfrm>
          <a:prstGeom prst="line">
            <a:avLst/>
          </a:prstGeom>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FDACD854-1415-6817-0A88-40D7DA6D37E6}"/>
              </a:ext>
            </a:extLst>
          </p:cNvPr>
          <p:cNvSpPr/>
          <p:nvPr/>
        </p:nvSpPr>
        <p:spPr>
          <a:xfrm>
            <a:off x="7187178" y="5359409"/>
            <a:ext cx="541647"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52" name="Straight Connector 51">
            <a:extLst>
              <a:ext uri="{FF2B5EF4-FFF2-40B4-BE49-F238E27FC236}">
                <a16:creationId xmlns:a16="http://schemas.microsoft.com/office/drawing/2014/main" id="{D37D6E2A-2265-F5D7-697A-0365307F0E14}"/>
              </a:ext>
            </a:extLst>
          </p:cNvPr>
          <p:cNvCxnSpPr>
            <a:cxnSpLocks/>
            <a:stCxn id="25" idx="4"/>
            <a:endCxn id="50" idx="0"/>
          </p:cNvCxnSpPr>
          <p:nvPr/>
        </p:nvCxnSpPr>
        <p:spPr>
          <a:xfrm>
            <a:off x="7458002" y="4708289"/>
            <a:ext cx="0" cy="651120"/>
          </a:xfrm>
          <a:prstGeom prst="line">
            <a:avLst/>
          </a:prstGeom>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CDB3A54C-6814-F33B-AF05-54248F9759BF}"/>
              </a:ext>
            </a:extLst>
          </p:cNvPr>
          <p:cNvSpPr txBox="1"/>
          <p:nvPr/>
        </p:nvSpPr>
        <p:spPr>
          <a:xfrm>
            <a:off x="7096317" y="3871510"/>
            <a:ext cx="418704" cy="369332"/>
          </a:xfrm>
          <a:prstGeom prst="rect">
            <a:avLst/>
          </a:prstGeom>
          <a:noFill/>
        </p:spPr>
        <p:txBody>
          <a:bodyPr wrap="none" rtlCol="0">
            <a:spAutoFit/>
          </a:bodyPr>
          <a:lstStyle/>
          <a:p>
            <a:r>
              <a:rPr lang="en-IN" dirty="0"/>
              <a:t>19</a:t>
            </a:r>
          </a:p>
        </p:txBody>
      </p:sp>
      <p:sp>
        <p:nvSpPr>
          <p:cNvPr id="74" name="TextBox 73">
            <a:extLst>
              <a:ext uri="{FF2B5EF4-FFF2-40B4-BE49-F238E27FC236}">
                <a16:creationId xmlns:a16="http://schemas.microsoft.com/office/drawing/2014/main" id="{3BB4BAC1-CF48-EE38-8742-464395F9C36F}"/>
              </a:ext>
            </a:extLst>
          </p:cNvPr>
          <p:cNvSpPr txBox="1"/>
          <p:nvPr/>
        </p:nvSpPr>
        <p:spPr>
          <a:xfrm>
            <a:off x="7037948" y="5050819"/>
            <a:ext cx="418704" cy="369332"/>
          </a:xfrm>
          <a:prstGeom prst="rect">
            <a:avLst/>
          </a:prstGeom>
          <a:noFill/>
        </p:spPr>
        <p:txBody>
          <a:bodyPr wrap="none" rtlCol="0">
            <a:spAutoFit/>
          </a:bodyPr>
          <a:lstStyle/>
          <a:p>
            <a:r>
              <a:rPr lang="en-IN" dirty="0"/>
              <a:t>27</a:t>
            </a:r>
          </a:p>
        </p:txBody>
      </p:sp>
      <p:sp>
        <p:nvSpPr>
          <p:cNvPr id="76" name="TextBox 75">
            <a:extLst>
              <a:ext uri="{FF2B5EF4-FFF2-40B4-BE49-F238E27FC236}">
                <a16:creationId xmlns:a16="http://schemas.microsoft.com/office/drawing/2014/main" id="{042A09ED-74FB-892D-46D7-75CE501CC37D}"/>
              </a:ext>
            </a:extLst>
          </p:cNvPr>
          <p:cNvSpPr txBox="1"/>
          <p:nvPr/>
        </p:nvSpPr>
        <p:spPr>
          <a:xfrm>
            <a:off x="7985324" y="3956374"/>
            <a:ext cx="418704" cy="369332"/>
          </a:xfrm>
          <a:prstGeom prst="rect">
            <a:avLst/>
          </a:prstGeom>
          <a:noFill/>
        </p:spPr>
        <p:txBody>
          <a:bodyPr wrap="none" rtlCol="0">
            <a:spAutoFit/>
          </a:bodyPr>
          <a:lstStyle/>
          <a:p>
            <a:r>
              <a:rPr lang="en-IN" dirty="0"/>
              <a:t>17</a:t>
            </a:r>
          </a:p>
        </p:txBody>
      </p:sp>
      <p:sp>
        <p:nvSpPr>
          <p:cNvPr id="92" name="TextBox 91">
            <a:extLst>
              <a:ext uri="{FF2B5EF4-FFF2-40B4-BE49-F238E27FC236}">
                <a16:creationId xmlns:a16="http://schemas.microsoft.com/office/drawing/2014/main" id="{0E4DA03C-1F94-558D-96BE-DC8E36823C15}"/>
              </a:ext>
            </a:extLst>
          </p:cNvPr>
          <p:cNvSpPr txBox="1"/>
          <p:nvPr/>
        </p:nvSpPr>
        <p:spPr>
          <a:xfrm>
            <a:off x="5845384" y="4638117"/>
            <a:ext cx="1201334" cy="369332"/>
          </a:xfrm>
          <a:prstGeom prst="rect">
            <a:avLst/>
          </a:prstGeom>
          <a:noFill/>
        </p:spPr>
        <p:txBody>
          <a:bodyPr wrap="square" rtlCol="0">
            <a:spAutoFit/>
          </a:bodyPr>
          <a:lstStyle/>
          <a:p>
            <a:r>
              <a:rPr lang="en-IN" b="1" dirty="0"/>
              <a:t>Solution-2</a:t>
            </a:r>
          </a:p>
        </p:txBody>
      </p:sp>
      <p:sp>
        <p:nvSpPr>
          <p:cNvPr id="101" name="TextBox 100">
            <a:extLst>
              <a:ext uri="{FF2B5EF4-FFF2-40B4-BE49-F238E27FC236}">
                <a16:creationId xmlns:a16="http://schemas.microsoft.com/office/drawing/2014/main" id="{536EE7AD-1440-53FD-9EE2-3D7C5105A1D3}"/>
              </a:ext>
            </a:extLst>
          </p:cNvPr>
          <p:cNvSpPr txBox="1"/>
          <p:nvPr/>
        </p:nvSpPr>
        <p:spPr>
          <a:xfrm>
            <a:off x="7985324" y="4686468"/>
            <a:ext cx="1201334" cy="369332"/>
          </a:xfrm>
          <a:prstGeom prst="rect">
            <a:avLst/>
          </a:prstGeom>
          <a:noFill/>
        </p:spPr>
        <p:txBody>
          <a:bodyPr wrap="square" rtlCol="0">
            <a:spAutoFit/>
          </a:bodyPr>
          <a:lstStyle/>
          <a:p>
            <a:r>
              <a:rPr lang="en-IN" b="1" dirty="0"/>
              <a:t>Solution-3</a:t>
            </a:r>
          </a:p>
        </p:txBody>
      </p:sp>
      <p:sp>
        <p:nvSpPr>
          <p:cNvPr id="105" name="TextBox 104">
            <a:extLst>
              <a:ext uri="{FF2B5EF4-FFF2-40B4-BE49-F238E27FC236}">
                <a16:creationId xmlns:a16="http://schemas.microsoft.com/office/drawing/2014/main" id="{AF868829-581B-D58A-8832-5FAFEABEA63A}"/>
              </a:ext>
            </a:extLst>
          </p:cNvPr>
          <p:cNvSpPr txBox="1"/>
          <p:nvPr/>
        </p:nvSpPr>
        <p:spPr>
          <a:xfrm>
            <a:off x="4819705" y="5849217"/>
            <a:ext cx="1201334" cy="369332"/>
          </a:xfrm>
          <a:prstGeom prst="rect">
            <a:avLst/>
          </a:prstGeom>
          <a:noFill/>
        </p:spPr>
        <p:txBody>
          <a:bodyPr wrap="square" rtlCol="0">
            <a:spAutoFit/>
          </a:bodyPr>
          <a:lstStyle/>
          <a:p>
            <a:r>
              <a:rPr lang="en-IN" b="1" dirty="0">
                <a:highlight>
                  <a:srgbClr val="00FE73"/>
                </a:highlight>
              </a:rPr>
              <a:t>Solution-4</a:t>
            </a:r>
          </a:p>
        </p:txBody>
      </p:sp>
      <p:sp>
        <p:nvSpPr>
          <p:cNvPr id="108" name="TextBox 107">
            <a:extLst>
              <a:ext uri="{FF2B5EF4-FFF2-40B4-BE49-F238E27FC236}">
                <a16:creationId xmlns:a16="http://schemas.microsoft.com/office/drawing/2014/main" id="{B3B79F10-16AD-7898-A771-B563F60103AC}"/>
              </a:ext>
            </a:extLst>
          </p:cNvPr>
          <p:cNvSpPr txBox="1"/>
          <p:nvPr/>
        </p:nvSpPr>
        <p:spPr>
          <a:xfrm>
            <a:off x="6947731" y="5791918"/>
            <a:ext cx="1201334" cy="369332"/>
          </a:xfrm>
          <a:prstGeom prst="rect">
            <a:avLst/>
          </a:prstGeom>
          <a:noFill/>
        </p:spPr>
        <p:txBody>
          <a:bodyPr wrap="square" rtlCol="0">
            <a:spAutoFit/>
          </a:bodyPr>
          <a:lstStyle/>
          <a:p>
            <a:r>
              <a:rPr lang="en-IN" b="1" dirty="0"/>
              <a:t>Solution-5</a:t>
            </a:r>
          </a:p>
        </p:txBody>
      </p:sp>
      <p:sp>
        <p:nvSpPr>
          <p:cNvPr id="110" name="TextBox 109">
            <a:extLst>
              <a:ext uri="{FF2B5EF4-FFF2-40B4-BE49-F238E27FC236}">
                <a16:creationId xmlns:a16="http://schemas.microsoft.com/office/drawing/2014/main" id="{89BBF266-80E9-F230-4C90-9F7275CAF9E0}"/>
              </a:ext>
            </a:extLst>
          </p:cNvPr>
          <p:cNvSpPr txBox="1"/>
          <p:nvPr/>
        </p:nvSpPr>
        <p:spPr>
          <a:xfrm>
            <a:off x="308524" y="5791918"/>
            <a:ext cx="4305209" cy="369332"/>
          </a:xfrm>
          <a:prstGeom prst="rect">
            <a:avLst/>
          </a:prstGeom>
          <a:noFill/>
          <a:ln>
            <a:solidFill>
              <a:schemeClr val="accent1"/>
            </a:solidFill>
          </a:ln>
        </p:spPr>
        <p:txBody>
          <a:bodyPr wrap="square" rtlCol="0">
            <a:spAutoFit/>
          </a:bodyPr>
          <a:lstStyle/>
          <a:p>
            <a:pPr algn="ctr"/>
            <a:r>
              <a:rPr lang="en-IN" b="1" dirty="0"/>
              <a:t>Optimal Solution: </a:t>
            </a:r>
            <a:r>
              <a:rPr lang="en-IN" dirty="0"/>
              <a:t>Solution-4 with Cost 16</a:t>
            </a:r>
          </a:p>
        </p:txBody>
      </p:sp>
    </p:spTree>
    <p:extLst>
      <p:ext uri="{BB962C8B-B14F-4D97-AF65-F5344CB8AC3E}">
        <p14:creationId xmlns:p14="http://schemas.microsoft.com/office/powerpoint/2010/main" val="114064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9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7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0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8" grpId="0" animBg="1"/>
      <p:bldP spid="21" grpId="0"/>
      <p:bldP spid="24" grpId="0"/>
      <p:bldP spid="26" grpId="0"/>
      <p:bldP spid="77" grpId="0" animBg="1"/>
      <p:bldP spid="78" grpId="0" animBg="1"/>
      <p:bldP spid="80" grpId="0"/>
      <p:bldP spid="82" grpId="0"/>
      <p:bldP spid="88" grpId="0" animBg="1"/>
      <p:bldP spid="90" grpId="0"/>
      <p:bldP spid="96" grpId="0"/>
      <p:bldP spid="15" grpId="0" animBg="1"/>
      <p:bldP spid="25" grpId="0" animBg="1"/>
      <p:bldP spid="50" grpId="0" animBg="1"/>
      <p:bldP spid="67" grpId="0"/>
      <p:bldP spid="74" grpId="0"/>
      <p:bldP spid="76" grpId="0"/>
      <p:bldP spid="92" grpId="0"/>
      <p:bldP spid="101" grpId="0"/>
      <p:bldP spid="105" grpId="0"/>
      <p:bldP spid="108" grpId="0"/>
      <p:bldP spid="1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606AF3A-42FB-4EE7-353C-2EB84C77DB7F}"/>
              </a:ext>
            </a:extLst>
          </p:cNvPr>
          <p:cNvSpPr txBox="1">
            <a:spLocks/>
          </p:cNvSpPr>
          <p:nvPr/>
        </p:nvSpPr>
        <p:spPr>
          <a:xfrm>
            <a:off x="838200" y="355600"/>
            <a:ext cx="10515600" cy="812800"/>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t>LC-BB (Least Cost - Branch &amp; Bound) Priority Queue</a:t>
            </a:r>
          </a:p>
        </p:txBody>
      </p:sp>
      <p:sp>
        <p:nvSpPr>
          <p:cNvPr id="4" name="TextBox 3">
            <a:extLst>
              <a:ext uri="{FF2B5EF4-FFF2-40B4-BE49-F238E27FC236}">
                <a16:creationId xmlns:a16="http://schemas.microsoft.com/office/drawing/2014/main" id="{2F209EE4-085E-466B-C525-6DDC422574B1}"/>
              </a:ext>
            </a:extLst>
          </p:cNvPr>
          <p:cNvSpPr txBox="1"/>
          <p:nvPr/>
        </p:nvSpPr>
        <p:spPr>
          <a:xfrm>
            <a:off x="1102360" y="1168400"/>
            <a:ext cx="9987280" cy="3913059"/>
          </a:xfrm>
          <a:prstGeom prst="rect">
            <a:avLst/>
          </a:prstGeom>
          <a:noFill/>
        </p:spPr>
        <p:txBody>
          <a:bodyPr wrap="square">
            <a:spAutoFit/>
          </a:bodyPr>
          <a:lstStyle/>
          <a:p>
            <a:pPr algn="just">
              <a:lnSpc>
                <a:spcPct val="150000"/>
              </a:lnSpc>
            </a:pPr>
            <a:r>
              <a:rPr lang="en-IN" sz="2400" dirty="0"/>
              <a:t>LC(Least Cost Search)</a:t>
            </a:r>
          </a:p>
          <a:p>
            <a:pPr marL="342900" indent="-342900" algn="just">
              <a:lnSpc>
                <a:spcPct val="150000"/>
              </a:lnSpc>
              <a:buFont typeface="Arial" panose="020B0604020202020204" pitchFamily="34" charset="0"/>
              <a:buChar char="•"/>
            </a:pPr>
            <a:r>
              <a:rPr lang="en-IN" sz="2400" dirty="0"/>
              <a:t>In both FIFO and LIFO B&amp;B the selection rule for the next E-node is fixed.</a:t>
            </a:r>
          </a:p>
          <a:p>
            <a:pPr marL="342900" indent="-342900" algn="just">
              <a:lnSpc>
                <a:spcPct val="150000"/>
              </a:lnSpc>
              <a:buFont typeface="Arial" panose="020B0604020202020204" pitchFamily="34" charset="0"/>
              <a:buChar char="•"/>
            </a:pPr>
            <a:r>
              <a:rPr lang="en-IN" sz="2400" dirty="0"/>
              <a:t>The rigid selection rule does not give any preference to a node which best and can search the answer node quickly.</a:t>
            </a:r>
          </a:p>
          <a:p>
            <a:pPr marL="342900" indent="-342900" algn="just">
              <a:lnSpc>
                <a:spcPct val="150000"/>
              </a:lnSpc>
              <a:buFont typeface="Arial" panose="020B0604020202020204" pitchFamily="34" charset="0"/>
              <a:buChar char="•"/>
            </a:pPr>
            <a:r>
              <a:rPr lang="en-IN" sz="2400" dirty="0"/>
              <a:t>The search for an answer node can be speeded by using a ranking function for live nodes.</a:t>
            </a:r>
          </a:p>
          <a:p>
            <a:pPr marL="342900" indent="-342900" algn="just">
              <a:lnSpc>
                <a:spcPct val="150000"/>
              </a:lnSpc>
              <a:buFont typeface="Arial" panose="020B0604020202020204" pitchFamily="34" charset="0"/>
              <a:buChar char="•"/>
            </a:pPr>
            <a:r>
              <a:rPr lang="en-IN" sz="2400" dirty="0"/>
              <a:t>The next E-node is selected on the basis of this ranking function.</a:t>
            </a:r>
          </a:p>
        </p:txBody>
      </p:sp>
    </p:spTree>
    <p:extLst>
      <p:ext uri="{BB962C8B-B14F-4D97-AF65-F5344CB8AC3E}">
        <p14:creationId xmlns:p14="http://schemas.microsoft.com/office/powerpoint/2010/main" val="25417119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0C81A-3319-DD33-288D-5E0DFB92EAEE}"/>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E2091A63-2C33-9D34-9408-C81C0B4DCB0F}"/>
              </a:ext>
            </a:extLst>
          </p:cNvPr>
          <p:cNvSpPr txBox="1">
            <a:spLocks/>
          </p:cNvSpPr>
          <p:nvPr/>
        </p:nvSpPr>
        <p:spPr>
          <a:xfrm>
            <a:off x="838200" y="181810"/>
            <a:ext cx="10515600" cy="812800"/>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1" dirty="0"/>
              <a:t>LC-BB (Least Cost - Branch &amp; Bound) Priority Queue</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A8BFC9B-B683-92CE-A0CF-5FFA63644602}"/>
                  </a:ext>
                </a:extLst>
              </p14:cNvPr>
              <p14:cNvContentPartPr/>
              <p14:nvPr/>
            </p14:nvContentPartPr>
            <p14:xfrm>
              <a:off x="5283320" y="2935840"/>
              <a:ext cx="360" cy="360"/>
            </p14:xfrm>
          </p:contentPart>
        </mc:Choice>
        <mc:Fallback xmlns="">
          <p:pic>
            <p:nvPicPr>
              <p:cNvPr id="2" name="Ink 1">
                <a:extLst>
                  <a:ext uri="{FF2B5EF4-FFF2-40B4-BE49-F238E27FC236}">
                    <a16:creationId xmlns:a16="http://schemas.microsoft.com/office/drawing/2014/main" id="{9A8BFC9B-B683-92CE-A0CF-5FFA63644602}"/>
                  </a:ext>
                </a:extLst>
              </p:cNvPr>
              <p:cNvPicPr/>
              <p:nvPr/>
            </p:nvPicPr>
            <p:blipFill>
              <a:blip r:embed="rId4"/>
              <a:stretch>
                <a:fillRect/>
              </a:stretch>
            </p:blipFill>
            <p:spPr>
              <a:xfrm>
                <a:off x="5279000" y="293152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4CF7A142-AD58-9CB3-102E-99AF0A7AF8D3}"/>
                  </a:ext>
                </a:extLst>
              </p14:cNvPr>
              <p14:cNvContentPartPr/>
              <p14:nvPr/>
            </p14:nvContentPartPr>
            <p14:xfrm>
              <a:off x="6847520" y="2336800"/>
              <a:ext cx="360" cy="360"/>
            </p14:xfrm>
          </p:contentPart>
        </mc:Choice>
        <mc:Fallback xmlns="">
          <p:pic>
            <p:nvPicPr>
              <p:cNvPr id="3" name="Ink 2">
                <a:extLst>
                  <a:ext uri="{FF2B5EF4-FFF2-40B4-BE49-F238E27FC236}">
                    <a16:creationId xmlns:a16="http://schemas.microsoft.com/office/drawing/2014/main" id="{4CF7A142-AD58-9CB3-102E-99AF0A7AF8D3}"/>
                  </a:ext>
                </a:extLst>
              </p:cNvPr>
              <p:cNvPicPr/>
              <p:nvPr/>
            </p:nvPicPr>
            <p:blipFill>
              <a:blip r:embed="rId4"/>
              <a:stretch>
                <a:fillRect/>
              </a:stretch>
            </p:blipFill>
            <p:spPr>
              <a:xfrm>
                <a:off x="6843200" y="2332480"/>
                <a:ext cx="9000" cy="9000"/>
              </a:xfrm>
              <a:prstGeom prst="rect">
                <a:avLst/>
              </a:prstGeom>
            </p:spPr>
          </p:pic>
        </mc:Fallback>
      </mc:AlternateContent>
      <p:sp>
        <p:nvSpPr>
          <p:cNvPr id="4" name="Oval 3">
            <a:extLst>
              <a:ext uri="{FF2B5EF4-FFF2-40B4-BE49-F238E27FC236}">
                <a16:creationId xmlns:a16="http://schemas.microsoft.com/office/drawing/2014/main" id="{3F0D96DC-26FB-4587-521F-8E9F5902222B}"/>
              </a:ext>
            </a:extLst>
          </p:cNvPr>
          <p:cNvSpPr/>
          <p:nvPr/>
        </p:nvSpPr>
        <p:spPr>
          <a:xfrm>
            <a:off x="7620000" y="1402080"/>
            <a:ext cx="554002" cy="477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8" name="Oval 7">
            <a:extLst>
              <a:ext uri="{FF2B5EF4-FFF2-40B4-BE49-F238E27FC236}">
                <a16:creationId xmlns:a16="http://schemas.microsoft.com/office/drawing/2014/main" id="{2B6AC3BC-32B4-88CA-2F5D-1DE5D073A823}"/>
              </a:ext>
            </a:extLst>
          </p:cNvPr>
          <p:cNvSpPr/>
          <p:nvPr/>
        </p:nvSpPr>
        <p:spPr>
          <a:xfrm>
            <a:off x="5889541" y="2517295"/>
            <a:ext cx="568474" cy="4514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cxnSp>
        <p:nvCxnSpPr>
          <p:cNvPr id="11" name="Straight Connector 10">
            <a:extLst>
              <a:ext uri="{FF2B5EF4-FFF2-40B4-BE49-F238E27FC236}">
                <a16:creationId xmlns:a16="http://schemas.microsoft.com/office/drawing/2014/main" id="{BB0773DE-D73A-B8E9-31EC-E2D152EFF7F6}"/>
              </a:ext>
            </a:extLst>
          </p:cNvPr>
          <p:cNvCxnSpPr>
            <a:cxnSpLocks/>
            <a:stCxn id="4" idx="4"/>
            <a:endCxn id="12" idx="0"/>
          </p:cNvCxnSpPr>
          <p:nvPr/>
        </p:nvCxnSpPr>
        <p:spPr>
          <a:xfrm>
            <a:off x="7897001" y="1879178"/>
            <a:ext cx="12352" cy="784943"/>
          </a:xfrm>
          <a:prstGeom prst="line">
            <a:avLst/>
          </a:prstGeom>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F453B621-B5A1-00A9-C5DE-8729FE57C5C2}"/>
              </a:ext>
            </a:extLst>
          </p:cNvPr>
          <p:cNvSpPr/>
          <p:nvPr/>
        </p:nvSpPr>
        <p:spPr>
          <a:xfrm>
            <a:off x="7632352" y="2664121"/>
            <a:ext cx="554002" cy="477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cxnSp>
        <p:nvCxnSpPr>
          <p:cNvPr id="17" name="Straight Connector 16">
            <a:extLst>
              <a:ext uri="{FF2B5EF4-FFF2-40B4-BE49-F238E27FC236}">
                <a16:creationId xmlns:a16="http://schemas.microsoft.com/office/drawing/2014/main" id="{E5F0A9F9-283F-6ABE-430E-D0EC9B3F08CF}"/>
              </a:ext>
            </a:extLst>
          </p:cNvPr>
          <p:cNvCxnSpPr>
            <a:cxnSpLocks/>
            <a:stCxn id="4" idx="5"/>
            <a:endCxn id="18" idx="0"/>
          </p:cNvCxnSpPr>
          <p:nvPr/>
        </p:nvCxnSpPr>
        <p:spPr>
          <a:xfrm>
            <a:off x="8092870" y="1809309"/>
            <a:ext cx="1625666" cy="707986"/>
          </a:xfrm>
          <a:prstGeom prst="line">
            <a:avLst/>
          </a:prstGeom>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6AB4245-7CE0-D122-77A9-E095EB15A4ED}"/>
              </a:ext>
            </a:extLst>
          </p:cNvPr>
          <p:cNvSpPr/>
          <p:nvPr/>
        </p:nvSpPr>
        <p:spPr>
          <a:xfrm>
            <a:off x="9447712" y="2517295"/>
            <a:ext cx="541647" cy="477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7" name="Straight Connector 6">
            <a:extLst>
              <a:ext uri="{FF2B5EF4-FFF2-40B4-BE49-F238E27FC236}">
                <a16:creationId xmlns:a16="http://schemas.microsoft.com/office/drawing/2014/main" id="{BF188CF0-E681-F66A-6A93-7780776CFC5C}"/>
              </a:ext>
            </a:extLst>
          </p:cNvPr>
          <p:cNvCxnSpPr>
            <a:cxnSpLocks/>
            <a:stCxn id="4" idx="3"/>
            <a:endCxn id="8" idx="7"/>
          </p:cNvCxnSpPr>
          <p:nvPr/>
        </p:nvCxnSpPr>
        <p:spPr>
          <a:xfrm flipH="1">
            <a:off x="6374764" y="1809309"/>
            <a:ext cx="1326368" cy="774106"/>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889DEE3-693B-4565-6C06-101462CC62FB}"/>
              </a:ext>
            </a:extLst>
          </p:cNvPr>
          <p:cNvSpPr txBox="1"/>
          <p:nvPr/>
        </p:nvSpPr>
        <p:spPr>
          <a:xfrm>
            <a:off x="5653130" y="2317895"/>
            <a:ext cx="418704" cy="369332"/>
          </a:xfrm>
          <a:prstGeom prst="rect">
            <a:avLst/>
          </a:prstGeom>
          <a:noFill/>
        </p:spPr>
        <p:txBody>
          <a:bodyPr wrap="none" rtlCol="0">
            <a:spAutoFit/>
          </a:bodyPr>
          <a:lstStyle/>
          <a:p>
            <a:r>
              <a:rPr lang="en-IN" dirty="0"/>
              <a:t>10</a:t>
            </a:r>
          </a:p>
        </p:txBody>
      </p:sp>
      <p:sp>
        <p:nvSpPr>
          <p:cNvPr id="24" name="TextBox 23">
            <a:extLst>
              <a:ext uri="{FF2B5EF4-FFF2-40B4-BE49-F238E27FC236}">
                <a16:creationId xmlns:a16="http://schemas.microsoft.com/office/drawing/2014/main" id="{2CF1216D-EAD4-40B9-66DF-18327127F813}"/>
              </a:ext>
            </a:extLst>
          </p:cNvPr>
          <p:cNvSpPr txBox="1"/>
          <p:nvPr/>
        </p:nvSpPr>
        <p:spPr>
          <a:xfrm>
            <a:off x="7355557" y="2530579"/>
            <a:ext cx="418704" cy="369332"/>
          </a:xfrm>
          <a:prstGeom prst="rect">
            <a:avLst/>
          </a:prstGeom>
          <a:noFill/>
        </p:spPr>
        <p:txBody>
          <a:bodyPr wrap="none" rtlCol="0">
            <a:spAutoFit/>
          </a:bodyPr>
          <a:lstStyle/>
          <a:p>
            <a:r>
              <a:rPr lang="en-IN" dirty="0"/>
              <a:t>15</a:t>
            </a:r>
          </a:p>
        </p:txBody>
      </p:sp>
      <p:sp>
        <p:nvSpPr>
          <p:cNvPr id="26" name="TextBox 25">
            <a:extLst>
              <a:ext uri="{FF2B5EF4-FFF2-40B4-BE49-F238E27FC236}">
                <a16:creationId xmlns:a16="http://schemas.microsoft.com/office/drawing/2014/main" id="{0A44333C-367D-CB17-8B3D-85A3A36DAD88}"/>
              </a:ext>
            </a:extLst>
          </p:cNvPr>
          <p:cNvSpPr txBox="1"/>
          <p:nvPr/>
        </p:nvSpPr>
        <p:spPr>
          <a:xfrm>
            <a:off x="9103268" y="2421440"/>
            <a:ext cx="418704" cy="369332"/>
          </a:xfrm>
          <a:prstGeom prst="rect">
            <a:avLst/>
          </a:prstGeom>
          <a:noFill/>
        </p:spPr>
        <p:txBody>
          <a:bodyPr wrap="none" rtlCol="0">
            <a:spAutoFit/>
          </a:bodyPr>
          <a:lstStyle/>
          <a:p>
            <a:r>
              <a:rPr lang="en-IN" dirty="0"/>
              <a:t>20</a:t>
            </a:r>
          </a:p>
        </p:txBody>
      </p:sp>
      <p:sp>
        <p:nvSpPr>
          <p:cNvPr id="77" name="Oval 76">
            <a:extLst>
              <a:ext uri="{FF2B5EF4-FFF2-40B4-BE49-F238E27FC236}">
                <a16:creationId xmlns:a16="http://schemas.microsoft.com/office/drawing/2014/main" id="{9E37DF88-9D80-0F12-056E-8990AB2CCBD8}"/>
              </a:ext>
            </a:extLst>
          </p:cNvPr>
          <p:cNvSpPr/>
          <p:nvPr/>
        </p:nvSpPr>
        <p:spPr>
          <a:xfrm>
            <a:off x="5272694" y="3677821"/>
            <a:ext cx="518480"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cxnSp>
        <p:nvCxnSpPr>
          <p:cNvPr id="79" name="Straight Connector 78">
            <a:extLst>
              <a:ext uri="{FF2B5EF4-FFF2-40B4-BE49-F238E27FC236}">
                <a16:creationId xmlns:a16="http://schemas.microsoft.com/office/drawing/2014/main" id="{197A905B-4D78-532A-DC56-BB01A4048BB5}"/>
              </a:ext>
            </a:extLst>
          </p:cNvPr>
          <p:cNvCxnSpPr>
            <a:cxnSpLocks/>
            <a:stCxn id="8" idx="4"/>
            <a:endCxn id="77" idx="0"/>
          </p:cNvCxnSpPr>
          <p:nvPr/>
        </p:nvCxnSpPr>
        <p:spPr>
          <a:xfrm flipH="1">
            <a:off x="5531934" y="2968790"/>
            <a:ext cx="641844" cy="709031"/>
          </a:xfrm>
          <a:prstGeom prst="line">
            <a:avLst/>
          </a:prstGeom>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0E621AF3-562A-72D4-DBEA-750ED183786D}"/>
              </a:ext>
            </a:extLst>
          </p:cNvPr>
          <p:cNvSpPr txBox="1"/>
          <p:nvPr/>
        </p:nvSpPr>
        <p:spPr>
          <a:xfrm>
            <a:off x="5001668" y="3431265"/>
            <a:ext cx="418704" cy="369332"/>
          </a:xfrm>
          <a:prstGeom prst="rect">
            <a:avLst/>
          </a:prstGeom>
          <a:noFill/>
        </p:spPr>
        <p:txBody>
          <a:bodyPr wrap="none" rtlCol="0">
            <a:spAutoFit/>
          </a:bodyPr>
          <a:lstStyle/>
          <a:p>
            <a:r>
              <a:rPr lang="en-IN" dirty="0"/>
              <a:t>14</a:t>
            </a:r>
          </a:p>
        </p:txBody>
      </p:sp>
      <p:sp>
        <p:nvSpPr>
          <p:cNvPr id="88" name="Oval 87">
            <a:extLst>
              <a:ext uri="{FF2B5EF4-FFF2-40B4-BE49-F238E27FC236}">
                <a16:creationId xmlns:a16="http://schemas.microsoft.com/office/drawing/2014/main" id="{5DC1AC9F-4553-5777-51F7-BF438E91D1FD}"/>
              </a:ext>
            </a:extLst>
          </p:cNvPr>
          <p:cNvSpPr/>
          <p:nvPr/>
        </p:nvSpPr>
        <p:spPr>
          <a:xfrm>
            <a:off x="5249527" y="4741035"/>
            <a:ext cx="541647" cy="49081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89" name="Straight Connector 88">
            <a:extLst>
              <a:ext uri="{FF2B5EF4-FFF2-40B4-BE49-F238E27FC236}">
                <a16:creationId xmlns:a16="http://schemas.microsoft.com/office/drawing/2014/main" id="{5DB60FF3-6242-BE17-7064-E2D18A294D5A}"/>
              </a:ext>
            </a:extLst>
          </p:cNvPr>
          <p:cNvCxnSpPr>
            <a:cxnSpLocks/>
            <a:stCxn id="77" idx="4"/>
            <a:endCxn id="88" idx="0"/>
          </p:cNvCxnSpPr>
          <p:nvPr/>
        </p:nvCxnSpPr>
        <p:spPr>
          <a:xfrm flipH="1">
            <a:off x="5520351" y="4168637"/>
            <a:ext cx="11583" cy="572398"/>
          </a:xfrm>
          <a:prstGeom prst="line">
            <a:avLst/>
          </a:prstGeom>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3445218A-A713-3C87-CCC7-EF28F03293DC}"/>
              </a:ext>
            </a:extLst>
          </p:cNvPr>
          <p:cNvSpPr txBox="1"/>
          <p:nvPr/>
        </p:nvSpPr>
        <p:spPr>
          <a:xfrm>
            <a:off x="4923097" y="4567594"/>
            <a:ext cx="418704" cy="369332"/>
          </a:xfrm>
          <a:prstGeom prst="rect">
            <a:avLst/>
          </a:prstGeom>
          <a:noFill/>
        </p:spPr>
        <p:txBody>
          <a:bodyPr wrap="none" rtlCol="0">
            <a:spAutoFit/>
          </a:bodyPr>
          <a:lstStyle/>
          <a:p>
            <a:r>
              <a:rPr lang="en-IN" dirty="0"/>
              <a:t>16</a:t>
            </a:r>
          </a:p>
        </p:txBody>
      </p:sp>
      <p:sp>
        <p:nvSpPr>
          <p:cNvPr id="96" name="TextBox 95">
            <a:extLst>
              <a:ext uri="{FF2B5EF4-FFF2-40B4-BE49-F238E27FC236}">
                <a16:creationId xmlns:a16="http://schemas.microsoft.com/office/drawing/2014/main" id="{2B00EFD1-14FE-C187-557F-B8A963691F92}"/>
              </a:ext>
            </a:extLst>
          </p:cNvPr>
          <p:cNvSpPr txBox="1"/>
          <p:nvPr/>
        </p:nvSpPr>
        <p:spPr>
          <a:xfrm>
            <a:off x="4970342" y="5255870"/>
            <a:ext cx="1065811" cy="338554"/>
          </a:xfrm>
          <a:prstGeom prst="rect">
            <a:avLst/>
          </a:prstGeom>
          <a:noFill/>
        </p:spPr>
        <p:txBody>
          <a:bodyPr wrap="square" rtlCol="0">
            <a:spAutoFit/>
          </a:bodyPr>
          <a:lstStyle/>
          <a:p>
            <a:pPr algn="ctr"/>
            <a:r>
              <a:rPr lang="en-IN" sz="1600" b="1" dirty="0">
                <a:highlight>
                  <a:srgbClr val="00FE73"/>
                </a:highlight>
              </a:rPr>
              <a:t>Solution-3</a:t>
            </a:r>
          </a:p>
        </p:txBody>
      </p:sp>
      <p:sp>
        <p:nvSpPr>
          <p:cNvPr id="97" name="TextBox 96">
            <a:extLst>
              <a:ext uri="{FF2B5EF4-FFF2-40B4-BE49-F238E27FC236}">
                <a16:creationId xmlns:a16="http://schemas.microsoft.com/office/drawing/2014/main" id="{5324E6C9-1F27-A80C-E3DA-25601BAD7B61}"/>
              </a:ext>
            </a:extLst>
          </p:cNvPr>
          <p:cNvSpPr txBox="1"/>
          <p:nvPr/>
        </p:nvSpPr>
        <p:spPr>
          <a:xfrm>
            <a:off x="6185206" y="5366159"/>
            <a:ext cx="3804153" cy="400110"/>
          </a:xfrm>
          <a:prstGeom prst="rect">
            <a:avLst/>
          </a:prstGeom>
          <a:noFill/>
        </p:spPr>
        <p:txBody>
          <a:bodyPr wrap="square" rtlCol="0">
            <a:spAutoFit/>
          </a:bodyPr>
          <a:lstStyle/>
          <a:p>
            <a:pPr algn="ctr"/>
            <a:r>
              <a:rPr lang="en-IN" sz="2000" b="1" dirty="0">
                <a:highlight>
                  <a:srgbClr val="C0C0C0"/>
                </a:highlight>
              </a:rPr>
              <a:t>State space Tree (Solution Tree) </a:t>
            </a:r>
          </a:p>
        </p:txBody>
      </p:sp>
      <p:sp>
        <p:nvSpPr>
          <p:cNvPr id="98" name="Oval 97">
            <a:extLst>
              <a:ext uri="{FF2B5EF4-FFF2-40B4-BE49-F238E27FC236}">
                <a16:creationId xmlns:a16="http://schemas.microsoft.com/office/drawing/2014/main" id="{C26EC747-9874-2CF6-55D3-3C72BD2B258C}"/>
              </a:ext>
            </a:extLst>
          </p:cNvPr>
          <p:cNvSpPr/>
          <p:nvPr/>
        </p:nvSpPr>
        <p:spPr>
          <a:xfrm>
            <a:off x="2001520" y="1275709"/>
            <a:ext cx="554002"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0" name="Oval 99">
            <a:extLst>
              <a:ext uri="{FF2B5EF4-FFF2-40B4-BE49-F238E27FC236}">
                <a16:creationId xmlns:a16="http://schemas.microsoft.com/office/drawing/2014/main" id="{CF0ADA17-FBD9-8E75-22A1-5F2A6BA75017}"/>
              </a:ext>
            </a:extLst>
          </p:cNvPr>
          <p:cNvSpPr/>
          <p:nvPr/>
        </p:nvSpPr>
        <p:spPr>
          <a:xfrm>
            <a:off x="762278" y="2365794"/>
            <a:ext cx="554002"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p>
        </p:txBody>
      </p:sp>
      <p:sp>
        <p:nvSpPr>
          <p:cNvPr id="102" name="Oval 101">
            <a:extLst>
              <a:ext uri="{FF2B5EF4-FFF2-40B4-BE49-F238E27FC236}">
                <a16:creationId xmlns:a16="http://schemas.microsoft.com/office/drawing/2014/main" id="{D66EAACA-FF14-DB5D-F0FF-689631D5A6D1}"/>
              </a:ext>
            </a:extLst>
          </p:cNvPr>
          <p:cNvSpPr/>
          <p:nvPr/>
        </p:nvSpPr>
        <p:spPr>
          <a:xfrm>
            <a:off x="3255643" y="2389363"/>
            <a:ext cx="568474"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p>
        </p:txBody>
      </p:sp>
      <p:sp>
        <p:nvSpPr>
          <p:cNvPr id="104" name="Oval 103">
            <a:extLst>
              <a:ext uri="{FF2B5EF4-FFF2-40B4-BE49-F238E27FC236}">
                <a16:creationId xmlns:a16="http://schemas.microsoft.com/office/drawing/2014/main" id="{6F7A84B8-518F-6153-A70C-B6C383E4D0E2}"/>
              </a:ext>
            </a:extLst>
          </p:cNvPr>
          <p:cNvSpPr/>
          <p:nvPr/>
        </p:nvSpPr>
        <p:spPr>
          <a:xfrm>
            <a:off x="2001520" y="3503017"/>
            <a:ext cx="554002" cy="5583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cxnSp>
        <p:nvCxnSpPr>
          <p:cNvPr id="106" name="Straight Connector 105">
            <a:extLst>
              <a:ext uri="{FF2B5EF4-FFF2-40B4-BE49-F238E27FC236}">
                <a16:creationId xmlns:a16="http://schemas.microsoft.com/office/drawing/2014/main" id="{C2E0D5BA-1B7D-272B-9FC7-36DA06C383BA}"/>
              </a:ext>
            </a:extLst>
          </p:cNvPr>
          <p:cNvCxnSpPr>
            <a:stCxn id="98" idx="4"/>
            <a:endCxn id="104" idx="0"/>
          </p:cNvCxnSpPr>
          <p:nvPr/>
        </p:nvCxnSpPr>
        <p:spPr>
          <a:xfrm>
            <a:off x="2278521" y="1834087"/>
            <a:ext cx="0" cy="16689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8C5D632-356D-7B7B-AABD-2735307B7A1B}"/>
              </a:ext>
            </a:extLst>
          </p:cNvPr>
          <p:cNvCxnSpPr>
            <a:stCxn id="100" idx="6"/>
            <a:endCxn id="102" idx="2"/>
          </p:cNvCxnSpPr>
          <p:nvPr/>
        </p:nvCxnSpPr>
        <p:spPr>
          <a:xfrm>
            <a:off x="1316280" y="2644983"/>
            <a:ext cx="1939363" cy="235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7F130515-8761-A12B-113F-A9A9DE1F4E03}"/>
              </a:ext>
            </a:extLst>
          </p:cNvPr>
          <p:cNvCxnSpPr>
            <a:cxnSpLocks/>
            <a:stCxn id="98" idx="2"/>
            <a:endCxn id="100" idx="0"/>
          </p:cNvCxnSpPr>
          <p:nvPr/>
        </p:nvCxnSpPr>
        <p:spPr>
          <a:xfrm flipH="1">
            <a:off x="1039279" y="1554898"/>
            <a:ext cx="962241" cy="810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48F2AF08-D42E-5AE3-051F-C74498642B66}"/>
              </a:ext>
            </a:extLst>
          </p:cNvPr>
          <p:cNvCxnSpPr>
            <a:cxnSpLocks/>
            <a:stCxn id="98" idx="6"/>
            <a:endCxn id="102" idx="0"/>
          </p:cNvCxnSpPr>
          <p:nvPr/>
        </p:nvCxnSpPr>
        <p:spPr>
          <a:xfrm>
            <a:off x="2555522" y="1554898"/>
            <a:ext cx="984358" cy="834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0A44971-DBFB-30BA-09A6-45DB1D6F770C}"/>
              </a:ext>
            </a:extLst>
          </p:cNvPr>
          <p:cNvCxnSpPr>
            <a:stCxn id="100" idx="4"/>
            <a:endCxn id="104" idx="2"/>
          </p:cNvCxnSpPr>
          <p:nvPr/>
        </p:nvCxnSpPr>
        <p:spPr>
          <a:xfrm>
            <a:off x="1039279" y="2924172"/>
            <a:ext cx="962241" cy="858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58E473C-B9F0-DC74-F211-C3595F1FAD31}"/>
              </a:ext>
            </a:extLst>
          </p:cNvPr>
          <p:cNvCxnSpPr>
            <a:stCxn id="102" idx="4"/>
            <a:endCxn id="104" idx="6"/>
          </p:cNvCxnSpPr>
          <p:nvPr/>
        </p:nvCxnSpPr>
        <p:spPr>
          <a:xfrm flipH="1">
            <a:off x="2555522" y="2947741"/>
            <a:ext cx="984358" cy="834465"/>
          </a:xfrm>
          <a:prstGeom prst="line">
            <a:avLst/>
          </a:prstGeom>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CB5D32C9-4224-ECFD-5C44-B8752E91E2F1}"/>
              </a:ext>
            </a:extLst>
          </p:cNvPr>
          <p:cNvSpPr txBox="1"/>
          <p:nvPr/>
        </p:nvSpPr>
        <p:spPr>
          <a:xfrm>
            <a:off x="1692140" y="906377"/>
            <a:ext cx="1163320" cy="369332"/>
          </a:xfrm>
          <a:prstGeom prst="rect">
            <a:avLst/>
          </a:prstGeom>
          <a:noFill/>
        </p:spPr>
        <p:txBody>
          <a:bodyPr wrap="square" rtlCol="0">
            <a:spAutoFit/>
          </a:bodyPr>
          <a:lstStyle/>
          <a:p>
            <a:pPr algn="ctr"/>
            <a:r>
              <a:rPr lang="en-IN" dirty="0"/>
              <a:t>Start</a:t>
            </a:r>
          </a:p>
        </p:txBody>
      </p:sp>
      <p:sp>
        <p:nvSpPr>
          <p:cNvPr id="126" name="TextBox 125">
            <a:extLst>
              <a:ext uri="{FF2B5EF4-FFF2-40B4-BE49-F238E27FC236}">
                <a16:creationId xmlns:a16="http://schemas.microsoft.com/office/drawing/2014/main" id="{DD6DD4F0-020B-CB81-A6DA-69458EE322CE}"/>
              </a:ext>
            </a:extLst>
          </p:cNvPr>
          <p:cNvSpPr txBox="1"/>
          <p:nvPr/>
        </p:nvSpPr>
        <p:spPr>
          <a:xfrm>
            <a:off x="1723120" y="4059420"/>
            <a:ext cx="1163320" cy="369332"/>
          </a:xfrm>
          <a:prstGeom prst="rect">
            <a:avLst/>
          </a:prstGeom>
          <a:noFill/>
        </p:spPr>
        <p:txBody>
          <a:bodyPr wrap="square" rtlCol="0">
            <a:spAutoFit/>
          </a:bodyPr>
          <a:lstStyle/>
          <a:p>
            <a:pPr algn="ctr"/>
            <a:r>
              <a:rPr lang="en-IN" dirty="0"/>
              <a:t>Goal</a:t>
            </a:r>
          </a:p>
        </p:txBody>
      </p:sp>
      <p:sp>
        <p:nvSpPr>
          <p:cNvPr id="127" name="TextBox 126">
            <a:extLst>
              <a:ext uri="{FF2B5EF4-FFF2-40B4-BE49-F238E27FC236}">
                <a16:creationId xmlns:a16="http://schemas.microsoft.com/office/drawing/2014/main" id="{AF307E75-DB31-A057-82FB-DEE5D28B7E59}"/>
              </a:ext>
            </a:extLst>
          </p:cNvPr>
          <p:cNvSpPr txBox="1"/>
          <p:nvPr/>
        </p:nvSpPr>
        <p:spPr>
          <a:xfrm>
            <a:off x="1255447" y="1661778"/>
            <a:ext cx="472753" cy="369332"/>
          </a:xfrm>
          <a:prstGeom prst="rect">
            <a:avLst/>
          </a:prstGeom>
          <a:noFill/>
        </p:spPr>
        <p:txBody>
          <a:bodyPr wrap="square" rtlCol="0">
            <a:spAutoFit/>
          </a:bodyPr>
          <a:lstStyle/>
          <a:p>
            <a:r>
              <a:rPr lang="en-IN" dirty="0"/>
              <a:t>10</a:t>
            </a:r>
          </a:p>
        </p:txBody>
      </p:sp>
      <p:sp>
        <p:nvSpPr>
          <p:cNvPr id="129" name="TextBox 128">
            <a:extLst>
              <a:ext uri="{FF2B5EF4-FFF2-40B4-BE49-F238E27FC236}">
                <a16:creationId xmlns:a16="http://schemas.microsoft.com/office/drawing/2014/main" id="{AABAACF2-29F6-E454-6C4D-7A3193AB339C}"/>
              </a:ext>
            </a:extLst>
          </p:cNvPr>
          <p:cNvSpPr txBox="1"/>
          <p:nvPr/>
        </p:nvSpPr>
        <p:spPr>
          <a:xfrm>
            <a:off x="3006284" y="1671516"/>
            <a:ext cx="472753" cy="369332"/>
          </a:xfrm>
          <a:prstGeom prst="rect">
            <a:avLst/>
          </a:prstGeom>
          <a:noFill/>
        </p:spPr>
        <p:txBody>
          <a:bodyPr wrap="square" rtlCol="0">
            <a:spAutoFit/>
          </a:bodyPr>
          <a:lstStyle/>
          <a:p>
            <a:r>
              <a:rPr lang="en-IN" dirty="0"/>
              <a:t>15</a:t>
            </a:r>
          </a:p>
        </p:txBody>
      </p:sp>
      <p:sp>
        <p:nvSpPr>
          <p:cNvPr id="131" name="TextBox 130">
            <a:extLst>
              <a:ext uri="{FF2B5EF4-FFF2-40B4-BE49-F238E27FC236}">
                <a16:creationId xmlns:a16="http://schemas.microsoft.com/office/drawing/2014/main" id="{7DB15756-9253-8083-B88B-5A0E4FAC7326}"/>
              </a:ext>
            </a:extLst>
          </p:cNvPr>
          <p:cNvSpPr txBox="1"/>
          <p:nvPr/>
        </p:nvSpPr>
        <p:spPr>
          <a:xfrm>
            <a:off x="2201851" y="2894368"/>
            <a:ext cx="472753" cy="369332"/>
          </a:xfrm>
          <a:prstGeom prst="rect">
            <a:avLst/>
          </a:prstGeom>
          <a:noFill/>
        </p:spPr>
        <p:txBody>
          <a:bodyPr wrap="square" rtlCol="0">
            <a:spAutoFit/>
          </a:bodyPr>
          <a:lstStyle/>
          <a:p>
            <a:r>
              <a:rPr lang="en-IN" dirty="0"/>
              <a:t>20</a:t>
            </a:r>
          </a:p>
        </p:txBody>
      </p:sp>
      <p:sp>
        <p:nvSpPr>
          <p:cNvPr id="139" name="TextBox 138">
            <a:extLst>
              <a:ext uri="{FF2B5EF4-FFF2-40B4-BE49-F238E27FC236}">
                <a16:creationId xmlns:a16="http://schemas.microsoft.com/office/drawing/2014/main" id="{9E700BB7-5695-367A-874C-C21AA32DB751}"/>
              </a:ext>
            </a:extLst>
          </p:cNvPr>
          <p:cNvSpPr txBox="1"/>
          <p:nvPr/>
        </p:nvSpPr>
        <p:spPr>
          <a:xfrm>
            <a:off x="1425566" y="2336800"/>
            <a:ext cx="472753" cy="369332"/>
          </a:xfrm>
          <a:prstGeom prst="rect">
            <a:avLst/>
          </a:prstGeom>
          <a:noFill/>
        </p:spPr>
        <p:txBody>
          <a:bodyPr wrap="square" rtlCol="0">
            <a:spAutoFit/>
          </a:bodyPr>
          <a:lstStyle/>
          <a:p>
            <a:r>
              <a:rPr lang="en-IN" dirty="0"/>
              <a:t>4</a:t>
            </a:r>
          </a:p>
        </p:txBody>
      </p:sp>
      <p:sp>
        <p:nvSpPr>
          <p:cNvPr id="141" name="TextBox 140">
            <a:extLst>
              <a:ext uri="{FF2B5EF4-FFF2-40B4-BE49-F238E27FC236}">
                <a16:creationId xmlns:a16="http://schemas.microsoft.com/office/drawing/2014/main" id="{2083C531-9A3E-EE25-E0FB-9EF4F6E5B4E2}"/>
              </a:ext>
            </a:extLst>
          </p:cNvPr>
          <p:cNvSpPr txBox="1"/>
          <p:nvPr/>
        </p:nvSpPr>
        <p:spPr>
          <a:xfrm>
            <a:off x="1121088" y="3286976"/>
            <a:ext cx="472753" cy="369332"/>
          </a:xfrm>
          <a:prstGeom prst="rect">
            <a:avLst/>
          </a:prstGeom>
          <a:noFill/>
        </p:spPr>
        <p:txBody>
          <a:bodyPr wrap="square" rtlCol="0">
            <a:spAutoFit/>
          </a:bodyPr>
          <a:lstStyle/>
          <a:p>
            <a:r>
              <a:rPr lang="en-IN" dirty="0"/>
              <a:t>8</a:t>
            </a:r>
          </a:p>
        </p:txBody>
      </p:sp>
      <p:sp>
        <p:nvSpPr>
          <p:cNvPr id="143" name="TextBox 142">
            <a:extLst>
              <a:ext uri="{FF2B5EF4-FFF2-40B4-BE49-F238E27FC236}">
                <a16:creationId xmlns:a16="http://schemas.microsoft.com/office/drawing/2014/main" id="{4105D534-192C-E0AB-5868-904315A64ABC}"/>
              </a:ext>
            </a:extLst>
          </p:cNvPr>
          <p:cNvSpPr txBox="1"/>
          <p:nvPr/>
        </p:nvSpPr>
        <p:spPr>
          <a:xfrm>
            <a:off x="3025019" y="3318351"/>
            <a:ext cx="472753" cy="369332"/>
          </a:xfrm>
          <a:prstGeom prst="rect">
            <a:avLst/>
          </a:prstGeom>
          <a:noFill/>
        </p:spPr>
        <p:txBody>
          <a:bodyPr wrap="square" rtlCol="0">
            <a:spAutoFit/>
          </a:bodyPr>
          <a:lstStyle/>
          <a:p>
            <a:r>
              <a:rPr lang="en-IN" dirty="0"/>
              <a:t>2</a:t>
            </a:r>
          </a:p>
        </p:txBody>
      </p:sp>
      <p:sp>
        <p:nvSpPr>
          <p:cNvPr id="144" name="TextBox 143">
            <a:extLst>
              <a:ext uri="{FF2B5EF4-FFF2-40B4-BE49-F238E27FC236}">
                <a16:creationId xmlns:a16="http://schemas.microsoft.com/office/drawing/2014/main" id="{5E2217FF-DF3D-3F15-A1B3-28799249C984}"/>
              </a:ext>
            </a:extLst>
          </p:cNvPr>
          <p:cNvSpPr txBox="1"/>
          <p:nvPr/>
        </p:nvSpPr>
        <p:spPr>
          <a:xfrm>
            <a:off x="1461594" y="4495750"/>
            <a:ext cx="1624411" cy="400110"/>
          </a:xfrm>
          <a:prstGeom prst="rect">
            <a:avLst/>
          </a:prstGeom>
          <a:noFill/>
        </p:spPr>
        <p:txBody>
          <a:bodyPr wrap="square" rtlCol="0">
            <a:spAutoFit/>
          </a:bodyPr>
          <a:lstStyle/>
          <a:p>
            <a:pPr algn="ctr"/>
            <a:r>
              <a:rPr lang="en-IN" sz="2000" b="1" dirty="0">
                <a:highlight>
                  <a:srgbClr val="C0C0C0"/>
                </a:highlight>
              </a:rPr>
              <a:t>Graph </a:t>
            </a:r>
          </a:p>
        </p:txBody>
      </p:sp>
      <p:sp>
        <p:nvSpPr>
          <p:cNvPr id="154" name="TextBox 153">
            <a:extLst>
              <a:ext uri="{FF2B5EF4-FFF2-40B4-BE49-F238E27FC236}">
                <a16:creationId xmlns:a16="http://schemas.microsoft.com/office/drawing/2014/main" id="{5048B602-00B2-3CEF-A234-725F4A456885}"/>
              </a:ext>
            </a:extLst>
          </p:cNvPr>
          <p:cNvSpPr txBox="1"/>
          <p:nvPr/>
        </p:nvSpPr>
        <p:spPr>
          <a:xfrm>
            <a:off x="5350416" y="949161"/>
            <a:ext cx="4840064" cy="369332"/>
          </a:xfrm>
          <a:prstGeom prst="rect">
            <a:avLst/>
          </a:prstGeom>
          <a:noFill/>
        </p:spPr>
        <p:txBody>
          <a:bodyPr wrap="square">
            <a:spAutoFit/>
          </a:bodyPr>
          <a:lstStyle/>
          <a:p>
            <a:pPr algn="ctr"/>
            <a:r>
              <a:rPr lang="en-IN" sz="1800" b="1" dirty="0"/>
              <a:t>Depth First Search (DFS)</a:t>
            </a:r>
          </a:p>
        </p:txBody>
      </p:sp>
      <p:sp>
        <p:nvSpPr>
          <p:cNvPr id="184" name="TextBox 183">
            <a:extLst>
              <a:ext uri="{FF2B5EF4-FFF2-40B4-BE49-F238E27FC236}">
                <a16:creationId xmlns:a16="http://schemas.microsoft.com/office/drawing/2014/main" id="{37A19F2F-A1D1-DFF1-A83C-F64340F7542B}"/>
              </a:ext>
            </a:extLst>
          </p:cNvPr>
          <p:cNvSpPr txBox="1"/>
          <p:nvPr/>
        </p:nvSpPr>
        <p:spPr>
          <a:xfrm>
            <a:off x="9211020" y="3035790"/>
            <a:ext cx="1065811" cy="338554"/>
          </a:xfrm>
          <a:prstGeom prst="rect">
            <a:avLst/>
          </a:prstGeom>
          <a:noFill/>
        </p:spPr>
        <p:txBody>
          <a:bodyPr wrap="square" rtlCol="0">
            <a:spAutoFit/>
          </a:bodyPr>
          <a:lstStyle/>
          <a:p>
            <a:pPr algn="ctr"/>
            <a:r>
              <a:rPr lang="en-IN" sz="1600" b="1" dirty="0"/>
              <a:t>Solution-1</a:t>
            </a:r>
          </a:p>
        </p:txBody>
      </p:sp>
      <p:sp>
        <p:nvSpPr>
          <p:cNvPr id="185" name="TextBox 184">
            <a:extLst>
              <a:ext uri="{FF2B5EF4-FFF2-40B4-BE49-F238E27FC236}">
                <a16:creationId xmlns:a16="http://schemas.microsoft.com/office/drawing/2014/main" id="{C56472C0-6EF7-1971-EDD0-DAB49D7FD0EB}"/>
              </a:ext>
            </a:extLst>
          </p:cNvPr>
          <p:cNvSpPr txBox="1"/>
          <p:nvPr/>
        </p:nvSpPr>
        <p:spPr>
          <a:xfrm>
            <a:off x="730598" y="5913369"/>
            <a:ext cx="4922532" cy="400110"/>
          </a:xfrm>
          <a:prstGeom prst="rect">
            <a:avLst/>
          </a:prstGeom>
          <a:noFill/>
          <a:ln>
            <a:solidFill>
              <a:schemeClr val="accent1"/>
            </a:solidFill>
          </a:ln>
        </p:spPr>
        <p:txBody>
          <a:bodyPr wrap="square" rtlCol="0">
            <a:spAutoFit/>
          </a:bodyPr>
          <a:lstStyle/>
          <a:p>
            <a:pPr algn="ctr"/>
            <a:r>
              <a:rPr lang="en-IN" sz="2000" b="1" dirty="0"/>
              <a:t>Optimal Solution: </a:t>
            </a:r>
            <a:r>
              <a:rPr lang="en-IN" sz="2000" dirty="0"/>
              <a:t>Solution-3 with Cost 16</a:t>
            </a:r>
          </a:p>
        </p:txBody>
      </p:sp>
      <p:grpSp>
        <p:nvGrpSpPr>
          <p:cNvPr id="10" name="Group 9">
            <a:extLst>
              <a:ext uri="{FF2B5EF4-FFF2-40B4-BE49-F238E27FC236}">
                <a16:creationId xmlns:a16="http://schemas.microsoft.com/office/drawing/2014/main" id="{16548347-262A-0718-C1A5-9F3D437A2EF9}"/>
              </a:ext>
            </a:extLst>
          </p:cNvPr>
          <p:cNvGrpSpPr/>
          <p:nvPr/>
        </p:nvGrpSpPr>
        <p:grpSpPr>
          <a:xfrm>
            <a:off x="7754220" y="3279720"/>
            <a:ext cx="320522" cy="211341"/>
            <a:chOff x="7691960" y="3282400"/>
            <a:chExt cx="624600" cy="411840"/>
          </a:xfrm>
        </p:grpSpPr>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C8DC1D2F-952B-B4DF-6D54-065391D40CFB}"/>
                    </a:ext>
                  </a:extLst>
                </p14:cNvPr>
                <p14:cNvContentPartPr/>
                <p14:nvPr/>
              </p14:nvContentPartPr>
              <p14:xfrm>
                <a:off x="7792400" y="3291760"/>
                <a:ext cx="524160" cy="402480"/>
              </p14:xfrm>
            </p:contentPart>
          </mc:Choice>
          <mc:Fallback xmlns="">
            <p:pic>
              <p:nvPicPr>
                <p:cNvPr id="5" name="Ink 4">
                  <a:extLst>
                    <a:ext uri="{FF2B5EF4-FFF2-40B4-BE49-F238E27FC236}">
                      <a16:creationId xmlns:a16="http://schemas.microsoft.com/office/drawing/2014/main" id="{C8DC1D2F-952B-B4DF-6D54-065391D40CFB}"/>
                    </a:ext>
                  </a:extLst>
                </p:cNvPr>
                <p:cNvPicPr/>
                <p:nvPr/>
              </p:nvPicPr>
              <p:blipFill>
                <a:blip r:embed="rId7"/>
                <a:stretch>
                  <a:fillRect/>
                </a:stretch>
              </p:blipFill>
              <p:spPr>
                <a:xfrm>
                  <a:off x="7774881" y="3274230"/>
                  <a:ext cx="558497" cy="436838"/>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D26CB649-999A-62DA-DDE0-59633D72D653}"/>
                    </a:ext>
                  </a:extLst>
                </p14:cNvPr>
                <p14:cNvContentPartPr/>
                <p14:nvPr/>
              </p14:nvContentPartPr>
              <p14:xfrm>
                <a:off x="7691960" y="3282400"/>
                <a:ext cx="537840" cy="366480"/>
              </p14:xfrm>
            </p:contentPart>
          </mc:Choice>
          <mc:Fallback xmlns="">
            <p:pic>
              <p:nvPicPr>
                <p:cNvPr id="6" name="Ink 5">
                  <a:extLst>
                    <a:ext uri="{FF2B5EF4-FFF2-40B4-BE49-F238E27FC236}">
                      <a16:creationId xmlns:a16="http://schemas.microsoft.com/office/drawing/2014/main" id="{D26CB649-999A-62DA-DDE0-59633D72D653}"/>
                    </a:ext>
                  </a:extLst>
                </p:cNvPr>
                <p:cNvPicPr/>
                <p:nvPr/>
              </p:nvPicPr>
              <p:blipFill>
                <a:blip r:embed="rId9"/>
                <a:stretch>
                  <a:fillRect/>
                </a:stretch>
              </p:blipFill>
              <p:spPr>
                <a:xfrm>
                  <a:off x="7674429" y="3264882"/>
                  <a:ext cx="572200" cy="400816"/>
                </a:xfrm>
                <a:prstGeom prst="rect">
                  <a:avLst/>
                </a:prstGeom>
              </p:spPr>
            </p:pic>
          </mc:Fallback>
        </mc:AlternateContent>
      </p:grpSp>
      <p:sp>
        <p:nvSpPr>
          <p:cNvPr id="14" name="TextBox 13">
            <a:extLst>
              <a:ext uri="{FF2B5EF4-FFF2-40B4-BE49-F238E27FC236}">
                <a16:creationId xmlns:a16="http://schemas.microsoft.com/office/drawing/2014/main" id="{F011322B-0026-9E7D-9EB7-8A8FDA6702F8}"/>
              </a:ext>
            </a:extLst>
          </p:cNvPr>
          <p:cNvSpPr txBox="1"/>
          <p:nvPr/>
        </p:nvSpPr>
        <p:spPr>
          <a:xfrm>
            <a:off x="7280921" y="3491061"/>
            <a:ext cx="1222597" cy="338554"/>
          </a:xfrm>
          <a:prstGeom prst="rect">
            <a:avLst/>
          </a:prstGeom>
          <a:noFill/>
        </p:spPr>
        <p:txBody>
          <a:bodyPr wrap="square" rtlCol="0">
            <a:spAutoFit/>
          </a:bodyPr>
          <a:lstStyle/>
          <a:p>
            <a:pPr algn="ctr"/>
            <a:r>
              <a:rPr lang="en-IN" sz="1600" b="1" dirty="0"/>
              <a:t>Bounded</a:t>
            </a:r>
          </a:p>
        </p:txBody>
      </p:sp>
      <p:cxnSp>
        <p:nvCxnSpPr>
          <p:cNvPr id="15" name="Straight Connector 14">
            <a:extLst>
              <a:ext uri="{FF2B5EF4-FFF2-40B4-BE49-F238E27FC236}">
                <a16:creationId xmlns:a16="http://schemas.microsoft.com/office/drawing/2014/main" id="{3BF4849D-1C9F-7C09-926B-035E80AE96B9}"/>
              </a:ext>
            </a:extLst>
          </p:cNvPr>
          <p:cNvCxnSpPr>
            <a:cxnSpLocks/>
            <a:stCxn id="8" idx="4"/>
            <a:endCxn id="16" idx="0"/>
          </p:cNvCxnSpPr>
          <p:nvPr/>
        </p:nvCxnSpPr>
        <p:spPr>
          <a:xfrm>
            <a:off x="6173778" y="2968790"/>
            <a:ext cx="273625" cy="700249"/>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32D81E78-51DB-CBEC-1EDA-5DD7102AA9E2}"/>
              </a:ext>
            </a:extLst>
          </p:cNvPr>
          <p:cNvSpPr/>
          <p:nvPr/>
        </p:nvSpPr>
        <p:spPr>
          <a:xfrm>
            <a:off x="6194098" y="3669039"/>
            <a:ext cx="506610" cy="4770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4</a:t>
            </a:r>
          </a:p>
        </p:txBody>
      </p:sp>
      <p:sp>
        <p:nvSpPr>
          <p:cNvPr id="25" name="TextBox 24">
            <a:extLst>
              <a:ext uri="{FF2B5EF4-FFF2-40B4-BE49-F238E27FC236}">
                <a16:creationId xmlns:a16="http://schemas.microsoft.com/office/drawing/2014/main" id="{E0C87435-AB26-8439-A4D3-E67F1AC91237}"/>
              </a:ext>
            </a:extLst>
          </p:cNvPr>
          <p:cNvSpPr txBox="1"/>
          <p:nvPr/>
        </p:nvSpPr>
        <p:spPr>
          <a:xfrm>
            <a:off x="5896809" y="3541783"/>
            <a:ext cx="418704" cy="369332"/>
          </a:xfrm>
          <a:prstGeom prst="rect">
            <a:avLst/>
          </a:prstGeom>
          <a:noFill/>
        </p:spPr>
        <p:txBody>
          <a:bodyPr wrap="none" rtlCol="0">
            <a:spAutoFit/>
          </a:bodyPr>
          <a:lstStyle/>
          <a:p>
            <a:r>
              <a:rPr lang="en-IN" dirty="0"/>
              <a:t>18</a:t>
            </a:r>
          </a:p>
        </p:txBody>
      </p:sp>
      <p:sp>
        <p:nvSpPr>
          <p:cNvPr id="28" name="TextBox 27">
            <a:extLst>
              <a:ext uri="{FF2B5EF4-FFF2-40B4-BE49-F238E27FC236}">
                <a16:creationId xmlns:a16="http://schemas.microsoft.com/office/drawing/2014/main" id="{1E28CF3F-15AD-C510-6578-CA75328B1ED2}"/>
              </a:ext>
            </a:extLst>
          </p:cNvPr>
          <p:cNvSpPr txBox="1"/>
          <p:nvPr/>
        </p:nvSpPr>
        <p:spPr>
          <a:xfrm>
            <a:off x="5985379" y="4203547"/>
            <a:ext cx="1065811" cy="338554"/>
          </a:xfrm>
          <a:prstGeom prst="rect">
            <a:avLst/>
          </a:prstGeom>
          <a:noFill/>
        </p:spPr>
        <p:txBody>
          <a:bodyPr wrap="square" rtlCol="0">
            <a:spAutoFit/>
          </a:bodyPr>
          <a:lstStyle/>
          <a:p>
            <a:pPr algn="ctr"/>
            <a:r>
              <a:rPr lang="en-IN" sz="1600" b="1" dirty="0"/>
              <a:t>Solution-2</a:t>
            </a:r>
          </a:p>
        </p:txBody>
      </p:sp>
    </p:spTree>
    <p:extLst>
      <p:ext uri="{BB962C8B-B14F-4D97-AF65-F5344CB8AC3E}">
        <p14:creationId xmlns:p14="http://schemas.microsoft.com/office/powerpoint/2010/main" val="258981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2" grpId="0" animBg="1"/>
      <p:bldP spid="18" grpId="0" animBg="1"/>
      <p:bldP spid="21" grpId="0"/>
      <p:bldP spid="24" grpId="0"/>
      <p:bldP spid="26" grpId="0"/>
      <p:bldP spid="77" grpId="0" animBg="1"/>
      <p:bldP spid="80" grpId="0"/>
      <p:bldP spid="88" grpId="0" animBg="1"/>
      <p:bldP spid="90" grpId="0"/>
      <p:bldP spid="96" grpId="0"/>
      <p:bldP spid="184" grpId="0"/>
      <p:bldP spid="185" grpId="0" animBg="1"/>
      <p:bldP spid="14" grpId="0"/>
      <p:bldP spid="16" grpId="0" animBg="1"/>
      <p:bldP spid="25" grpId="0"/>
      <p:bldP spid="2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F399772-D4C6-6136-3D00-378D15A01EC3}"/>
              </a:ext>
            </a:extLst>
          </p:cNvPr>
          <p:cNvSpPr txBox="1">
            <a:spLocks/>
          </p:cNvSpPr>
          <p:nvPr/>
        </p:nvSpPr>
        <p:spPr>
          <a:xfrm>
            <a:off x="838200" y="325120"/>
            <a:ext cx="10515600" cy="812800"/>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1" dirty="0"/>
              <a:t>LC-BB (Least Cost - Branch &amp; Bound) Priority Queue</a:t>
            </a:r>
          </a:p>
        </p:txBody>
      </p:sp>
      <p:pic>
        <p:nvPicPr>
          <p:cNvPr id="4" name="Picture 3">
            <a:extLst>
              <a:ext uri="{FF2B5EF4-FFF2-40B4-BE49-F238E27FC236}">
                <a16:creationId xmlns:a16="http://schemas.microsoft.com/office/drawing/2014/main" id="{E6F580BB-6F5B-DCB4-8961-20195620684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l="1223" t="8296" r="6778" b="24741"/>
          <a:stretch>
            <a:fillRect/>
          </a:stretch>
        </p:blipFill>
        <p:spPr>
          <a:xfrm>
            <a:off x="1545443" y="1375838"/>
            <a:ext cx="9101114" cy="4968241"/>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4">
            <p14:nvContentPartPr>
              <p14:cNvPr id="6" name="Ink 5">
                <a:extLst>
                  <a:ext uri="{FF2B5EF4-FFF2-40B4-BE49-F238E27FC236}">
                    <a16:creationId xmlns:a16="http://schemas.microsoft.com/office/drawing/2014/main" id="{B52630E1-6B15-FE46-C0C1-7AD7F6D21E73}"/>
                  </a:ext>
                </a:extLst>
              </p14:cNvPr>
              <p14:cNvContentPartPr/>
              <p14:nvPr/>
            </p14:nvContentPartPr>
            <p14:xfrm>
              <a:off x="-1463200" y="3464560"/>
              <a:ext cx="360" cy="360"/>
            </p14:xfrm>
          </p:contentPart>
        </mc:Choice>
        <mc:Fallback xmlns="">
          <p:pic>
            <p:nvPicPr>
              <p:cNvPr id="6" name="Ink 5">
                <a:extLst>
                  <a:ext uri="{FF2B5EF4-FFF2-40B4-BE49-F238E27FC236}">
                    <a16:creationId xmlns:a16="http://schemas.microsoft.com/office/drawing/2014/main" id="{B52630E1-6B15-FE46-C0C1-7AD7F6D21E73}"/>
                  </a:ext>
                </a:extLst>
              </p:cNvPr>
              <p:cNvPicPr/>
              <p:nvPr/>
            </p:nvPicPr>
            <p:blipFill>
              <a:blip r:embed="rId5"/>
              <a:stretch>
                <a:fillRect/>
              </a:stretch>
            </p:blipFill>
            <p:spPr>
              <a:xfrm>
                <a:off x="-1469320" y="3427120"/>
                <a:ext cx="12600" cy="75600"/>
              </a:xfrm>
              <a:prstGeom prst="rect">
                <a:avLst/>
              </a:prstGeom>
            </p:spPr>
          </p:pic>
        </mc:Fallback>
      </mc:AlternateContent>
      <p:grpSp>
        <p:nvGrpSpPr>
          <p:cNvPr id="18" name="Group 17">
            <a:extLst>
              <a:ext uri="{FF2B5EF4-FFF2-40B4-BE49-F238E27FC236}">
                <a16:creationId xmlns:a16="http://schemas.microsoft.com/office/drawing/2014/main" id="{6F8CAF9F-3ADF-470B-3D21-2EB3C179D668}"/>
              </a:ext>
            </a:extLst>
          </p:cNvPr>
          <p:cNvGrpSpPr/>
          <p:nvPr/>
        </p:nvGrpSpPr>
        <p:grpSpPr>
          <a:xfrm>
            <a:off x="4404440" y="4297600"/>
            <a:ext cx="127440" cy="125280"/>
            <a:chOff x="4404440" y="4297600"/>
            <a:chExt cx="127440" cy="125280"/>
          </a:xfrm>
        </p:grpSpPr>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AF020EAF-2C6A-16F5-C4CE-75BA2B057294}"/>
                    </a:ext>
                  </a:extLst>
                </p14:cNvPr>
                <p14:cNvContentPartPr/>
                <p14:nvPr/>
              </p14:nvContentPartPr>
              <p14:xfrm>
                <a:off x="4404440" y="4297600"/>
                <a:ext cx="127440" cy="107280"/>
              </p14:xfrm>
            </p:contentPart>
          </mc:Choice>
          <mc:Fallback xmlns="">
            <p:pic>
              <p:nvPicPr>
                <p:cNvPr id="16" name="Ink 15">
                  <a:extLst>
                    <a:ext uri="{FF2B5EF4-FFF2-40B4-BE49-F238E27FC236}">
                      <a16:creationId xmlns:a16="http://schemas.microsoft.com/office/drawing/2014/main" id="{AF020EAF-2C6A-16F5-C4CE-75BA2B057294}"/>
                    </a:ext>
                  </a:extLst>
                </p:cNvPr>
                <p:cNvPicPr/>
                <p:nvPr/>
              </p:nvPicPr>
              <p:blipFill>
                <a:blip r:embed="rId7"/>
                <a:stretch>
                  <a:fillRect/>
                </a:stretch>
              </p:blipFill>
              <p:spPr>
                <a:xfrm>
                  <a:off x="4400120" y="4292920"/>
                  <a:ext cx="1360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35968D00-883A-1F53-D34C-2778C3467251}"/>
                    </a:ext>
                  </a:extLst>
                </p14:cNvPr>
                <p14:cNvContentPartPr/>
                <p14:nvPr/>
              </p14:nvContentPartPr>
              <p14:xfrm>
                <a:off x="4409480" y="4328200"/>
                <a:ext cx="121320" cy="94680"/>
              </p14:xfrm>
            </p:contentPart>
          </mc:Choice>
          <mc:Fallback xmlns="">
            <p:pic>
              <p:nvPicPr>
                <p:cNvPr id="17" name="Ink 16">
                  <a:extLst>
                    <a:ext uri="{FF2B5EF4-FFF2-40B4-BE49-F238E27FC236}">
                      <a16:creationId xmlns:a16="http://schemas.microsoft.com/office/drawing/2014/main" id="{35968D00-883A-1F53-D34C-2778C3467251}"/>
                    </a:ext>
                  </a:extLst>
                </p:cNvPr>
                <p:cNvPicPr/>
                <p:nvPr/>
              </p:nvPicPr>
              <p:blipFill>
                <a:blip r:embed="rId9"/>
                <a:stretch>
                  <a:fillRect/>
                </a:stretch>
              </p:blipFill>
              <p:spPr>
                <a:xfrm>
                  <a:off x="4405160" y="4323880"/>
                  <a:ext cx="129960" cy="103320"/>
                </a:xfrm>
                <a:prstGeom prst="rect">
                  <a:avLst/>
                </a:prstGeom>
              </p:spPr>
            </p:pic>
          </mc:Fallback>
        </mc:AlternateContent>
      </p:grpSp>
      <p:sp>
        <p:nvSpPr>
          <p:cNvPr id="19" name="TextBox 18">
            <a:extLst>
              <a:ext uri="{FF2B5EF4-FFF2-40B4-BE49-F238E27FC236}">
                <a16:creationId xmlns:a16="http://schemas.microsoft.com/office/drawing/2014/main" id="{95E14ED5-4ADF-3883-D81D-6CFD016847C3}"/>
              </a:ext>
            </a:extLst>
          </p:cNvPr>
          <p:cNvSpPr txBox="1"/>
          <p:nvPr/>
        </p:nvSpPr>
        <p:spPr>
          <a:xfrm>
            <a:off x="3634734" y="6332825"/>
            <a:ext cx="4922532" cy="400110"/>
          </a:xfrm>
          <a:prstGeom prst="rect">
            <a:avLst/>
          </a:prstGeom>
          <a:noFill/>
          <a:ln>
            <a:solidFill>
              <a:schemeClr val="accent1"/>
            </a:solidFill>
          </a:ln>
        </p:spPr>
        <p:txBody>
          <a:bodyPr wrap="square" rtlCol="0">
            <a:spAutoFit/>
          </a:bodyPr>
          <a:lstStyle/>
          <a:p>
            <a:pPr algn="ctr"/>
            <a:r>
              <a:rPr lang="en-IN" sz="2000" b="1" dirty="0"/>
              <a:t>Optimal Solution: </a:t>
            </a:r>
            <a:r>
              <a:rPr lang="en-IN" sz="2000" dirty="0"/>
              <a:t>Solution-2 with Cost 13</a:t>
            </a:r>
          </a:p>
        </p:txBody>
      </p:sp>
      <p:sp>
        <p:nvSpPr>
          <p:cNvPr id="20" name="TextBox 19">
            <a:extLst>
              <a:ext uri="{FF2B5EF4-FFF2-40B4-BE49-F238E27FC236}">
                <a16:creationId xmlns:a16="http://schemas.microsoft.com/office/drawing/2014/main" id="{980D87E1-C42F-CAB6-6F53-952D92365413}"/>
              </a:ext>
            </a:extLst>
          </p:cNvPr>
          <p:cNvSpPr txBox="1"/>
          <p:nvPr/>
        </p:nvSpPr>
        <p:spPr>
          <a:xfrm>
            <a:off x="5026660" y="852618"/>
            <a:ext cx="2138680" cy="523220"/>
          </a:xfrm>
          <a:prstGeom prst="rect">
            <a:avLst/>
          </a:prstGeom>
          <a:noFill/>
        </p:spPr>
        <p:txBody>
          <a:bodyPr wrap="square" rtlCol="0">
            <a:spAutoFit/>
          </a:bodyPr>
          <a:lstStyle/>
          <a:p>
            <a:pPr algn="ctr"/>
            <a:r>
              <a:rPr lang="en-IN" sz="2800" dirty="0"/>
              <a:t>Example 2</a:t>
            </a:r>
          </a:p>
        </p:txBody>
      </p:sp>
    </p:spTree>
    <p:extLst>
      <p:ext uri="{BB962C8B-B14F-4D97-AF65-F5344CB8AC3E}">
        <p14:creationId xmlns:p14="http://schemas.microsoft.com/office/powerpoint/2010/main" val="1015426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6C4273-F28F-7268-E64C-A03F495CC6FD}"/>
              </a:ext>
            </a:extLst>
          </p:cNvPr>
          <p:cNvSpPr txBox="1"/>
          <p:nvPr/>
        </p:nvSpPr>
        <p:spPr>
          <a:xfrm>
            <a:off x="944880" y="413435"/>
            <a:ext cx="10617200" cy="523220"/>
          </a:xfrm>
          <a:prstGeom prst="rect">
            <a:avLst/>
          </a:prstGeom>
          <a:noFill/>
        </p:spPr>
        <p:txBody>
          <a:bodyPr wrap="square">
            <a:spAutoFit/>
          </a:bodyPr>
          <a:lstStyle/>
          <a:p>
            <a:r>
              <a:rPr lang="en-IN" sz="2800" b="1" u="none" strike="noStrike" dirty="0">
                <a:effectLst/>
                <a:latin typeface="Google Sans"/>
              </a:rPr>
              <a:t>Traveling Salesperson Problem (TSP)</a:t>
            </a:r>
            <a:r>
              <a:rPr lang="en-IN" sz="2800" dirty="0"/>
              <a:t> using the </a:t>
            </a:r>
            <a:r>
              <a:rPr lang="en-IN" sz="2800" b="1" u="none" strike="noStrike" dirty="0">
                <a:effectLst/>
                <a:latin typeface="Google Sans"/>
              </a:rPr>
              <a:t>Branch and Bound (BB)</a:t>
            </a:r>
            <a:endParaRPr lang="en-IN" sz="2800" dirty="0"/>
          </a:p>
        </p:txBody>
      </p:sp>
      <p:sp>
        <p:nvSpPr>
          <p:cNvPr id="7" name="TextBox 6">
            <a:extLst>
              <a:ext uri="{FF2B5EF4-FFF2-40B4-BE49-F238E27FC236}">
                <a16:creationId xmlns:a16="http://schemas.microsoft.com/office/drawing/2014/main" id="{AA2432E5-0567-3D18-5BBB-71E1681951BE}"/>
              </a:ext>
            </a:extLst>
          </p:cNvPr>
          <p:cNvSpPr txBox="1"/>
          <p:nvPr/>
        </p:nvSpPr>
        <p:spPr>
          <a:xfrm>
            <a:off x="1046480" y="1447916"/>
            <a:ext cx="10200640" cy="1438855"/>
          </a:xfrm>
          <a:prstGeom prst="rect">
            <a:avLst/>
          </a:prstGeom>
          <a:noFill/>
        </p:spPr>
        <p:txBody>
          <a:bodyPr wrap="square">
            <a:spAutoFit/>
          </a:bodyPr>
          <a:lstStyle/>
          <a:p>
            <a:pPr algn="just">
              <a:lnSpc>
                <a:spcPct val="150000"/>
              </a:lnSpc>
            </a:pPr>
            <a:r>
              <a:rPr lang="en-IN" sz="2000" b="0" i="0" dirty="0">
                <a:solidFill>
                  <a:srgbClr val="273239"/>
                </a:solidFill>
                <a:effectLst/>
                <a:latin typeface="Nunito" pitchFamily="2" charset="0"/>
              </a:rPr>
              <a:t>Given a set of cities and distance between every pair of cities, the problem is to find the shortest possible tour that visits every city exactly once and returns to the starting point.</a:t>
            </a:r>
          </a:p>
        </p:txBody>
      </p:sp>
      <p:sp>
        <p:nvSpPr>
          <p:cNvPr id="9" name="TextBox 8">
            <a:extLst>
              <a:ext uri="{FF2B5EF4-FFF2-40B4-BE49-F238E27FC236}">
                <a16:creationId xmlns:a16="http://schemas.microsoft.com/office/drawing/2014/main" id="{8068A0E1-0FBC-A53B-8C80-56B62C5E6655}"/>
              </a:ext>
            </a:extLst>
          </p:cNvPr>
          <p:cNvSpPr txBox="1"/>
          <p:nvPr/>
        </p:nvSpPr>
        <p:spPr>
          <a:xfrm>
            <a:off x="1046480" y="3069651"/>
            <a:ext cx="10200640" cy="2823593"/>
          </a:xfrm>
          <a:prstGeom prst="rect">
            <a:avLst/>
          </a:prstGeom>
          <a:noFill/>
        </p:spPr>
        <p:txBody>
          <a:bodyPr wrap="square">
            <a:spAutoFit/>
          </a:bodyPr>
          <a:lstStyle/>
          <a:p>
            <a:pPr algn="just">
              <a:lnSpc>
                <a:spcPct val="150000"/>
              </a:lnSpc>
            </a:pPr>
            <a:r>
              <a:rPr lang="en-IN" sz="2000" b="0" i="1" dirty="0">
                <a:solidFill>
                  <a:srgbClr val="273239"/>
                </a:solidFill>
                <a:effectLst/>
                <a:latin typeface="Nunito" pitchFamily="2" charset="0"/>
              </a:rPr>
              <a:t>In the Branch and Bound method, we explore the solution space as a state space tree where each node represents a partial tour. For every node, we compute a bound on the best possible solution that can be obtained from that node. If this bound is greater than the best solution found so far, the subtree rooted at that node is ignored (pruned) because it cannot produce a better solution. </a:t>
            </a:r>
            <a:r>
              <a:rPr lang="en-IN" sz="2000" b="1" i="1" dirty="0">
                <a:solidFill>
                  <a:srgbClr val="273239"/>
                </a:solidFill>
                <a:effectLst/>
                <a:latin typeface="Nunito" pitchFamily="2" charset="0"/>
              </a:rPr>
              <a:t>(Here we are </a:t>
            </a:r>
            <a:r>
              <a:rPr lang="en-IN" sz="2000" b="1" i="1" dirty="0">
                <a:solidFill>
                  <a:srgbClr val="273239"/>
                </a:solidFill>
                <a:latin typeface="Nunito" pitchFamily="2" charset="0"/>
              </a:rPr>
              <a:t>applying </a:t>
            </a:r>
            <a:r>
              <a:rPr lang="en-IN" sz="2000" b="1" i="1" dirty="0">
                <a:solidFill>
                  <a:srgbClr val="273239"/>
                </a:solidFill>
                <a:effectLst/>
                <a:latin typeface="Nunito" pitchFamily="2" charset="0"/>
              </a:rPr>
              <a:t>LC-BB Least Cost Branch &amp; Bound Technique)</a:t>
            </a:r>
            <a:endParaRPr lang="en-IN" sz="2000" b="1" dirty="0"/>
          </a:p>
        </p:txBody>
      </p:sp>
    </p:spTree>
    <p:extLst>
      <p:ext uri="{BB962C8B-B14F-4D97-AF65-F5344CB8AC3E}">
        <p14:creationId xmlns:p14="http://schemas.microsoft.com/office/powerpoint/2010/main" val="22194314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C6E49-F005-C371-482B-E43BA17989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1DA869-E3AE-0FDD-E225-B1DD027BD8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8104" y="0"/>
            <a:ext cx="9655791" cy="6858000"/>
          </a:xfrm>
          <a:prstGeom prst="rect">
            <a:avLst/>
          </a:prstGeom>
        </p:spPr>
      </p:pic>
      <p:sp>
        <p:nvSpPr>
          <p:cNvPr id="3" name="TextBox 2">
            <a:extLst>
              <a:ext uri="{FF2B5EF4-FFF2-40B4-BE49-F238E27FC236}">
                <a16:creationId xmlns:a16="http://schemas.microsoft.com/office/drawing/2014/main" id="{2FD84B82-E5FA-0934-D908-49498477A6ED}"/>
              </a:ext>
            </a:extLst>
          </p:cNvPr>
          <p:cNvSpPr txBox="1"/>
          <p:nvPr/>
        </p:nvSpPr>
        <p:spPr>
          <a:xfrm>
            <a:off x="1268103" y="0"/>
            <a:ext cx="9655791" cy="461665"/>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p:pic>
        <p:nvPicPr>
          <p:cNvPr id="22" name="Picture 21">
            <a:extLst>
              <a:ext uri="{FF2B5EF4-FFF2-40B4-BE49-F238E27FC236}">
                <a16:creationId xmlns:a16="http://schemas.microsoft.com/office/drawing/2014/main" id="{BBFB9606-3AA9-4D73-1E62-05975E4E5B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8446" y="3997825"/>
            <a:ext cx="3953554" cy="2860175"/>
          </a:xfrm>
          <a:prstGeom prst="rect">
            <a:avLst/>
          </a:prstGeom>
        </p:spPr>
      </p:pic>
      <p:grpSp>
        <p:nvGrpSpPr>
          <p:cNvPr id="20" name="Group 19">
            <a:extLst>
              <a:ext uri="{FF2B5EF4-FFF2-40B4-BE49-F238E27FC236}">
                <a16:creationId xmlns:a16="http://schemas.microsoft.com/office/drawing/2014/main" id="{3E24288F-0178-D018-8568-1E5D9F0E1D2E}"/>
              </a:ext>
            </a:extLst>
          </p:cNvPr>
          <p:cNvGrpSpPr/>
          <p:nvPr/>
        </p:nvGrpSpPr>
        <p:grpSpPr>
          <a:xfrm>
            <a:off x="6461480" y="4135120"/>
            <a:ext cx="2977160" cy="2306280"/>
            <a:chOff x="6461480" y="3999880"/>
            <a:chExt cx="2957400" cy="2441520"/>
          </a:xfrm>
        </p:grpSpPr>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AE404CC6-EC07-6D86-22E9-950DE98DB0F6}"/>
                    </a:ext>
                  </a:extLst>
                </p14:cNvPr>
                <p14:cNvContentPartPr/>
                <p14:nvPr/>
              </p14:nvContentPartPr>
              <p14:xfrm>
                <a:off x="6461480" y="4086280"/>
                <a:ext cx="2942640" cy="2355120"/>
              </p14:xfrm>
            </p:contentPart>
          </mc:Choice>
          <mc:Fallback xmlns="">
            <p:pic>
              <p:nvPicPr>
                <p:cNvPr id="15" name="Ink 14">
                  <a:extLst>
                    <a:ext uri="{FF2B5EF4-FFF2-40B4-BE49-F238E27FC236}">
                      <a16:creationId xmlns:a16="http://schemas.microsoft.com/office/drawing/2014/main" id="{AE404CC6-EC07-6D86-22E9-950DE98DB0F6}"/>
                    </a:ext>
                  </a:extLst>
                </p:cNvPr>
                <p:cNvPicPr/>
                <p:nvPr/>
              </p:nvPicPr>
              <p:blipFill>
                <a:blip r:embed="rId5"/>
                <a:stretch>
                  <a:fillRect/>
                </a:stretch>
              </p:blipFill>
              <p:spPr>
                <a:xfrm>
                  <a:off x="6452539" y="4077134"/>
                  <a:ext cx="2960164" cy="2373793"/>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6A32EA5D-9F0D-0E22-C17D-B17EE89A9E41}"/>
                    </a:ext>
                  </a:extLst>
                </p14:cNvPr>
                <p14:cNvContentPartPr/>
                <p14:nvPr/>
              </p14:nvContentPartPr>
              <p14:xfrm>
                <a:off x="9291080" y="4030840"/>
                <a:ext cx="127800" cy="54000"/>
              </p14:xfrm>
            </p:contentPart>
          </mc:Choice>
          <mc:Fallback xmlns="">
            <p:pic>
              <p:nvPicPr>
                <p:cNvPr id="16" name="Ink 15">
                  <a:extLst>
                    <a:ext uri="{FF2B5EF4-FFF2-40B4-BE49-F238E27FC236}">
                      <a16:creationId xmlns:a16="http://schemas.microsoft.com/office/drawing/2014/main" id="{6A32EA5D-9F0D-0E22-C17D-B17EE89A9E41}"/>
                    </a:ext>
                  </a:extLst>
                </p:cNvPr>
                <p:cNvPicPr/>
                <p:nvPr/>
              </p:nvPicPr>
              <p:blipFill>
                <a:blip r:embed="rId7"/>
                <a:stretch>
                  <a:fillRect/>
                </a:stretch>
              </p:blipFill>
              <p:spPr>
                <a:xfrm>
                  <a:off x="9282130" y="4021333"/>
                  <a:ext cx="145341" cy="72634"/>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0270AB77-3F41-542B-9806-54DC2106E716}"/>
                    </a:ext>
                  </a:extLst>
                </p14:cNvPr>
                <p14:cNvContentPartPr/>
                <p14:nvPr/>
              </p14:nvContentPartPr>
              <p14:xfrm>
                <a:off x="9272720" y="4084480"/>
                <a:ext cx="145800" cy="220320"/>
              </p14:xfrm>
            </p:contentPart>
          </mc:Choice>
          <mc:Fallback xmlns="">
            <p:pic>
              <p:nvPicPr>
                <p:cNvPr id="17" name="Ink 16">
                  <a:extLst>
                    <a:ext uri="{FF2B5EF4-FFF2-40B4-BE49-F238E27FC236}">
                      <a16:creationId xmlns:a16="http://schemas.microsoft.com/office/drawing/2014/main" id="{0270AB77-3F41-542B-9806-54DC2106E716}"/>
                    </a:ext>
                  </a:extLst>
                </p:cNvPr>
                <p:cNvPicPr/>
                <p:nvPr/>
              </p:nvPicPr>
              <p:blipFill>
                <a:blip r:embed="rId9"/>
                <a:stretch>
                  <a:fillRect/>
                </a:stretch>
              </p:blipFill>
              <p:spPr>
                <a:xfrm>
                  <a:off x="9263786" y="4074967"/>
                  <a:ext cx="163310" cy="238965"/>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5F9C716D-11B4-F01A-C03E-F28D8CD2FD61}"/>
                    </a:ext>
                  </a:extLst>
                </p14:cNvPr>
                <p14:cNvContentPartPr/>
                <p14:nvPr/>
              </p14:nvContentPartPr>
              <p14:xfrm>
                <a:off x="9155720" y="3999880"/>
                <a:ext cx="171000" cy="54000"/>
              </p14:xfrm>
            </p:contentPart>
          </mc:Choice>
          <mc:Fallback xmlns="">
            <p:pic>
              <p:nvPicPr>
                <p:cNvPr id="19" name="Ink 18">
                  <a:extLst>
                    <a:ext uri="{FF2B5EF4-FFF2-40B4-BE49-F238E27FC236}">
                      <a16:creationId xmlns:a16="http://schemas.microsoft.com/office/drawing/2014/main" id="{5F9C716D-11B4-F01A-C03E-F28D8CD2FD61}"/>
                    </a:ext>
                  </a:extLst>
                </p:cNvPr>
                <p:cNvPicPr/>
                <p:nvPr/>
              </p:nvPicPr>
              <p:blipFill>
                <a:blip r:embed="rId11"/>
                <a:stretch>
                  <a:fillRect/>
                </a:stretch>
              </p:blipFill>
              <p:spPr>
                <a:xfrm>
                  <a:off x="9147134" y="3990753"/>
                  <a:ext cx="188529" cy="72634"/>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BBBE24FD-B341-1260-FA35-6CD397FDFB23}"/>
                  </a:ext>
                </a:extLst>
              </p14:cNvPr>
              <p14:cNvContentPartPr/>
              <p14:nvPr/>
            </p14:nvContentPartPr>
            <p14:xfrm>
              <a:off x="9529400" y="3850480"/>
              <a:ext cx="948240" cy="682200"/>
            </p14:xfrm>
          </p:contentPart>
        </mc:Choice>
        <mc:Fallback xmlns="">
          <p:pic>
            <p:nvPicPr>
              <p:cNvPr id="14" name="Ink 13">
                <a:extLst>
                  <a:ext uri="{FF2B5EF4-FFF2-40B4-BE49-F238E27FC236}">
                    <a16:creationId xmlns:a16="http://schemas.microsoft.com/office/drawing/2014/main" id="{BBBE24FD-B341-1260-FA35-6CD397FDFB23}"/>
                  </a:ext>
                </a:extLst>
              </p:cNvPr>
              <p:cNvPicPr/>
              <p:nvPr/>
            </p:nvPicPr>
            <p:blipFill>
              <a:blip r:embed="rId13"/>
              <a:stretch>
                <a:fillRect/>
              </a:stretch>
            </p:blipFill>
            <p:spPr>
              <a:xfrm>
                <a:off x="9520400" y="3841480"/>
                <a:ext cx="965880" cy="699840"/>
              </a:xfrm>
              <a:prstGeom prst="rect">
                <a:avLst/>
              </a:prstGeom>
            </p:spPr>
          </p:pic>
        </mc:Fallback>
      </mc:AlternateContent>
    </p:spTree>
    <p:extLst>
      <p:ext uri="{BB962C8B-B14F-4D97-AF65-F5344CB8AC3E}">
        <p14:creationId xmlns:p14="http://schemas.microsoft.com/office/powerpoint/2010/main" val="9362595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9FFB2-24A6-55C7-42EB-0C87E620E02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3A8F2D3-1FFF-AC5E-4BA7-6052E579BC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1095" y="0"/>
            <a:ext cx="9649810" cy="6858000"/>
          </a:xfrm>
          <a:prstGeom prst="rect">
            <a:avLst/>
          </a:prstGeom>
        </p:spPr>
      </p:pic>
      <p:grpSp>
        <p:nvGrpSpPr>
          <p:cNvPr id="14" name="Group 13">
            <a:extLst>
              <a:ext uri="{FF2B5EF4-FFF2-40B4-BE49-F238E27FC236}">
                <a16:creationId xmlns:a16="http://schemas.microsoft.com/office/drawing/2014/main" id="{DF74D353-6E87-1A68-C616-ED4AB835F396}"/>
              </a:ext>
            </a:extLst>
          </p:cNvPr>
          <p:cNvGrpSpPr/>
          <p:nvPr/>
        </p:nvGrpSpPr>
        <p:grpSpPr>
          <a:xfrm>
            <a:off x="6827800" y="3820160"/>
            <a:ext cx="20160" cy="277920"/>
            <a:chOff x="6827800" y="3820160"/>
            <a:chExt cx="20160" cy="27792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0" name="Ink 9">
                  <a:extLst>
                    <a:ext uri="{FF2B5EF4-FFF2-40B4-BE49-F238E27FC236}">
                      <a16:creationId xmlns:a16="http://schemas.microsoft.com/office/drawing/2014/main" id="{3126EE4C-8030-920B-16AE-FD797F388D38}"/>
                    </a:ext>
                  </a:extLst>
                </p14:cNvPr>
                <p14:cNvContentPartPr/>
                <p14:nvPr/>
              </p14:nvContentPartPr>
              <p14:xfrm>
                <a:off x="6842200" y="3820160"/>
                <a:ext cx="5760" cy="34560"/>
              </p14:xfrm>
            </p:contentPart>
          </mc:Choice>
          <mc:Fallback xmlns="">
            <p:pic>
              <p:nvPicPr>
                <p:cNvPr id="10" name="Ink 9">
                  <a:extLst>
                    <a:ext uri="{FF2B5EF4-FFF2-40B4-BE49-F238E27FC236}">
                      <a16:creationId xmlns:a16="http://schemas.microsoft.com/office/drawing/2014/main" id="{3126EE4C-8030-920B-16AE-FD797F388D38}"/>
                    </a:ext>
                  </a:extLst>
                </p:cNvPr>
                <p:cNvPicPr/>
                <p:nvPr/>
              </p:nvPicPr>
              <p:blipFill>
                <a:blip r:embed="rId4"/>
                <a:stretch>
                  <a:fillRect/>
                </a:stretch>
              </p:blipFill>
              <p:spPr>
                <a:xfrm>
                  <a:off x="6824560" y="3712160"/>
                  <a:ext cx="41400" cy="250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1" name="Ink 10">
                  <a:extLst>
                    <a:ext uri="{FF2B5EF4-FFF2-40B4-BE49-F238E27FC236}">
                      <a16:creationId xmlns:a16="http://schemas.microsoft.com/office/drawing/2014/main" id="{45D5F5B9-9ED0-F56B-B739-EE16CB50EFED}"/>
                    </a:ext>
                  </a:extLst>
                </p14:cNvPr>
                <p14:cNvContentPartPr/>
                <p14:nvPr/>
              </p14:nvContentPartPr>
              <p14:xfrm>
                <a:off x="6837520" y="3896480"/>
                <a:ext cx="360" cy="23040"/>
              </p14:xfrm>
            </p:contentPart>
          </mc:Choice>
          <mc:Fallback xmlns="">
            <p:pic>
              <p:nvPicPr>
                <p:cNvPr id="11" name="Ink 10">
                  <a:extLst>
                    <a:ext uri="{FF2B5EF4-FFF2-40B4-BE49-F238E27FC236}">
                      <a16:creationId xmlns:a16="http://schemas.microsoft.com/office/drawing/2014/main" id="{45D5F5B9-9ED0-F56B-B739-EE16CB50EFED}"/>
                    </a:ext>
                  </a:extLst>
                </p:cNvPr>
                <p:cNvPicPr/>
                <p:nvPr/>
              </p:nvPicPr>
              <p:blipFill>
                <a:blip r:embed="rId6"/>
                <a:stretch>
                  <a:fillRect/>
                </a:stretch>
              </p:blipFill>
              <p:spPr>
                <a:xfrm>
                  <a:off x="6819520" y="3788480"/>
                  <a:ext cx="36000" cy="238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2" name="Ink 11">
                  <a:extLst>
                    <a:ext uri="{FF2B5EF4-FFF2-40B4-BE49-F238E27FC236}">
                      <a16:creationId xmlns:a16="http://schemas.microsoft.com/office/drawing/2014/main" id="{B04DC446-44F8-DC58-C4E0-9E94E3EF045D}"/>
                    </a:ext>
                  </a:extLst>
                </p14:cNvPr>
                <p14:cNvContentPartPr/>
                <p14:nvPr/>
              </p14:nvContentPartPr>
              <p14:xfrm>
                <a:off x="6827800" y="3977480"/>
                <a:ext cx="10080" cy="35280"/>
              </p14:xfrm>
            </p:contentPart>
          </mc:Choice>
          <mc:Fallback xmlns="">
            <p:pic>
              <p:nvPicPr>
                <p:cNvPr id="12" name="Ink 11">
                  <a:extLst>
                    <a:ext uri="{FF2B5EF4-FFF2-40B4-BE49-F238E27FC236}">
                      <a16:creationId xmlns:a16="http://schemas.microsoft.com/office/drawing/2014/main" id="{B04DC446-44F8-DC58-C4E0-9E94E3EF045D}"/>
                    </a:ext>
                  </a:extLst>
                </p:cNvPr>
                <p:cNvPicPr/>
                <p:nvPr/>
              </p:nvPicPr>
              <p:blipFill>
                <a:blip r:embed="rId8"/>
                <a:stretch>
                  <a:fillRect/>
                </a:stretch>
              </p:blipFill>
              <p:spPr>
                <a:xfrm>
                  <a:off x="6810160" y="3869480"/>
                  <a:ext cx="45720" cy="250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3" name="Ink 12">
                  <a:extLst>
                    <a:ext uri="{FF2B5EF4-FFF2-40B4-BE49-F238E27FC236}">
                      <a16:creationId xmlns:a16="http://schemas.microsoft.com/office/drawing/2014/main" id="{01EFC2AE-9A7C-09C8-E431-9D01D1C08400}"/>
                    </a:ext>
                  </a:extLst>
                </p14:cNvPr>
                <p14:cNvContentPartPr/>
                <p14:nvPr/>
              </p14:nvContentPartPr>
              <p14:xfrm>
                <a:off x="6832480" y="4068920"/>
                <a:ext cx="5040" cy="29160"/>
              </p14:xfrm>
            </p:contentPart>
          </mc:Choice>
          <mc:Fallback xmlns="">
            <p:pic>
              <p:nvPicPr>
                <p:cNvPr id="13" name="Ink 12">
                  <a:extLst>
                    <a:ext uri="{FF2B5EF4-FFF2-40B4-BE49-F238E27FC236}">
                      <a16:creationId xmlns:a16="http://schemas.microsoft.com/office/drawing/2014/main" id="{01EFC2AE-9A7C-09C8-E431-9D01D1C08400}"/>
                    </a:ext>
                  </a:extLst>
                </p:cNvPr>
                <p:cNvPicPr/>
                <p:nvPr/>
              </p:nvPicPr>
              <p:blipFill>
                <a:blip r:embed="rId10"/>
                <a:stretch>
                  <a:fillRect/>
                </a:stretch>
              </p:blipFill>
              <p:spPr>
                <a:xfrm>
                  <a:off x="6814480" y="3960920"/>
                  <a:ext cx="40680" cy="244800"/>
                </a:xfrm>
                <a:prstGeom prst="rect">
                  <a:avLst/>
                </a:prstGeom>
              </p:spPr>
            </p:pic>
          </mc:Fallback>
        </mc:AlternateContent>
      </p:grpSp>
      <p:sp>
        <p:nvSpPr>
          <p:cNvPr id="5" name="TextBox 4">
            <a:extLst>
              <a:ext uri="{FF2B5EF4-FFF2-40B4-BE49-F238E27FC236}">
                <a16:creationId xmlns:a16="http://schemas.microsoft.com/office/drawing/2014/main" id="{60030C47-C875-6FD6-7265-57C065AD2F43}"/>
              </a:ext>
            </a:extLst>
          </p:cNvPr>
          <p:cNvSpPr txBox="1"/>
          <p:nvPr/>
        </p:nvSpPr>
        <p:spPr>
          <a:xfrm>
            <a:off x="1268103" y="20320"/>
            <a:ext cx="9655791" cy="461665"/>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p:pic>
        <p:nvPicPr>
          <p:cNvPr id="29" name="Picture 28">
            <a:extLst>
              <a:ext uri="{FF2B5EF4-FFF2-40B4-BE49-F238E27FC236}">
                <a16:creationId xmlns:a16="http://schemas.microsoft.com/office/drawing/2014/main" id="{D611417E-AEAA-CADD-44D6-0777A43F299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650040" y="2283716"/>
            <a:ext cx="3542228" cy="2562604"/>
          </a:xfrm>
          <a:prstGeom prst="rect">
            <a:avLst/>
          </a:prstGeom>
        </p:spPr>
      </p:pic>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E83202FE-8540-D3E0-0048-AA19CBAC64E2}"/>
                  </a:ext>
                </a:extLst>
              </p14:cNvPr>
              <p14:cNvContentPartPr/>
              <p14:nvPr/>
            </p14:nvContentPartPr>
            <p14:xfrm>
              <a:off x="9326720" y="2773720"/>
              <a:ext cx="378720" cy="549000"/>
            </p14:xfrm>
          </p:contentPart>
        </mc:Choice>
        <mc:Fallback xmlns="">
          <p:pic>
            <p:nvPicPr>
              <p:cNvPr id="17" name="Ink 16">
                <a:extLst>
                  <a:ext uri="{FF2B5EF4-FFF2-40B4-BE49-F238E27FC236}">
                    <a16:creationId xmlns:a16="http://schemas.microsoft.com/office/drawing/2014/main" id="{E83202FE-8540-D3E0-0048-AA19CBAC64E2}"/>
                  </a:ext>
                </a:extLst>
              </p:cNvPr>
              <p:cNvPicPr/>
              <p:nvPr/>
            </p:nvPicPr>
            <p:blipFill>
              <a:blip r:embed="rId13"/>
              <a:stretch>
                <a:fillRect/>
              </a:stretch>
            </p:blipFill>
            <p:spPr>
              <a:xfrm>
                <a:off x="9317720" y="2765080"/>
                <a:ext cx="396360" cy="566640"/>
              </a:xfrm>
              <a:prstGeom prst="rect">
                <a:avLst/>
              </a:prstGeom>
            </p:spPr>
          </p:pic>
        </mc:Fallback>
      </mc:AlternateContent>
      <p:grpSp>
        <p:nvGrpSpPr>
          <p:cNvPr id="27" name="Group 26">
            <a:extLst>
              <a:ext uri="{FF2B5EF4-FFF2-40B4-BE49-F238E27FC236}">
                <a16:creationId xmlns:a16="http://schemas.microsoft.com/office/drawing/2014/main" id="{C61B73B6-9933-BF12-0BF2-DB1E2B7C42FD}"/>
              </a:ext>
            </a:extLst>
          </p:cNvPr>
          <p:cNvGrpSpPr/>
          <p:nvPr/>
        </p:nvGrpSpPr>
        <p:grpSpPr>
          <a:xfrm>
            <a:off x="7923440" y="3370600"/>
            <a:ext cx="1205280" cy="2979720"/>
            <a:chOff x="7923440" y="3370600"/>
            <a:chExt cx="1205280" cy="2979720"/>
          </a:xfrm>
        </p:grpSpPr>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E5F78621-FC41-8A7A-A823-1675A688D75E}"/>
                    </a:ext>
                  </a:extLst>
                </p14:cNvPr>
                <p14:cNvContentPartPr/>
                <p14:nvPr/>
              </p14:nvContentPartPr>
              <p14:xfrm>
                <a:off x="7923440" y="3384640"/>
                <a:ext cx="1148400" cy="2965680"/>
              </p14:xfrm>
            </p:contentPart>
          </mc:Choice>
          <mc:Fallback xmlns="">
            <p:pic>
              <p:nvPicPr>
                <p:cNvPr id="19" name="Ink 18">
                  <a:extLst>
                    <a:ext uri="{FF2B5EF4-FFF2-40B4-BE49-F238E27FC236}">
                      <a16:creationId xmlns:a16="http://schemas.microsoft.com/office/drawing/2014/main" id="{E5F78621-FC41-8A7A-A823-1675A688D75E}"/>
                    </a:ext>
                  </a:extLst>
                </p:cNvPr>
                <p:cNvPicPr/>
                <p:nvPr/>
              </p:nvPicPr>
              <p:blipFill>
                <a:blip r:embed="rId15"/>
                <a:stretch>
                  <a:fillRect/>
                </a:stretch>
              </p:blipFill>
              <p:spPr>
                <a:xfrm>
                  <a:off x="7914800" y="3376000"/>
                  <a:ext cx="1166040" cy="2983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0" name="Ink 19">
                  <a:extLst>
                    <a:ext uri="{FF2B5EF4-FFF2-40B4-BE49-F238E27FC236}">
                      <a16:creationId xmlns:a16="http://schemas.microsoft.com/office/drawing/2014/main" id="{D5FAECD6-E960-2231-AFCE-D559F4AE1B9A}"/>
                    </a:ext>
                  </a:extLst>
                </p14:cNvPr>
                <p14:cNvContentPartPr/>
                <p14:nvPr/>
              </p14:nvContentPartPr>
              <p14:xfrm>
                <a:off x="8956280" y="3373120"/>
                <a:ext cx="117000" cy="73440"/>
              </p14:xfrm>
            </p:contentPart>
          </mc:Choice>
          <mc:Fallback xmlns="">
            <p:pic>
              <p:nvPicPr>
                <p:cNvPr id="20" name="Ink 19">
                  <a:extLst>
                    <a:ext uri="{FF2B5EF4-FFF2-40B4-BE49-F238E27FC236}">
                      <a16:creationId xmlns:a16="http://schemas.microsoft.com/office/drawing/2014/main" id="{D5FAECD6-E960-2231-AFCE-D559F4AE1B9A}"/>
                    </a:ext>
                  </a:extLst>
                </p:cNvPr>
                <p:cNvPicPr/>
                <p:nvPr/>
              </p:nvPicPr>
              <p:blipFill>
                <a:blip r:embed="rId17"/>
                <a:stretch>
                  <a:fillRect/>
                </a:stretch>
              </p:blipFill>
              <p:spPr>
                <a:xfrm>
                  <a:off x="8947280" y="3364120"/>
                  <a:ext cx="13464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1" name="Ink 20">
                  <a:extLst>
                    <a:ext uri="{FF2B5EF4-FFF2-40B4-BE49-F238E27FC236}">
                      <a16:creationId xmlns:a16="http://schemas.microsoft.com/office/drawing/2014/main" id="{677682EB-3617-CF94-CF67-284452F05900}"/>
                    </a:ext>
                  </a:extLst>
                </p14:cNvPr>
                <p14:cNvContentPartPr/>
                <p14:nvPr/>
              </p14:nvContentPartPr>
              <p14:xfrm>
                <a:off x="9093440" y="3403720"/>
                <a:ext cx="35280" cy="204120"/>
              </p14:xfrm>
            </p:contentPart>
          </mc:Choice>
          <mc:Fallback xmlns="">
            <p:pic>
              <p:nvPicPr>
                <p:cNvPr id="21" name="Ink 20">
                  <a:extLst>
                    <a:ext uri="{FF2B5EF4-FFF2-40B4-BE49-F238E27FC236}">
                      <a16:creationId xmlns:a16="http://schemas.microsoft.com/office/drawing/2014/main" id="{677682EB-3617-CF94-CF67-284452F05900}"/>
                    </a:ext>
                  </a:extLst>
                </p:cNvPr>
                <p:cNvPicPr/>
                <p:nvPr/>
              </p:nvPicPr>
              <p:blipFill>
                <a:blip r:embed="rId19"/>
                <a:stretch>
                  <a:fillRect/>
                </a:stretch>
              </p:blipFill>
              <p:spPr>
                <a:xfrm>
                  <a:off x="9084440" y="3394720"/>
                  <a:ext cx="5292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8FA29B20-64C1-25F1-5264-026F056750B9}"/>
                    </a:ext>
                  </a:extLst>
                </p14:cNvPr>
                <p14:cNvContentPartPr/>
                <p14:nvPr/>
              </p14:nvContentPartPr>
              <p14:xfrm>
                <a:off x="9103160" y="3373120"/>
                <a:ext cx="360" cy="32040"/>
              </p14:xfrm>
            </p:contentPart>
          </mc:Choice>
          <mc:Fallback xmlns="">
            <p:pic>
              <p:nvPicPr>
                <p:cNvPr id="24" name="Ink 23">
                  <a:extLst>
                    <a:ext uri="{FF2B5EF4-FFF2-40B4-BE49-F238E27FC236}">
                      <a16:creationId xmlns:a16="http://schemas.microsoft.com/office/drawing/2014/main" id="{8FA29B20-64C1-25F1-5264-026F056750B9}"/>
                    </a:ext>
                  </a:extLst>
                </p:cNvPr>
                <p:cNvPicPr/>
                <p:nvPr/>
              </p:nvPicPr>
              <p:blipFill>
                <a:blip r:embed="rId21"/>
                <a:stretch>
                  <a:fillRect/>
                </a:stretch>
              </p:blipFill>
              <p:spPr>
                <a:xfrm>
                  <a:off x="9094520" y="3364120"/>
                  <a:ext cx="180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6" name="Ink 25">
                  <a:extLst>
                    <a:ext uri="{FF2B5EF4-FFF2-40B4-BE49-F238E27FC236}">
                      <a16:creationId xmlns:a16="http://schemas.microsoft.com/office/drawing/2014/main" id="{A35DF1DC-3E81-3AAE-5B27-DB6B883DB0FE}"/>
                    </a:ext>
                  </a:extLst>
                </p14:cNvPr>
                <p14:cNvContentPartPr/>
                <p14:nvPr/>
              </p14:nvContentPartPr>
              <p14:xfrm>
                <a:off x="8915600" y="3370600"/>
                <a:ext cx="194760" cy="94320"/>
              </p14:xfrm>
            </p:contentPart>
          </mc:Choice>
          <mc:Fallback xmlns="">
            <p:pic>
              <p:nvPicPr>
                <p:cNvPr id="26" name="Ink 25">
                  <a:extLst>
                    <a:ext uri="{FF2B5EF4-FFF2-40B4-BE49-F238E27FC236}">
                      <a16:creationId xmlns:a16="http://schemas.microsoft.com/office/drawing/2014/main" id="{A35DF1DC-3E81-3AAE-5B27-DB6B883DB0FE}"/>
                    </a:ext>
                  </a:extLst>
                </p:cNvPr>
                <p:cNvPicPr/>
                <p:nvPr/>
              </p:nvPicPr>
              <p:blipFill>
                <a:blip r:embed="rId23"/>
                <a:stretch>
                  <a:fillRect/>
                </a:stretch>
              </p:blipFill>
              <p:spPr>
                <a:xfrm>
                  <a:off x="8906600" y="3361960"/>
                  <a:ext cx="212400" cy="111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18" name="Ink 17">
                <a:extLst>
                  <a:ext uri="{FF2B5EF4-FFF2-40B4-BE49-F238E27FC236}">
                    <a16:creationId xmlns:a16="http://schemas.microsoft.com/office/drawing/2014/main" id="{D376BCD6-19D5-4DC7-74B9-9248CBBBA90C}"/>
                  </a:ext>
                </a:extLst>
              </p14:cNvPr>
              <p14:cNvContentPartPr/>
              <p14:nvPr/>
            </p14:nvContentPartPr>
            <p14:xfrm>
              <a:off x="8949800" y="2702080"/>
              <a:ext cx="618120" cy="640800"/>
            </p14:xfrm>
          </p:contentPart>
        </mc:Choice>
        <mc:Fallback xmlns="">
          <p:pic>
            <p:nvPicPr>
              <p:cNvPr id="18" name="Ink 17">
                <a:extLst>
                  <a:ext uri="{FF2B5EF4-FFF2-40B4-BE49-F238E27FC236}">
                    <a16:creationId xmlns:a16="http://schemas.microsoft.com/office/drawing/2014/main" id="{D376BCD6-19D5-4DC7-74B9-9248CBBBA90C}"/>
                  </a:ext>
                </a:extLst>
              </p:cNvPr>
              <p:cNvPicPr/>
              <p:nvPr/>
            </p:nvPicPr>
            <p:blipFill>
              <a:blip r:embed="rId25"/>
              <a:stretch>
                <a:fillRect/>
              </a:stretch>
            </p:blipFill>
            <p:spPr>
              <a:xfrm>
                <a:off x="8940800" y="2693440"/>
                <a:ext cx="635760" cy="658440"/>
              </a:xfrm>
              <a:prstGeom prst="rect">
                <a:avLst/>
              </a:prstGeom>
            </p:spPr>
          </p:pic>
        </mc:Fallback>
      </mc:AlternateContent>
    </p:spTree>
    <p:extLst>
      <p:ext uri="{BB962C8B-B14F-4D97-AF65-F5344CB8AC3E}">
        <p14:creationId xmlns:p14="http://schemas.microsoft.com/office/powerpoint/2010/main" val="24685475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5FF6C-2EE4-6FBF-41C8-B86F32F0239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64B4B8B-4FA6-3EFC-85F6-C69F4359D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7252" y="0"/>
            <a:ext cx="9697496" cy="6858000"/>
          </a:xfrm>
          <a:prstGeom prst="rect">
            <a:avLst/>
          </a:prstGeom>
        </p:spPr>
      </p:pic>
      <p:sp>
        <p:nvSpPr>
          <p:cNvPr id="5" name="TextBox 4">
            <a:extLst>
              <a:ext uri="{FF2B5EF4-FFF2-40B4-BE49-F238E27FC236}">
                <a16:creationId xmlns:a16="http://schemas.microsoft.com/office/drawing/2014/main" id="{40B9C209-EFD8-61C2-EC3B-CD147D068CA7}"/>
              </a:ext>
            </a:extLst>
          </p:cNvPr>
          <p:cNvSpPr txBox="1"/>
          <p:nvPr/>
        </p:nvSpPr>
        <p:spPr>
          <a:xfrm>
            <a:off x="1268103" y="0"/>
            <a:ext cx="9655791" cy="461665"/>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p:pic>
        <p:nvPicPr>
          <p:cNvPr id="15" name="Picture 14">
            <a:extLst>
              <a:ext uri="{FF2B5EF4-FFF2-40B4-BE49-F238E27FC236}">
                <a16:creationId xmlns:a16="http://schemas.microsoft.com/office/drawing/2014/main" id="{02D38033-EE0F-23FD-C236-80F025B227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49772" y="3684098"/>
            <a:ext cx="3542228" cy="2562604"/>
          </a:xfrm>
          <a:prstGeom prst="rect">
            <a:avLst/>
          </a:prstGeom>
        </p:spPr>
      </p:pic>
      <p:grpSp>
        <p:nvGrpSpPr>
          <p:cNvPr id="13" name="Group 12">
            <a:extLst>
              <a:ext uri="{FF2B5EF4-FFF2-40B4-BE49-F238E27FC236}">
                <a16:creationId xmlns:a16="http://schemas.microsoft.com/office/drawing/2014/main" id="{90CE8772-BB66-6415-120A-9C3BC2A7ABF8}"/>
              </a:ext>
            </a:extLst>
          </p:cNvPr>
          <p:cNvGrpSpPr/>
          <p:nvPr/>
        </p:nvGrpSpPr>
        <p:grpSpPr>
          <a:xfrm>
            <a:off x="8391080" y="4764880"/>
            <a:ext cx="1262880" cy="1656360"/>
            <a:chOff x="8391080" y="4764880"/>
            <a:chExt cx="1262880" cy="1656360"/>
          </a:xfrm>
        </p:grpSpPr>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3ADE2484-54C8-207E-AA1C-04D2057ED28C}"/>
                    </a:ext>
                  </a:extLst>
                </p14:cNvPr>
                <p14:cNvContentPartPr/>
                <p14:nvPr/>
              </p14:nvContentPartPr>
              <p14:xfrm>
                <a:off x="8391080" y="4773520"/>
                <a:ext cx="1254240" cy="1647720"/>
              </p14:xfrm>
            </p:contentPart>
          </mc:Choice>
          <mc:Fallback xmlns="">
            <p:pic>
              <p:nvPicPr>
                <p:cNvPr id="11" name="Ink 10">
                  <a:extLst>
                    <a:ext uri="{FF2B5EF4-FFF2-40B4-BE49-F238E27FC236}">
                      <a16:creationId xmlns:a16="http://schemas.microsoft.com/office/drawing/2014/main" id="{3ADE2484-54C8-207E-AA1C-04D2057ED28C}"/>
                    </a:ext>
                  </a:extLst>
                </p:cNvPr>
                <p:cNvPicPr/>
                <p:nvPr/>
              </p:nvPicPr>
              <p:blipFill>
                <a:blip r:embed="rId5"/>
                <a:stretch>
                  <a:fillRect/>
                </a:stretch>
              </p:blipFill>
              <p:spPr>
                <a:xfrm>
                  <a:off x="8382440" y="4764880"/>
                  <a:ext cx="1271880" cy="1665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CA71E106-EE87-5D8A-1768-7B1835461313}"/>
                    </a:ext>
                  </a:extLst>
                </p14:cNvPr>
                <p14:cNvContentPartPr/>
                <p14:nvPr/>
              </p14:nvContentPartPr>
              <p14:xfrm>
                <a:off x="9631280" y="4764880"/>
                <a:ext cx="22680" cy="200520"/>
              </p14:xfrm>
            </p:contentPart>
          </mc:Choice>
          <mc:Fallback xmlns="">
            <p:pic>
              <p:nvPicPr>
                <p:cNvPr id="12" name="Ink 11">
                  <a:extLst>
                    <a:ext uri="{FF2B5EF4-FFF2-40B4-BE49-F238E27FC236}">
                      <a16:creationId xmlns:a16="http://schemas.microsoft.com/office/drawing/2014/main" id="{CA71E106-EE87-5D8A-1768-7B1835461313}"/>
                    </a:ext>
                  </a:extLst>
                </p:cNvPr>
                <p:cNvPicPr/>
                <p:nvPr/>
              </p:nvPicPr>
              <p:blipFill>
                <a:blip r:embed="rId7"/>
                <a:stretch>
                  <a:fillRect/>
                </a:stretch>
              </p:blipFill>
              <p:spPr>
                <a:xfrm>
                  <a:off x="9622640" y="4756240"/>
                  <a:ext cx="40320" cy="21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4E413E81-939B-E1BA-4ABB-6FF3DCF449CC}"/>
                  </a:ext>
                </a:extLst>
              </p14:cNvPr>
              <p14:cNvContentPartPr/>
              <p14:nvPr/>
            </p14:nvContentPartPr>
            <p14:xfrm>
              <a:off x="9620840" y="4181320"/>
              <a:ext cx="488880" cy="576720"/>
            </p14:xfrm>
          </p:contentPart>
        </mc:Choice>
        <mc:Fallback xmlns="">
          <p:pic>
            <p:nvPicPr>
              <p:cNvPr id="10" name="Ink 9">
                <a:extLst>
                  <a:ext uri="{FF2B5EF4-FFF2-40B4-BE49-F238E27FC236}">
                    <a16:creationId xmlns:a16="http://schemas.microsoft.com/office/drawing/2014/main" id="{4E413E81-939B-E1BA-4ABB-6FF3DCF449CC}"/>
                  </a:ext>
                </a:extLst>
              </p:cNvPr>
              <p:cNvPicPr/>
              <p:nvPr/>
            </p:nvPicPr>
            <p:blipFill>
              <a:blip r:embed="rId9"/>
              <a:stretch>
                <a:fillRect/>
              </a:stretch>
            </p:blipFill>
            <p:spPr>
              <a:xfrm>
                <a:off x="9611840" y="4172320"/>
                <a:ext cx="506520" cy="594360"/>
              </a:xfrm>
              <a:prstGeom prst="rect">
                <a:avLst/>
              </a:prstGeom>
            </p:spPr>
          </p:pic>
        </mc:Fallback>
      </mc:AlternateContent>
    </p:spTree>
    <p:extLst>
      <p:ext uri="{BB962C8B-B14F-4D97-AF65-F5344CB8AC3E}">
        <p14:creationId xmlns:p14="http://schemas.microsoft.com/office/powerpoint/2010/main" val="3304834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ECA1C-34C0-A7FF-9F63-B27CC9CF98D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0921FE1-94A7-A59A-859A-704759D46A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8444" y="0"/>
            <a:ext cx="9615112" cy="6858000"/>
          </a:xfrm>
          <a:prstGeom prst="rect">
            <a:avLst/>
          </a:prstGeom>
        </p:spPr>
      </p:pic>
      <p:sp>
        <p:nvSpPr>
          <p:cNvPr id="5" name="TextBox 4">
            <a:extLst>
              <a:ext uri="{FF2B5EF4-FFF2-40B4-BE49-F238E27FC236}">
                <a16:creationId xmlns:a16="http://schemas.microsoft.com/office/drawing/2014/main" id="{CD5D9EF2-C156-0F8E-3850-523500A5D2AF}"/>
              </a:ext>
            </a:extLst>
          </p:cNvPr>
          <p:cNvSpPr txBox="1"/>
          <p:nvPr/>
        </p:nvSpPr>
        <p:spPr>
          <a:xfrm>
            <a:off x="1268103" y="0"/>
            <a:ext cx="9655791" cy="461665"/>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p:pic>
        <p:nvPicPr>
          <p:cNvPr id="15" name="Picture 14">
            <a:extLst>
              <a:ext uri="{FF2B5EF4-FFF2-40B4-BE49-F238E27FC236}">
                <a16:creationId xmlns:a16="http://schemas.microsoft.com/office/drawing/2014/main" id="{88813C8F-B480-576D-91B9-46B42E8EA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49772" y="2242600"/>
            <a:ext cx="3542228" cy="2562604"/>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23EDC330-8610-4476-C119-7DF10D7E554D}"/>
                  </a:ext>
                </a:extLst>
              </p14:cNvPr>
              <p14:cNvContentPartPr/>
              <p14:nvPr/>
            </p14:nvContentPartPr>
            <p14:xfrm>
              <a:off x="9965160" y="2741480"/>
              <a:ext cx="552600" cy="420120"/>
            </p14:xfrm>
          </p:contentPart>
        </mc:Choice>
        <mc:Fallback xmlns="">
          <p:pic>
            <p:nvPicPr>
              <p:cNvPr id="8" name="Ink 7">
                <a:extLst>
                  <a:ext uri="{FF2B5EF4-FFF2-40B4-BE49-F238E27FC236}">
                    <a16:creationId xmlns:a16="http://schemas.microsoft.com/office/drawing/2014/main" id="{23EDC330-8610-4476-C119-7DF10D7E554D}"/>
                  </a:ext>
                </a:extLst>
              </p:cNvPr>
              <p:cNvPicPr/>
              <p:nvPr/>
            </p:nvPicPr>
            <p:blipFill>
              <a:blip r:embed="rId5"/>
              <a:stretch>
                <a:fillRect/>
              </a:stretch>
            </p:blipFill>
            <p:spPr>
              <a:xfrm>
                <a:off x="9956520" y="2732480"/>
                <a:ext cx="570240" cy="437760"/>
              </a:xfrm>
              <a:prstGeom prst="rect">
                <a:avLst/>
              </a:prstGeom>
            </p:spPr>
          </p:pic>
        </mc:Fallback>
      </mc:AlternateContent>
      <p:grpSp>
        <p:nvGrpSpPr>
          <p:cNvPr id="13" name="Group 12">
            <a:extLst>
              <a:ext uri="{FF2B5EF4-FFF2-40B4-BE49-F238E27FC236}">
                <a16:creationId xmlns:a16="http://schemas.microsoft.com/office/drawing/2014/main" id="{7CB8C564-E4F7-2C85-D5A2-0AE4A25178AC}"/>
              </a:ext>
            </a:extLst>
          </p:cNvPr>
          <p:cNvGrpSpPr/>
          <p:nvPr/>
        </p:nvGrpSpPr>
        <p:grpSpPr>
          <a:xfrm>
            <a:off x="7715440" y="3139120"/>
            <a:ext cx="2312640" cy="3479400"/>
            <a:chOff x="7796720" y="3139120"/>
            <a:chExt cx="2312640" cy="347940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15C64ABC-2B1A-8027-91A1-4CEE6A374C22}"/>
                    </a:ext>
                  </a:extLst>
                </p14:cNvPr>
                <p14:cNvContentPartPr/>
                <p14:nvPr/>
              </p14:nvContentPartPr>
              <p14:xfrm>
                <a:off x="7796720" y="3159640"/>
                <a:ext cx="2292120" cy="3458880"/>
              </p14:xfrm>
            </p:contentPart>
          </mc:Choice>
          <mc:Fallback xmlns="">
            <p:pic>
              <p:nvPicPr>
                <p:cNvPr id="9" name="Ink 8">
                  <a:extLst>
                    <a:ext uri="{FF2B5EF4-FFF2-40B4-BE49-F238E27FC236}">
                      <a16:creationId xmlns:a16="http://schemas.microsoft.com/office/drawing/2014/main" id="{15C64ABC-2B1A-8027-91A1-4CEE6A374C22}"/>
                    </a:ext>
                  </a:extLst>
                </p:cNvPr>
                <p:cNvPicPr/>
                <p:nvPr/>
              </p:nvPicPr>
              <p:blipFill>
                <a:blip r:embed="rId7"/>
                <a:stretch>
                  <a:fillRect/>
                </a:stretch>
              </p:blipFill>
              <p:spPr>
                <a:xfrm>
                  <a:off x="7788080" y="3151000"/>
                  <a:ext cx="2309760" cy="3476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787F4EC6-165F-4479-7FA4-A27FBBAF392C}"/>
                    </a:ext>
                  </a:extLst>
                </p14:cNvPr>
                <p14:cNvContentPartPr/>
                <p14:nvPr/>
              </p14:nvContentPartPr>
              <p14:xfrm>
                <a:off x="9950960" y="3149200"/>
                <a:ext cx="158400" cy="10800"/>
              </p14:xfrm>
            </p:contentPart>
          </mc:Choice>
          <mc:Fallback xmlns="">
            <p:pic>
              <p:nvPicPr>
                <p:cNvPr id="10" name="Ink 9">
                  <a:extLst>
                    <a:ext uri="{FF2B5EF4-FFF2-40B4-BE49-F238E27FC236}">
                      <a16:creationId xmlns:a16="http://schemas.microsoft.com/office/drawing/2014/main" id="{787F4EC6-165F-4479-7FA4-A27FBBAF392C}"/>
                    </a:ext>
                  </a:extLst>
                </p:cNvPr>
                <p:cNvPicPr/>
                <p:nvPr/>
              </p:nvPicPr>
              <p:blipFill>
                <a:blip r:embed="rId9"/>
                <a:stretch>
                  <a:fillRect/>
                </a:stretch>
              </p:blipFill>
              <p:spPr>
                <a:xfrm>
                  <a:off x="9941960" y="3140560"/>
                  <a:ext cx="1760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155B971F-B030-50ED-5FC0-9D9EC36901ED}"/>
                    </a:ext>
                  </a:extLst>
                </p14:cNvPr>
                <p14:cNvContentPartPr/>
                <p14:nvPr/>
              </p14:nvContentPartPr>
              <p14:xfrm>
                <a:off x="10073720" y="3139120"/>
                <a:ext cx="25200" cy="162360"/>
              </p14:xfrm>
            </p:contentPart>
          </mc:Choice>
          <mc:Fallback xmlns="">
            <p:pic>
              <p:nvPicPr>
                <p:cNvPr id="12" name="Ink 11">
                  <a:extLst>
                    <a:ext uri="{FF2B5EF4-FFF2-40B4-BE49-F238E27FC236}">
                      <a16:creationId xmlns:a16="http://schemas.microsoft.com/office/drawing/2014/main" id="{155B971F-B030-50ED-5FC0-9D9EC36901ED}"/>
                    </a:ext>
                  </a:extLst>
                </p:cNvPr>
                <p:cNvPicPr/>
                <p:nvPr/>
              </p:nvPicPr>
              <p:blipFill>
                <a:blip r:embed="rId11"/>
                <a:stretch>
                  <a:fillRect/>
                </a:stretch>
              </p:blipFill>
              <p:spPr>
                <a:xfrm>
                  <a:off x="10065080" y="3130120"/>
                  <a:ext cx="42840" cy="180000"/>
                </a:xfrm>
                <a:prstGeom prst="rect">
                  <a:avLst/>
                </a:prstGeom>
              </p:spPr>
            </p:pic>
          </mc:Fallback>
        </mc:AlternateContent>
      </p:grpSp>
    </p:spTree>
    <p:extLst>
      <p:ext uri="{BB962C8B-B14F-4D97-AF65-F5344CB8AC3E}">
        <p14:creationId xmlns:p14="http://schemas.microsoft.com/office/powerpoint/2010/main" val="14126287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80558-7481-0436-EDCC-6CB3467D192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CB5A9F-F58D-9926-CC4B-500840E00B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9597" y="0"/>
            <a:ext cx="9692805" cy="6858000"/>
          </a:xfrm>
          <a:prstGeom prst="rect">
            <a:avLst/>
          </a:prstGeom>
        </p:spPr>
      </p:pic>
      <p:sp>
        <p:nvSpPr>
          <p:cNvPr id="5" name="TextBox 4">
            <a:extLst>
              <a:ext uri="{FF2B5EF4-FFF2-40B4-BE49-F238E27FC236}">
                <a16:creationId xmlns:a16="http://schemas.microsoft.com/office/drawing/2014/main" id="{EE218061-6D1C-6EA9-D518-31714F2D0BEE}"/>
              </a:ext>
            </a:extLst>
          </p:cNvPr>
          <p:cNvSpPr txBox="1"/>
          <p:nvPr/>
        </p:nvSpPr>
        <p:spPr>
          <a:xfrm>
            <a:off x="1268103" y="0"/>
            <a:ext cx="9655791" cy="461665"/>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p:pic>
        <p:nvPicPr>
          <p:cNvPr id="14" name="Picture 13">
            <a:extLst>
              <a:ext uri="{FF2B5EF4-FFF2-40B4-BE49-F238E27FC236}">
                <a16:creationId xmlns:a16="http://schemas.microsoft.com/office/drawing/2014/main" id="{10D19DF9-0FB6-9F6C-2A42-2B58E74CC2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1886" y="1521716"/>
            <a:ext cx="3480114" cy="2562604"/>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63DB34D2-D07E-6E7A-D0B9-429DAEB30486}"/>
                  </a:ext>
                </a:extLst>
              </p14:cNvPr>
              <p14:cNvContentPartPr/>
              <p14:nvPr/>
            </p14:nvContentPartPr>
            <p14:xfrm>
              <a:off x="10533800" y="2031400"/>
              <a:ext cx="519840" cy="338040"/>
            </p14:xfrm>
          </p:contentPart>
        </mc:Choice>
        <mc:Fallback xmlns="">
          <p:pic>
            <p:nvPicPr>
              <p:cNvPr id="7" name="Ink 6">
                <a:extLst>
                  <a:ext uri="{FF2B5EF4-FFF2-40B4-BE49-F238E27FC236}">
                    <a16:creationId xmlns:a16="http://schemas.microsoft.com/office/drawing/2014/main" id="{63DB34D2-D07E-6E7A-D0B9-429DAEB30486}"/>
                  </a:ext>
                </a:extLst>
              </p:cNvPr>
              <p:cNvPicPr/>
              <p:nvPr/>
            </p:nvPicPr>
            <p:blipFill>
              <a:blip r:embed="rId5"/>
              <a:stretch>
                <a:fillRect/>
              </a:stretch>
            </p:blipFill>
            <p:spPr>
              <a:xfrm>
                <a:off x="10525160" y="2022400"/>
                <a:ext cx="537480" cy="355680"/>
              </a:xfrm>
              <a:prstGeom prst="rect">
                <a:avLst/>
              </a:prstGeom>
            </p:spPr>
          </p:pic>
        </mc:Fallback>
      </mc:AlternateContent>
      <p:grpSp>
        <p:nvGrpSpPr>
          <p:cNvPr id="12" name="Group 11">
            <a:extLst>
              <a:ext uri="{FF2B5EF4-FFF2-40B4-BE49-F238E27FC236}">
                <a16:creationId xmlns:a16="http://schemas.microsoft.com/office/drawing/2014/main" id="{CDF305A6-49E6-71E8-2D28-7160BB6312F1}"/>
              </a:ext>
            </a:extLst>
          </p:cNvPr>
          <p:cNvGrpSpPr/>
          <p:nvPr/>
        </p:nvGrpSpPr>
        <p:grpSpPr>
          <a:xfrm>
            <a:off x="8903000" y="2216800"/>
            <a:ext cx="2925000" cy="4121640"/>
            <a:chOff x="8903000" y="2216800"/>
            <a:chExt cx="2925000" cy="4121640"/>
          </a:xfrm>
        </p:grpSpPr>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FA09F4F5-CBE3-6DE7-64BF-2C61DAC99321}"/>
                    </a:ext>
                  </a:extLst>
                </p14:cNvPr>
                <p14:cNvContentPartPr/>
                <p14:nvPr/>
              </p14:nvContentPartPr>
              <p14:xfrm>
                <a:off x="8903000" y="2265400"/>
                <a:ext cx="2925000" cy="4073040"/>
              </p14:xfrm>
            </p:contentPart>
          </mc:Choice>
          <mc:Fallback xmlns="">
            <p:pic>
              <p:nvPicPr>
                <p:cNvPr id="8" name="Ink 7">
                  <a:extLst>
                    <a:ext uri="{FF2B5EF4-FFF2-40B4-BE49-F238E27FC236}">
                      <a16:creationId xmlns:a16="http://schemas.microsoft.com/office/drawing/2014/main" id="{FA09F4F5-CBE3-6DE7-64BF-2C61DAC99321}"/>
                    </a:ext>
                  </a:extLst>
                </p:cNvPr>
                <p:cNvPicPr/>
                <p:nvPr/>
              </p:nvPicPr>
              <p:blipFill>
                <a:blip r:embed="rId7"/>
                <a:stretch>
                  <a:fillRect/>
                </a:stretch>
              </p:blipFill>
              <p:spPr>
                <a:xfrm>
                  <a:off x="8894000" y="2256400"/>
                  <a:ext cx="2942640" cy="4090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932EB4A7-8546-8DC3-312B-F58C6C31DC51}"/>
                    </a:ext>
                  </a:extLst>
                </p14:cNvPr>
                <p14:cNvContentPartPr/>
                <p14:nvPr/>
              </p14:nvContentPartPr>
              <p14:xfrm>
                <a:off x="11145440" y="2255680"/>
                <a:ext cx="79920" cy="100800"/>
              </p14:xfrm>
            </p:contentPart>
          </mc:Choice>
          <mc:Fallback xmlns="">
            <p:pic>
              <p:nvPicPr>
                <p:cNvPr id="9" name="Ink 8">
                  <a:extLst>
                    <a:ext uri="{FF2B5EF4-FFF2-40B4-BE49-F238E27FC236}">
                      <a16:creationId xmlns:a16="http://schemas.microsoft.com/office/drawing/2014/main" id="{932EB4A7-8546-8DC3-312B-F58C6C31DC51}"/>
                    </a:ext>
                  </a:extLst>
                </p:cNvPr>
                <p:cNvPicPr/>
                <p:nvPr/>
              </p:nvPicPr>
              <p:blipFill>
                <a:blip r:embed="rId9"/>
                <a:stretch>
                  <a:fillRect/>
                </a:stretch>
              </p:blipFill>
              <p:spPr>
                <a:xfrm>
                  <a:off x="11136440" y="2246680"/>
                  <a:ext cx="975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552969D3-6304-8963-6CB5-31F9AC02B13E}"/>
                    </a:ext>
                  </a:extLst>
                </p14:cNvPr>
                <p14:cNvContentPartPr/>
                <p14:nvPr/>
              </p14:nvContentPartPr>
              <p14:xfrm>
                <a:off x="11125280" y="2216800"/>
                <a:ext cx="261360" cy="18360"/>
              </p14:xfrm>
            </p:contentPart>
          </mc:Choice>
          <mc:Fallback xmlns="">
            <p:pic>
              <p:nvPicPr>
                <p:cNvPr id="11" name="Ink 10">
                  <a:extLst>
                    <a:ext uri="{FF2B5EF4-FFF2-40B4-BE49-F238E27FC236}">
                      <a16:creationId xmlns:a16="http://schemas.microsoft.com/office/drawing/2014/main" id="{552969D3-6304-8963-6CB5-31F9AC02B13E}"/>
                    </a:ext>
                  </a:extLst>
                </p:cNvPr>
                <p:cNvPicPr/>
                <p:nvPr/>
              </p:nvPicPr>
              <p:blipFill>
                <a:blip r:embed="rId11"/>
                <a:stretch>
                  <a:fillRect/>
                </a:stretch>
              </p:blipFill>
              <p:spPr>
                <a:xfrm>
                  <a:off x="11116280" y="2207800"/>
                  <a:ext cx="279000" cy="36000"/>
                </a:xfrm>
                <a:prstGeom prst="rect">
                  <a:avLst/>
                </a:prstGeom>
              </p:spPr>
            </p:pic>
          </mc:Fallback>
        </mc:AlternateContent>
      </p:grpSp>
    </p:spTree>
    <p:extLst>
      <p:ext uri="{BB962C8B-B14F-4D97-AF65-F5344CB8AC3E}">
        <p14:creationId xmlns:p14="http://schemas.microsoft.com/office/powerpoint/2010/main" val="27157778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FDB1E-B863-4A1B-2C65-0014A0BABDB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D25C627-C08C-87CF-28EE-BA3167541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5628" y="0"/>
            <a:ext cx="9720743" cy="6858000"/>
          </a:xfrm>
          <a:prstGeom prst="rect">
            <a:avLst/>
          </a:prstGeom>
        </p:spPr>
      </p:pic>
      <p:sp>
        <p:nvSpPr>
          <p:cNvPr id="5" name="TextBox 4">
            <a:extLst>
              <a:ext uri="{FF2B5EF4-FFF2-40B4-BE49-F238E27FC236}">
                <a16:creationId xmlns:a16="http://schemas.microsoft.com/office/drawing/2014/main" id="{1E70578A-FF64-541D-3097-D2F8D32BDF19}"/>
              </a:ext>
            </a:extLst>
          </p:cNvPr>
          <p:cNvSpPr txBox="1"/>
          <p:nvPr/>
        </p:nvSpPr>
        <p:spPr>
          <a:xfrm>
            <a:off x="1268103" y="0"/>
            <a:ext cx="9655791" cy="461665"/>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p:pic>
        <p:nvPicPr>
          <p:cNvPr id="18" name="Picture 17">
            <a:extLst>
              <a:ext uri="{FF2B5EF4-FFF2-40B4-BE49-F238E27FC236}">
                <a16:creationId xmlns:a16="http://schemas.microsoft.com/office/drawing/2014/main" id="{26981424-5CD5-A74B-7A03-9AD031EEEA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2306" y="2247178"/>
            <a:ext cx="3499694" cy="2562604"/>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31D361C8-D3C4-C07C-5D24-8968171AAEBB}"/>
                  </a:ext>
                </a:extLst>
              </p14:cNvPr>
              <p14:cNvContentPartPr/>
              <p14:nvPr/>
            </p14:nvContentPartPr>
            <p14:xfrm>
              <a:off x="10159400" y="3108320"/>
              <a:ext cx="463320" cy="315585"/>
            </p14:xfrm>
          </p:contentPart>
        </mc:Choice>
        <mc:Fallback xmlns="">
          <p:pic>
            <p:nvPicPr>
              <p:cNvPr id="7" name="Ink 6">
                <a:extLst>
                  <a:ext uri="{FF2B5EF4-FFF2-40B4-BE49-F238E27FC236}">
                    <a16:creationId xmlns:a16="http://schemas.microsoft.com/office/drawing/2014/main" id="{31D361C8-D3C4-C07C-5D24-8968171AAEBB}"/>
                  </a:ext>
                </a:extLst>
              </p:cNvPr>
              <p:cNvPicPr/>
              <p:nvPr/>
            </p:nvPicPr>
            <p:blipFill>
              <a:blip r:embed="rId5"/>
              <a:stretch>
                <a:fillRect/>
              </a:stretch>
            </p:blipFill>
            <p:spPr>
              <a:xfrm>
                <a:off x="10150400" y="3099324"/>
                <a:ext cx="480960" cy="333217"/>
              </a:xfrm>
              <a:prstGeom prst="rect">
                <a:avLst/>
              </a:prstGeom>
            </p:spPr>
          </p:pic>
        </mc:Fallback>
      </mc:AlternateContent>
      <p:grpSp>
        <p:nvGrpSpPr>
          <p:cNvPr id="16" name="Group 15">
            <a:extLst>
              <a:ext uri="{FF2B5EF4-FFF2-40B4-BE49-F238E27FC236}">
                <a16:creationId xmlns:a16="http://schemas.microsoft.com/office/drawing/2014/main" id="{9DB826CA-9D1B-DD4D-4BEE-27101F958C66}"/>
              </a:ext>
            </a:extLst>
          </p:cNvPr>
          <p:cNvGrpSpPr/>
          <p:nvPr/>
        </p:nvGrpSpPr>
        <p:grpSpPr>
          <a:xfrm>
            <a:off x="9193880" y="3373160"/>
            <a:ext cx="1150920" cy="3105720"/>
            <a:chOff x="9193880" y="3373160"/>
            <a:chExt cx="1150920" cy="3105720"/>
          </a:xfrm>
        </p:grpSpPr>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0B125AF6-9572-A2A3-0286-5670D471C1B3}"/>
                    </a:ext>
                  </a:extLst>
                </p14:cNvPr>
                <p14:cNvContentPartPr/>
                <p14:nvPr/>
              </p14:nvContentPartPr>
              <p14:xfrm>
                <a:off x="9193880" y="3373160"/>
                <a:ext cx="1150920" cy="3105720"/>
              </p14:xfrm>
            </p:contentPart>
          </mc:Choice>
          <mc:Fallback xmlns="">
            <p:pic>
              <p:nvPicPr>
                <p:cNvPr id="12" name="Ink 11">
                  <a:extLst>
                    <a:ext uri="{FF2B5EF4-FFF2-40B4-BE49-F238E27FC236}">
                      <a16:creationId xmlns:a16="http://schemas.microsoft.com/office/drawing/2014/main" id="{0B125AF6-9572-A2A3-0286-5670D471C1B3}"/>
                    </a:ext>
                  </a:extLst>
                </p:cNvPr>
                <p:cNvPicPr/>
                <p:nvPr/>
              </p:nvPicPr>
              <p:blipFill>
                <a:blip r:embed="rId7"/>
                <a:stretch>
                  <a:fillRect/>
                </a:stretch>
              </p:blipFill>
              <p:spPr>
                <a:xfrm>
                  <a:off x="9184880" y="3364160"/>
                  <a:ext cx="1168560" cy="3123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C418EF11-B937-F902-8038-C55805AFBCD6}"/>
                    </a:ext>
                  </a:extLst>
                </p14:cNvPr>
                <p14:cNvContentPartPr/>
                <p14:nvPr/>
              </p14:nvContentPartPr>
              <p14:xfrm>
                <a:off x="9780320" y="3373160"/>
                <a:ext cx="298800" cy="360"/>
              </p14:xfrm>
            </p:contentPart>
          </mc:Choice>
          <mc:Fallback xmlns="">
            <p:pic>
              <p:nvPicPr>
                <p:cNvPr id="13" name="Ink 12">
                  <a:extLst>
                    <a:ext uri="{FF2B5EF4-FFF2-40B4-BE49-F238E27FC236}">
                      <a16:creationId xmlns:a16="http://schemas.microsoft.com/office/drawing/2014/main" id="{C418EF11-B937-F902-8038-C55805AFBCD6}"/>
                    </a:ext>
                  </a:extLst>
                </p:cNvPr>
                <p:cNvPicPr/>
                <p:nvPr/>
              </p:nvPicPr>
              <p:blipFill>
                <a:blip r:embed="rId9"/>
                <a:stretch>
                  <a:fillRect/>
                </a:stretch>
              </p:blipFill>
              <p:spPr>
                <a:xfrm>
                  <a:off x="9771320" y="3364160"/>
                  <a:ext cx="3164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4D1ED5D0-25B5-BB5A-045F-33D61B5165F7}"/>
                    </a:ext>
                  </a:extLst>
                </p14:cNvPr>
                <p14:cNvContentPartPr/>
                <p14:nvPr/>
              </p14:nvContentPartPr>
              <p14:xfrm>
                <a:off x="10058240" y="3373160"/>
                <a:ext cx="41040" cy="226440"/>
              </p14:xfrm>
            </p:contentPart>
          </mc:Choice>
          <mc:Fallback xmlns="">
            <p:pic>
              <p:nvPicPr>
                <p:cNvPr id="15" name="Ink 14">
                  <a:extLst>
                    <a:ext uri="{FF2B5EF4-FFF2-40B4-BE49-F238E27FC236}">
                      <a16:creationId xmlns:a16="http://schemas.microsoft.com/office/drawing/2014/main" id="{4D1ED5D0-25B5-BB5A-045F-33D61B5165F7}"/>
                    </a:ext>
                  </a:extLst>
                </p:cNvPr>
                <p:cNvPicPr/>
                <p:nvPr/>
              </p:nvPicPr>
              <p:blipFill>
                <a:blip r:embed="rId11"/>
                <a:stretch>
                  <a:fillRect/>
                </a:stretch>
              </p:blipFill>
              <p:spPr>
                <a:xfrm>
                  <a:off x="10049600" y="3364160"/>
                  <a:ext cx="58680" cy="244080"/>
                </a:xfrm>
                <a:prstGeom prst="rect">
                  <a:avLst/>
                </a:prstGeom>
              </p:spPr>
            </p:pic>
          </mc:Fallback>
        </mc:AlternateContent>
      </p:grpSp>
    </p:spTree>
    <p:extLst>
      <p:ext uri="{BB962C8B-B14F-4D97-AF65-F5344CB8AC3E}">
        <p14:creationId xmlns:p14="http://schemas.microsoft.com/office/powerpoint/2010/main" val="15870462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BC7B5-A305-0D5C-EAB1-9B53FE0A7AC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6B3E9D-1EE9-F528-A502-DA787A288A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4034" y="0"/>
            <a:ext cx="9803931" cy="6858000"/>
          </a:xfrm>
          <a:prstGeom prst="rect">
            <a:avLst/>
          </a:prstGeom>
        </p:spPr>
      </p:pic>
      <p:sp>
        <p:nvSpPr>
          <p:cNvPr id="6" name="TextBox 5">
            <a:extLst>
              <a:ext uri="{FF2B5EF4-FFF2-40B4-BE49-F238E27FC236}">
                <a16:creationId xmlns:a16="http://schemas.microsoft.com/office/drawing/2014/main" id="{EF52D573-F3F9-8031-F336-A4E100F15F6E}"/>
              </a:ext>
            </a:extLst>
          </p:cNvPr>
          <p:cNvSpPr txBox="1"/>
          <p:nvPr/>
        </p:nvSpPr>
        <p:spPr>
          <a:xfrm>
            <a:off x="6096000" y="0"/>
            <a:ext cx="4827894" cy="830997"/>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p:pic>
        <p:nvPicPr>
          <p:cNvPr id="8" name="Picture 7">
            <a:extLst>
              <a:ext uri="{FF2B5EF4-FFF2-40B4-BE49-F238E27FC236}">
                <a16:creationId xmlns:a16="http://schemas.microsoft.com/office/drawing/2014/main" id="{01A3BC8B-2483-CB5E-BEFB-351C0FCAB5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7280" y="1763594"/>
            <a:ext cx="3474720" cy="2513766"/>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BFEABCA7-20C0-1B88-367B-461A9F44723B}"/>
                  </a:ext>
                </a:extLst>
              </p14:cNvPr>
              <p14:cNvContentPartPr/>
              <p14:nvPr/>
            </p14:nvContentPartPr>
            <p14:xfrm>
              <a:off x="10595832" y="2623440"/>
              <a:ext cx="323640" cy="262080"/>
            </p14:xfrm>
          </p:contentPart>
        </mc:Choice>
        <mc:Fallback xmlns="">
          <p:pic>
            <p:nvPicPr>
              <p:cNvPr id="10" name="Ink 9">
                <a:extLst>
                  <a:ext uri="{FF2B5EF4-FFF2-40B4-BE49-F238E27FC236}">
                    <a16:creationId xmlns:a16="http://schemas.microsoft.com/office/drawing/2014/main" id="{BFEABCA7-20C0-1B88-367B-461A9F44723B}"/>
                  </a:ext>
                </a:extLst>
              </p:cNvPr>
              <p:cNvPicPr/>
              <p:nvPr/>
            </p:nvPicPr>
            <p:blipFill>
              <a:blip r:embed="rId5"/>
              <a:stretch>
                <a:fillRect/>
              </a:stretch>
            </p:blipFill>
            <p:spPr>
              <a:xfrm>
                <a:off x="10589712" y="2617320"/>
                <a:ext cx="33588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491C9F1F-CCB8-BA28-F55D-C49F87611B61}"/>
                  </a:ext>
                </a:extLst>
              </p14:cNvPr>
              <p14:cNvContentPartPr/>
              <p14:nvPr/>
            </p14:nvContentPartPr>
            <p14:xfrm>
              <a:off x="9900312" y="2858880"/>
              <a:ext cx="1426680" cy="2183040"/>
            </p14:xfrm>
          </p:contentPart>
        </mc:Choice>
        <mc:Fallback xmlns="">
          <p:pic>
            <p:nvPicPr>
              <p:cNvPr id="11" name="Ink 10">
                <a:extLst>
                  <a:ext uri="{FF2B5EF4-FFF2-40B4-BE49-F238E27FC236}">
                    <a16:creationId xmlns:a16="http://schemas.microsoft.com/office/drawing/2014/main" id="{491C9F1F-CCB8-BA28-F55D-C49F87611B61}"/>
                  </a:ext>
                </a:extLst>
              </p:cNvPr>
              <p:cNvPicPr/>
              <p:nvPr/>
            </p:nvPicPr>
            <p:blipFill>
              <a:blip r:embed="rId7"/>
              <a:stretch>
                <a:fillRect/>
              </a:stretch>
            </p:blipFill>
            <p:spPr>
              <a:xfrm>
                <a:off x="9894192" y="2852760"/>
                <a:ext cx="1438920" cy="2195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93DE67F1-6229-8E44-3F34-1518C96E5E64}"/>
                  </a:ext>
                </a:extLst>
              </p14:cNvPr>
              <p14:cNvContentPartPr/>
              <p14:nvPr/>
            </p14:nvContentPartPr>
            <p14:xfrm>
              <a:off x="8305512" y="5041200"/>
              <a:ext cx="1618920" cy="1284480"/>
            </p14:xfrm>
          </p:contentPart>
        </mc:Choice>
        <mc:Fallback xmlns="">
          <p:pic>
            <p:nvPicPr>
              <p:cNvPr id="12" name="Ink 11">
                <a:extLst>
                  <a:ext uri="{FF2B5EF4-FFF2-40B4-BE49-F238E27FC236}">
                    <a16:creationId xmlns:a16="http://schemas.microsoft.com/office/drawing/2014/main" id="{93DE67F1-6229-8E44-3F34-1518C96E5E64}"/>
                  </a:ext>
                </a:extLst>
              </p:cNvPr>
              <p:cNvPicPr/>
              <p:nvPr/>
            </p:nvPicPr>
            <p:blipFill>
              <a:blip r:embed="rId9"/>
              <a:stretch>
                <a:fillRect/>
              </a:stretch>
            </p:blipFill>
            <p:spPr>
              <a:xfrm>
                <a:off x="8299392" y="5035080"/>
                <a:ext cx="1631160" cy="1296720"/>
              </a:xfrm>
              <a:prstGeom prst="rect">
                <a:avLst/>
              </a:prstGeom>
            </p:spPr>
          </p:pic>
        </mc:Fallback>
      </mc:AlternateContent>
      <p:grpSp>
        <p:nvGrpSpPr>
          <p:cNvPr id="15" name="Group 14">
            <a:extLst>
              <a:ext uri="{FF2B5EF4-FFF2-40B4-BE49-F238E27FC236}">
                <a16:creationId xmlns:a16="http://schemas.microsoft.com/office/drawing/2014/main" id="{EDD84621-9B25-66D5-B678-3A9E4A460155}"/>
              </a:ext>
            </a:extLst>
          </p:cNvPr>
          <p:cNvGrpSpPr/>
          <p:nvPr/>
        </p:nvGrpSpPr>
        <p:grpSpPr>
          <a:xfrm>
            <a:off x="10952480" y="2865160"/>
            <a:ext cx="123840" cy="120960"/>
            <a:chOff x="10952480" y="2865160"/>
            <a:chExt cx="123840" cy="120960"/>
          </a:xfrm>
        </p:grpSpPr>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AFB5AF2A-51F6-6F21-CFEC-5A20156EF51B}"/>
                    </a:ext>
                  </a:extLst>
                </p14:cNvPr>
                <p14:cNvContentPartPr/>
                <p14:nvPr/>
              </p14:nvContentPartPr>
              <p14:xfrm>
                <a:off x="10966880" y="2875240"/>
                <a:ext cx="15840" cy="110880"/>
              </p14:xfrm>
            </p:contentPart>
          </mc:Choice>
          <mc:Fallback xmlns="">
            <p:pic>
              <p:nvPicPr>
                <p:cNvPr id="13" name="Ink 12">
                  <a:extLst>
                    <a:ext uri="{FF2B5EF4-FFF2-40B4-BE49-F238E27FC236}">
                      <a16:creationId xmlns:a16="http://schemas.microsoft.com/office/drawing/2014/main" id="{AFB5AF2A-51F6-6F21-CFEC-5A20156EF51B}"/>
                    </a:ext>
                  </a:extLst>
                </p:cNvPr>
                <p:cNvPicPr/>
                <p:nvPr/>
              </p:nvPicPr>
              <p:blipFill>
                <a:blip r:embed="rId11"/>
                <a:stretch>
                  <a:fillRect/>
                </a:stretch>
              </p:blipFill>
              <p:spPr>
                <a:xfrm>
                  <a:off x="10960760" y="2869120"/>
                  <a:ext cx="2808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C0F8C2D0-D1C3-64A6-5D6A-AF221D40DDFE}"/>
                    </a:ext>
                  </a:extLst>
                </p14:cNvPr>
                <p14:cNvContentPartPr/>
                <p14:nvPr/>
              </p14:nvContentPartPr>
              <p14:xfrm>
                <a:off x="10952480" y="2865160"/>
                <a:ext cx="123840" cy="360"/>
              </p14:xfrm>
            </p:contentPart>
          </mc:Choice>
          <mc:Fallback xmlns="">
            <p:pic>
              <p:nvPicPr>
                <p:cNvPr id="14" name="Ink 13">
                  <a:extLst>
                    <a:ext uri="{FF2B5EF4-FFF2-40B4-BE49-F238E27FC236}">
                      <a16:creationId xmlns:a16="http://schemas.microsoft.com/office/drawing/2014/main" id="{C0F8C2D0-D1C3-64A6-5D6A-AF221D40DDFE}"/>
                    </a:ext>
                  </a:extLst>
                </p:cNvPr>
                <p:cNvPicPr/>
                <p:nvPr/>
              </p:nvPicPr>
              <p:blipFill>
                <a:blip r:embed="rId13"/>
                <a:stretch>
                  <a:fillRect/>
                </a:stretch>
              </p:blipFill>
              <p:spPr>
                <a:xfrm>
                  <a:off x="10946000" y="2859040"/>
                  <a:ext cx="136080" cy="12600"/>
                </a:xfrm>
                <a:prstGeom prst="rect">
                  <a:avLst/>
                </a:prstGeom>
              </p:spPr>
            </p:pic>
          </mc:Fallback>
        </mc:AlternateContent>
      </p:grpSp>
    </p:spTree>
    <p:extLst>
      <p:ext uri="{BB962C8B-B14F-4D97-AF65-F5344CB8AC3E}">
        <p14:creationId xmlns:p14="http://schemas.microsoft.com/office/powerpoint/2010/main" val="14270029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9B894-BB3A-CA09-820D-7C7278B27C5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B3EBAB-E240-5479-4366-2E3FE8BAB1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665" y="0"/>
            <a:ext cx="9982670" cy="6858000"/>
          </a:xfrm>
          <a:prstGeom prst="rect">
            <a:avLst/>
          </a:prstGeom>
        </p:spPr>
      </p:pic>
      <p:sp>
        <p:nvSpPr>
          <p:cNvPr id="6" name="TextBox 5">
            <a:extLst>
              <a:ext uri="{FF2B5EF4-FFF2-40B4-BE49-F238E27FC236}">
                <a16:creationId xmlns:a16="http://schemas.microsoft.com/office/drawing/2014/main" id="{D642E560-C79B-D6CA-E2F9-DC1C768C0ADC}"/>
              </a:ext>
            </a:extLst>
          </p:cNvPr>
          <p:cNvSpPr txBox="1"/>
          <p:nvPr/>
        </p:nvSpPr>
        <p:spPr>
          <a:xfrm>
            <a:off x="6096000" y="0"/>
            <a:ext cx="4827894" cy="830997"/>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p:pic>
        <p:nvPicPr>
          <p:cNvPr id="8" name="Picture 7">
            <a:extLst>
              <a:ext uri="{FF2B5EF4-FFF2-40B4-BE49-F238E27FC236}">
                <a16:creationId xmlns:a16="http://schemas.microsoft.com/office/drawing/2014/main" id="{E3BDBC1C-C164-D021-82F7-05B46CC987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040" y="3614676"/>
            <a:ext cx="3542228" cy="2562604"/>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9942079D-392A-9983-156D-8E291C2FC210}"/>
                  </a:ext>
                </a:extLst>
              </p14:cNvPr>
              <p14:cNvContentPartPr/>
              <p14:nvPr/>
            </p14:nvContentPartPr>
            <p14:xfrm>
              <a:off x="10848080" y="4436560"/>
              <a:ext cx="421200" cy="349560"/>
            </p14:xfrm>
          </p:contentPart>
        </mc:Choice>
        <mc:Fallback xmlns="">
          <p:pic>
            <p:nvPicPr>
              <p:cNvPr id="9" name="Ink 8">
                <a:extLst>
                  <a:ext uri="{FF2B5EF4-FFF2-40B4-BE49-F238E27FC236}">
                    <a16:creationId xmlns:a16="http://schemas.microsoft.com/office/drawing/2014/main" id="{9942079D-392A-9983-156D-8E291C2FC210}"/>
                  </a:ext>
                </a:extLst>
              </p:cNvPr>
              <p:cNvPicPr/>
              <p:nvPr/>
            </p:nvPicPr>
            <p:blipFill>
              <a:blip r:embed="rId5"/>
              <a:stretch>
                <a:fillRect/>
              </a:stretch>
            </p:blipFill>
            <p:spPr>
              <a:xfrm>
                <a:off x="10841960" y="4430440"/>
                <a:ext cx="433440" cy="361800"/>
              </a:xfrm>
              <a:prstGeom prst="rect">
                <a:avLst/>
              </a:prstGeom>
            </p:spPr>
          </p:pic>
        </mc:Fallback>
      </mc:AlternateContent>
      <p:grpSp>
        <p:nvGrpSpPr>
          <p:cNvPr id="13" name="Group 12">
            <a:extLst>
              <a:ext uri="{FF2B5EF4-FFF2-40B4-BE49-F238E27FC236}">
                <a16:creationId xmlns:a16="http://schemas.microsoft.com/office/drawing/2014/main" id="{C5769B4C-DA2B-6373-4D0D-51944755DEB0}"/>
              </a:ext>
            </a:extLst>
          </p:cNvPr>
          <p:cNvGrpSpPr/>
          <p:nvPr/>
        </p:nvGrpSpPr>
        <p:grpSpPr>
          <a:xfrm>
            <a:off x="8819840" y="4785040"/>
            <a:ext cx="2986560" cy="1627200"/>
            <a:chOff x="8819840" y="4785040"/>
            <a:chExt cx="2986560" cy="1627200"/>
          </a:xfrm>
        </p:grpSpPr>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BC7EE427-9A6A-D04A-5C86-D11B0722D73C}"/>
                    </a:ext>
                  </a:extLst>
                </p14:cNvPr>
                <p14:cNvContentPartPr/>
                <p14:nvPr/>
              </p14:nvContentPartPr>
              <p14:xfrm>
                <a:off x="8819840" y="4805920"/>
                <a:ext cx="2986560" cy="1606320"/>
              </p14:xfrm>
            </p:contentPart>
          </mc:Choice>
          <mc:Fallback xmlns="">
            <p:pic>
              <p:nvPicPr>
                <p:cNvPr id="10" name="Ink 9">
                  <a:extLst>
                    <a:ext uri="{FF2B5EF4-FFF2-40B4-BE49-F238E27FC236}">
                      <a16:creationId xmlns:a16="http://schemas.microsoft.com/office/drawing/2014/main" id="{BC7EE427-9A6A-D04A-5C86-D11B0722D73C}"/>
                    </a:ext>
                  </a:extLst>
                </p:cNvPr>
                <p:cNvPicPr/>
                <p:nvPr/>
              </p:nvPicPr>
              <p:blipFill>
                <a:blip r:embed="rId7"/>
                <a:stretch>
                  <a:fillRect/>
                </a:stretch>
              </p:blipFill>
              <p:spPr>
                <a:xfrm>
                  <a:off x="8813720" y="4799440"/>
                  <a:ext cx="2998800" cy="1618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ADE99D45-8CA6-ED8E-9B6E-B9785978A064}"/>
                    </a:ext>
                  </a:extLst>
                </p14:cNvPr>
                <p14:cNvContentPartPr/>
                <p14:nvPr/>
              </p14:nvContentPartPr>
              <p14:xfrm>
                <a:off x="11318240" y="4795120"/>
                <a:ext cx="38160" cy="131760"/>
              </p14:xfrm>
            </p:contentPart>
          </mc:Choice>
          <mc:Fallback xmlns="">
            <p:pic>
              <p:nvPicPr>
                <p:cNvPr id="11" name="Ink 10">
                  <a:extLst>
                    <a:ext uri="{FF2B5EF4-FFF2-40B4-BE49-F238E27FC236}">
                      <a16:creationId xmlns:a16="http://schemas.microsoft.com/office/drawing/2014/main" id="{ADE99D45-8CA6-ED8E-9B6E-B9785978A064}"/>
                    </a:ext>
                  </a:extLst>
                </p:cNvPr>
                <p:cNvPicPr/>
                <p:nvPr/>
              </p:nvPicPr>
              <p:blipFill>
                <a:blip r:embed="rId9"/>
                <a:stretch>
                  <a:fillRect/>
                </a:stretch>
              </p:blipFill>
              <p:spPr>
                <a:xfrm>
                  <a:off x="11311760" y="4789000"/>
                  <a:ext cx="504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BED9E3BB-F0D3-70EA-BF91-013225F39050}"/>
                    </a:ext>
                  </a:extLst>
                </p14:cNvPr>
                <p14:cNvContentPartPr/>
                <p14:nvPr/>
              </p14:nvContentPartPr>
              <p14:xfrm>
                <a:off x="11328320" y="4785040"/>
                <a:ext cx="251640" cy="21600"/>
              </p14:xfrm>
            </p:contentPart>
          </mc:Choice>
          <mc:Fallback xmlns="">
            <p:pic>
              <p:nvPicPr>
                <p:cNvPr id="12" name="Ink 11">
                  <a:extLst>
                    <a:ext uri="{FF2B5EF4-FFF2-40B4-BE49-F238E27FC236}">
                      <a16:creationId xmlns:a16="http://schemas.microsoft.com/office/drawing/2014/main" id="{BED9E3BB-F0D3-70EA-BF91-013225F39050}"/>
                    </a:ext>
                  </a:extLst>
                </p:cNvPr>
                <p:cNvPicPr/>
                <p:nvPr/>
              </p:nvPicPr>
              <p:blipFill>
                <a:blip r:embed="rId11"/>
                <a:stretch>
                  <a:fillRect/>
                </a:stretch>
              </p:blipFill>
              <p:spPr>
                <a:xfrm>
                  <a:off x="11321840" y="4778920"/>
                  <a:ext cx="263880" cy="33840"/>
                </a:xfrm>
                <a:prstGeom prst="rect">
                  <a:avLst/>
                </a:prstGeom>
              </p:spPr>
            </p:pic>
          </mc:Fallback>
        </mc:AlternateContent>
      </p:grpSp>
    </p:spTree>
    <p:extLst>
      <p:ext uri="{BB962C8B-B14F-4D97-AF65-F5344CB8AC3E}">
        <p14:creationId xmlns:p14="http://schemas.microsoft.com/office/powerpoint/2010/main" val="40971161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5BD637-FB29-8707-2F9F-604E12C6E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4880" y="0"/>
            <a:ext cx="9822240" cy="6858000"/>
          </a:xfrm>
          <a:prstGeom prst="rect">
            <a:avLst/>
          </a:prstGeom>
        </p:spPr>
      </p:pic>
      <p:sp>
        <p:nvSpPr>
          <p:cNvPr id="5" name="TextBox 4">
            <a:extLst>
              <a:ext uri="{FF2B5EF4-FFF2-40B4-BE49-F238E27FC236}">
                <a16:creationId xmlns:a16="http://schemas.microsoft.com/office/drawing/2014/main" id="{A4230E92-0FA6-3D62-7958-568074F0CE1A}"/>
              </a:ext>
            </a:extLst>
          </p:cNvPr>
          <p:cNvSpPr txBox="1"/>
          <p:nvPr/>
        </p:nvSpPr>
        <p:spPr>
          <a:xfrm>
            <a:off x="6096000" y="0"/>
            <a:ext cx="4827894" cy="830997"/>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p:pic>
        <p:nvPicPr>
          <p:cNvPr id="7" name="Picture 6">
            <a:extLst>
              <a:ext uri="{FF2B5EF4-FFF2-40B4-BE49-F238E27FC236}">
                <a16:creationId xmlns:a16="http://schemas.microsoft.com/office/drawing/2014/main" id="{20ED3005-68DF-9116-E1F4-EF0D7316D8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8080" y="3804480"/>
            <a:ext cx="3434348" cy="2484559"/>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11987BAE-2D9E-8836-D9A8-1DA6FAA0FA0A}"/>
                  </a:ext>
                </a:extLst>
              </p14:cNvPr>
              <p14:cNvContentPartPr/>
              <p14:nvPr/>
            </p14:nvContentPartPr>
            <p14:xfrm>
              <a:off x="10219160" y="4954960"/>
              <a:ext cx="470520" cy="349920"/>
            </p14:xfrm>
          </p:contentPart>
        </mc:Choice>
        <mc:Fallback xmlns="">
          <p:pic>
            <p:nvPicPr>
              <p:cNvPr id="8" name="Ink 7">
                <a:extLst>
                  <a:ext uri="{FF2B5EF4-FFF2-40B4-BE49-F238E27FC236}">
                    <a16:creationId xmlns:a16="http://schemas.microsoft.com/office/drawing/2014/main" id="{11987BAE-2D9E-8836-D9A8-1DA6FAA0FA0A}"/>
                  </a:ext>
                </a:extLst>
              </p:cNvPr>
              <p:cNvPicPr/>
              <p:nvPr/>
            </p:nvPicPr>
            <p:blipFill>
              <a:blip r:embed="rId5"/>
              <a:stretch>
                <a:fillRect/>
              </a:stretch>
            </p:blipFill>
            <p:spPr>
              <a:xfrm>
                <a:off x="10213040" y="4948840"/>
                <a:ext cx="482760" cy="362160"/>
              </a:xfrm>
              <a:prstGeom prst="rect">
                <a:avLst/>
              </a:prstGeom>
            </p:spPr>
          </p:pic>
        </mc:Fallback>
      </mc:AlternateContent>
      <p:grpSp>
        <p:nvGrpSpPr>
          <p:cNvPr id="13" name="Group 12">
            <a:extLst>
              <a:ext uri="{FF2B5EF4-FFF2-40B4-BE49-F238E27FC236}">
                <a16:creationId xmlns:a16="http://schemas.microsoft.com/office/drawing/2014/main" id="{E6FEAFD8-C984-56E2-0A26-B98333A15E6C}"/>
              </a:ext>
            </a:extLst>
          </p:cNvPr>
          <p:cNvGrpSpPr/>
          <p:nvPr/>
        </p:nvGrpSpPr>
        <p:grpSpPr>
          <a:xfrm>
            <a:off x="9219080" y="5231440"/>
            <a:ext cx="1012320" cy="1221120"/>
            <a:chOff x="9219080" y="5231440"/>
            <a:chExt cx="1012320" cy="122112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F861857C-6394-E44C-5BCC-66725CBCB401}"/>
                    </a:ext>
                  </a:extLst>
                </p14:cNvPr>
                <p14:cNvContentPartPr/>
                <p14:nvPr/>
              </p14:nvContentPartPr>
              <p14:xfrm>
                <a:off x="9219080" y="5281840"/>
                <a:ext cx="1001880" cy="1170720"/>
              </p14:xfrm>
            </p:contentPart>
          </mc:Choice>
          <mc:Fallback xmlns="">
            <p:pic>
              <p:nvPicPr>
                <p:cNvPr id="9" name="Ink 8">
                  <a:extLst>
                    <a:ext uri="{FF2B5EF4-FFF2-40B4-BE49-F238E27FC236}">
                      <a16:creationId xmlns:a16="http://schemas.microsoft.com/office/drawing/2014/main" id="{F861857C-6394-E44C-5BCC-66725CBCB401}"/>
                    </a:ext>
                  </a:extLst>
                </p:cNvPr>
                <p:cNvPicPr/>
                <p:nvPr/>
              </p:nvPicPr>
              <p:blipFill>
                <a:blip r:embed="rId7"/>
                <a:stretch>
                  <a:fillRect/>
                </a:stretch>
              </p:blipFill>
              <p:spPr>
                <a:xfrm>
                  <a:off x="9212960" y="5275720"/>
                  <a:ext cx="1014120" cy="1182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3CF3975A-96BF-186C-5C85-5E529AB51A1B}"/>
                    </a:ext>
                  </a:extLst>
                </p14:cNvPr>
                <p14:cNvContentPartPr/>
                <p14:nvPr/>
              </p14:nvContentPartPr>
              <p14:xfrm>
                <a:off x="10087760" y="5231440"/>
                <a:ext cx="143640" cy="82440"/>
              </p14:xfrm>
            </p:contentPart>
          </mc:Choice>
          <mc:Fallback xmlns="">
            <p:pic>
              <p:nvPicPr>
                <p:cNvPr id="10" name="Ink 9">
                  <a:extLst>
                    <a:ext uri="{FF2B5EF4-FFF2-40B4-BE49-F238E27FC236}">
                      <a16:creationId xmlns:a16="http://schemas.microsoft.com/office/drawing/2014/main" id="{3CF3975A-96BF-186C-5C85-5E529AB51A1B}"/>
                    </a:ext>
                  </a:extLst>
                </p:cNvPr>
                <p:cNvPicPr/>
                <p:nvPr/>
              </p:nvPicPr>
              <p:blipFill>
                <a:blip r:embed="rId9"/>
                <a:stretch>
                  <a:fillRect/>
                </a:stretch>
              </p:blipFill>
              <p:spPr>
                <a:xfrm>
                  <a:off x="10081640" y="5225320"/>
                  <a:ext cx="15588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0D21D9C8-A784-36C2-9627-56363B7923E5}"/>
                    </a:ext>
                  </a:extLst>
                </p14:cNvPr>
                <p14:cNvContentPartPr/>
                <p14:nvPr/>
              </p14:nvContentPartPr>
              <p14:xfrm>
                <a:off x="10061120" y="5293360"/>
                <a:ext cx="147960" cy="143640"/>
              </p14:xfrm>
            </p:contentPart>
          </mc:Choice>
          <mc:Fallback xmlns="">
            <p:pic>
              <p:nvPicPr>
                <p:cNvPr id="12" name="Ink 11">
                  <a:extLst>
                    <a:ext uri="{FF2B5EF4-FFF2-40B4-BE49-F238E27FC236}">
                      <a16:creationId xmlns:a16="http://schemas.microsoft.com/office/drawing/2014/main" id="{0D21D9C8-A784-36C2-9627-56363B7923E5}"/>
                    </a:ext>
                  </a:extLst>
                </p:cNvPr>
                <p:cNvPicPr/>
                <p:nvPr/>
              </p:nvPicPr>
              <p:blipFill>
                <a:blip r:embed="rId11"/>
                <a:stretch>
                  <a:fillRect/>
                </a:stretch>
              </p:blipFill>
              <p:spPr>
                <a:xfrm>
                  <a:off x="10055000" y="5287240"/>
                  <a:ext cx="160200" cy="155880"/>
                </a:xfrm>
                <a:prstGeom prst="rect">
                  <a:avLst/>
                </a:prstGeom>
              </p:spPr>
            </p:pic>
          </mc:Fallback>
        </mc:AlternateContent>
      </p:grpSp>
    </p:spTree>
    <p:extLst>
      <p:ext uri="{BB962C8B-B14F-4D97-AF65-F5344CB8AC3E}">
        <p14:creationId xmlns:p14="http://schemas.microsoft.com/office/powerpoint/2010/main" val="642537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C676E4-C736-8D50-4F20-0C446E4A15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449" y="0"/>
            <a:ext cx="9465101" cy="6858000"/>
          </a:xfrm>
          <a:prstGeom prst="rect">
            <a:avLst/>
          </a:prstGeom>
        </p:spPr>
      </p:pic>
      <p:sp>
        <p:nvSpPr>
          <p:cNvPr id="7" name="TextBox 6">
            <a:extLst>
              <a:ext uri="{FF2B5EF4-FFF2-40B4-BE49-F238E27FC236}">
                <a16:creationId xmlns:a16="http://schemas.microsoft.com/office/drawing/2014/main" id="{726ED3E6-8D59-4E73-2CCC-1B85F6AA9D9A}"/>
              </a:ext>
            </a:extLst>
          </p:cNvPr>
          <p:cNvSpPr txBox="1"/>
          <p:nvPr/>
        </p:nvSpPr>
        <p:spPr>
          <a:xfrm>
            <a:off x="6096000" y="0"/>
            <a:ext cx="4827894" cy="830997"/>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p:pic>
        <p:nvPicPr>
          <p:cNvPr id="9" name="Picture 8">
            <a:extLst>
              <a:ext uri="{FF2B5EF4-FFF2-40B4-BE49-F238E27FC236}">
                <a16:creationId xmlns:a16="http://schemas.microsoft.com/office/drawing/2014/main" id="{7FA957ED-1D87-3167-A341-C4981D6632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040" y="2618996"/>
            <a:ext cx="3542228" cy="2562604"/>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EDB578E1-D81C-004B-AF02-8398EDCD5914}"/>
                  </a:ext>
                </a:extLst>
              </p14:cNvPr>
              <p14:cNvContentPartPr/>
              <p14:nvPr/>
            </p14:nvContentPartPr>
            <p14:xfrm>
              <a:off x="10631720" y="3777040"/>
              <a:ext cx="378720" cy="287640"/>
            </p14:xfrm>
          </p:contentPart>
        </mc:Choice>
        <mc:Fallback xmlns="">
          <p:pic>
            <p:nvPicPr>
              <p:cNvPr id="10" name="Ink 9">
                <a:extLst>
                  <a:ext uri="{FF2B5EF4-FFF2-40B4-BE49-F238E27FC236}">
                    <a16:creationId xmlns:a16="http://schemas.microsoft.com/office/drawing/2014/main" id="{EDB578E1-D81C-004B-AF02-8398EDCD5914}"/>
                  </a:ext>
                </a:extLst>
              </p:cNvPr>
              <p:cNvPicPr/>
              <p:nvPr/>
            </p:nvPicPr>
            <p:blipFill>
              <a:blip r:embed="rId5"/>
              <a:stretch>
                <a:fillRect/>
              </a:stretch>
            </p:blipFill>
            <p:spPr>
              <a:xfrm>
                <a:off x="10625600" y="3770920"/>
                <a:ext cx="390960" cy="299880"/>
              </a:xfrm>
              <a:prstGeom prst="rect">
                <a:avLst/>
              </a:prstGeom>
            </p:spPr>
          </p:pic>
        </mc:Fallback>
      </mc:AlternateContent>
      <p:grpSp>
        <p:nvGrpSpPr>
          <p:cNvPr id="14" name="Group 13">
            <a:extLst>
              <a:ext uri="{FF2B5EF4-FFF2-40B4-BE49-F238E27FC236}">
                <a16:creationId xmlns:a16="http://schemas.microsoft.com/office/drawing/2014/main" id="{88424194-25EC-2692-043D-0575B7018459}"/>
              </a:ext>
            </a:extLst>
          </p:cNvPr>
          <p:cNvGrpSpPr/>
          <p:nvPr/>
        </p:nvGrpSpPr>
        <p:grpSpPr>
          <a:xfrm>
            <a:off x="7679720" y="3950920"/>
            <a:ext cx="4107600" cy="2695680"/>
            <a:chOff x="7679720" y="3950920"/>
            <a:chExt cx="4107600" cy="2695680"/>
          </a:xfrm>
        </p:grpSpPr>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BC2B5491-C4B4-E0FD-D9F9-F21F023D9E49}"/>
                    </a:ext>
                  </a:extLst>
                </p14:cNvPr>
                <p14:cNvContentPartPr/>
                <p14:nvPr/>
              </p14:nvContentPartPr>
              <p14:xfrm>
                <a:off x="7679720" y="4013200"/>
                <a:ext cx="4107600" cy="2633400"/>
              </p14:xfrm>
            </p:contentPart>
          </mc:Choice>
          <mc:Fallback xmlns="">
            <p:pic>
              <p:nvPicPr>
                <p:cNvPr id="11" name="Ink 10">
                  <a:extLst>
                    <a:ext uri="{FF2B5EF4-FFF2-40B4-BE49-F238E27FC236}">
                      <a16:creationId xmlns:a16="http://schemas.microsoft.com/office/drawing/2014/main" id="{BC2B5491-C4B4-E0FD-D9F9-F21F023D9E49}"/>
                    </a:ext>
                  </a:extLst>
                </p:cNvPr>
                <p:cNvPicPr/>
                <p:nvPr/>
              </p:nvPicPr>
              <p:blipFill>
                <a:blip r:embed="rId7"/>
                <a:stretch>
                  <a:fillRect/>
                </a:stretch>
              </p:blipFill>
              <p:spPr>
                <a:xfrm>
                  <a:off x="7673600" y="4007080"/>
                  <a:ext cx="4119840" cy="2645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57ACA5AB-617E-3AC0-0F1D-BEDD12DCE888}"/>
                    </a:ext>
                  </a:extLst>
                </p14:cNvPr>
                <p14:cNvContentPartPr/>
                <p14:nvPr/>
              </p14:nvContentPartPr>
              <p14:xfrm>
                <a:off x="11064080" y="4023280"/>
                <a:ext cx="14760" cy="127800"/>
              </p14:xfrm>
            </p:contentPart>
          </mc:Choice>
          <mc:Fallback xmlns="">
            <p:pic>
              <p:nvPicPr>
                <p:cNvPr id="12" name="Ink 11">
                  <a:extLst>
                    <a:ext uri="{FF2B5EF4-FFF2-40B4-BE49-F238E27FC236}">
                      <a16:creationId xmlns:a16="http://schemas.microsoft.com/office/drawing/2014/main" id="{57ACA5AB-617E-3AC0-0F1D-BEDD12DCE888}"/>
                    </a:ext>
                  </a:extLst>
                </p:cNvPr>
                <p:cNvPicPr/>
                <p:nvPr/>
              </p:nvPicPr>
              <p:blipFill>
                <a:blip r:embed="rId9"/>
                <a:stretch>
                  <a:fillRect/>
                </a:stretch>
              </p:blipFill>
              <p:spPr>
                <a:xfrm>
                  <a:off x="11057960" y="4017160"/>
                  <a:ext cx="2700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1A35B4FC-DAF9-69DB-68AE-6BBF69050C04}"/>
                    </a:ext>
                  </a:extLst>
                </p14:cNvPr>
                <p14:cNvContentPartPr/>
                <p14:nvPr/>
              </p14:nvContentPartPr>
              <p14:xfrm>
                <a:off x="11084240" y="3950920"/>
                <a:ext cx="216360" cy="72720"/>
              </p14:xfrm>
            </p:contentPart>
          </mc:Choice>
          <mc:Fallback xmlns="">
            <p:pic>
              <p:nvPicPr>
                <p:cNvPr id="13" name="Ink 12">
                  <a:extLst>
                    <a:ext uri="{FF2B5EF4-FFF2-40B4-BE49-F238E27FC236}">
                      <a16:creationId xmlns:a16="http://schemas.microsoft.com/office/drawing/2014/main" id="{1A35B4FC-DAF9-69DB-68AE-6BBF69050C04}"/>
                    </a:ext>
                  </a:extLst>
                </p:cNvPr>
                <p:cNvPicPr/>
                <p:nvPr/>
              </p:nvPicPr>
              <p:blipFill>
                <a:blip r:embed="rId11"/>
                <a:stretch>
                  <a:fillRect/>
                </a:stretch>
              </p:blipFill>
              <p:spPr>
                <a:xfrm>
                  <a:off x="11078120" y="3944800"/>
                  <a:ext cx="228600" cy="84960"/>
                </a:xfrm>
                <a:prstGeom prst="rect">
                  <a:avLst/>
                </a:prstGeom>
              </p:spPr>
            </p:pic>
          </mc:Fallback>
        </mc:AlternateContent>
      </p:grpSp>
    </p:spTree>
    <p:extLst>
      <p:ext uri="{BB962C8B-B14F-4D97-AF65-F5344CB8AC3E}">
        <p14:creationId xmlns:p14="http://schemas.microsoft.com/office/powerpoint/2010/main" val="3224769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7E3ADE-7E05-95E7-F60A-9EDCD017FD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5624" y="0"/>
            <a:ext cx="9560751" cy="6858000"/>
          </a:xfrm>
          <a:prstGeom prst="rect">
            <a:avLst/>
          </a:prstGeom>
        </p:spPr>
      </p:pic>
      <p:sp>
        <p:nvSpPr>
          <p:cNvPr id="5" name="TextBox 4">
            <a:extLst>
              <a:ext uri="{FF2B5EF4-FFF2-40B4-BE49-F238E27FC236}">
                <a16:creationId xmlns:a16="http://schemas.microsoft.com/office/drawing/2014/main" id="{B946EC7F-6AEC-DB06-0371-C42FA7E163BD}"/>
              </a:ext>
            </a:extLst>
          </p:cNvPr>
          <p:cNvSpPr txBox="1"/>
          <p:nvPr/>
        </p:nvSpPr>
        <p:spPr>
          <a:xfrm>
            <a:off x="6096000" y="0"/>
            <a:ext cx="4827894" cy="830997"/>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p:pic>
        <p:nvPicPr>
          <p:cNvPr id="7" name="Picture 6">
            <a:extLst>
              <a:ext uri="{FF2B5EF4-FFF2-40B4-BE49-F238E27FC236}">
                <a16:creationId xmlns:a16="http://schemas.microsoft.com/office/drawing/2014/main" id="{577EEA82-4C49-D843-CA43-06BAD76892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9680" y="2666132"/>
            <a:ext cx="3322588" cy="2403707"/>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F11060D9-1CFB-C59F-ECA5-87C26BD27925}"/>
                  </a:ext>
                </a:extLst>
              </p14:cNvPr>
              <p14:cNvContentPartPr/>
              <p14:nvPr/>
            </p14:nvContentPartPr>
            <p14:xfrm>
              <a:off x="10684280" y="3993400"/>
              <a:ext cx="493920" cy="294480"/>
            </p14:xfrm>
          </p:contentPart>
        </mc:Choice>
        <mc:Fallback xmlns="">
          <p:pic>
            <p:nvPicPr>
              <p:cNvPr id="9" name="Ink 8">
                <a:extLst>
                  <a:ext uri="{FF2B5EF4-FFF2-40B4-BE49-F238E27FC236}">
                    <a16:creationId xmlns:a16="http://schemas.microsoft.com/office/drawing/2014/main" id="{F11060D9-1CFB-C59F-ECA5-87C26BD27925}"/>
                  </a:ext>
                </a:extLst>
              </p:cNvPr>
              <p:cNvPicPr/>
              <p:nvPr/>
            </p:nvPicPr>
            <p:blipFill>
              <a:blip r:embed="rId5"/>
              <a:stretch>
                <a:fillRect/>
              </a:stretch>
            </p:blipFill>
            <p:spPr>
              <a:xfrm>
                <a:off x="10678160" y="3987280"/>
                <a:ext cx="50616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261EDD4F-CD13-0326-7672-DFA738E0C7CC}"/>
                  </a:ext>
                </a:extLst>
              </p14:cNvPr>
              <p14:cNvContentPartPr/>
              <p14:nvPr/>
            </p14:nvContentPartPr>
            <p14:xfrm>
              <a:off x="8840360" y="4174480"/>
              <a:ext cx="2966760" cy="2068920"/>
            </p14:xfrm>
          </p:contentPart>
        </mc:Choice>
        <mc:Fallback xmlns="">
          <p:pic>
            <p:nvPicPr>
              <p:cNvPr id="10" name="Ink 9">
                <a:extLst>
                  <a:ext uri="{FF2B5EF4-FFF2-40B4-BE49-F238E27FC236}">
                    <a16:creationId xmlns:a16="http://schemas.microsoft.com/office/drawing/2014/main" id="{261EDD4F-CD13-0326-7672-DFA738E0C7CC}"/>
                  </a:ext>
                </a:extLst>
              </p:cNvPr>
              <p:cNvPicPr/>
              <p:nvPr/>
            </p:nvPicPr>
            <p:blipFill>
              <a:blip r:embed="rId7"/>
              <a:stretch>
                <a:fillRect/>
              </a:stretch>
            </p:blipFill>
            <p:spPr>
              <a:xfrm>
                <a:off x="8834240" y="4168360"/>
                <a:ext cx="2979000" cy="2081160"/>
              </a:xfrm>
              <a:prstGeom prst="rect">
                <a:avLst/>
              </a:prstGeom>
            </p:spPr>
          </p:pic>
        </mc:Fallback>
      </mc:AlternateContent>
      <p:grpSp>
        <p:nvGrpSpPr>
          <p:cNvPr id="13" name="Group 12">
            <a:extLst>
              <a:ext uri="{FF2B5EF4-FFF2-40B4-BE49-F238E27FC236}">
                <a16:creationId xmlns:a16="http://schemas.microsoft.com/office/drawing/2014/main" id="{EB783040-76E5-B0E5-936C-51715D3EB4FC}"/>
              </a:ext>
            </a:extLst>
          </p:cNvPr>
          <p:cNvGrpSpPr/>
          <p:nvPr/>
        </p:nvGrpSpPr>
        <p:grpSpPr>
          <a:xfrm>
            <a:off x="11288000" y="4116520"/>
            <a:ext cx="214560" cy="188280"/>
            <a:chOff x="11288000" y="4116520"/>
            <a:chExt cx="214560" cy="188280"/>
          </a:xfrm>
        </p:grpSpPr>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45A8CB5A-6411-CF74-461A-52F69BD1504C}"/>
                    </a:ext>
                  </a:extLst>
                </p14:cNvPr>
                <p14:cNvContentPartPr/>
                <p14:nvPr/>
              </p14:nvContentPartPr>
              <p14:xfrm>
                <a:off x="11288000" y="4185640"/>
                <a:ext cx="73080" cy="119160"/>
              </p14:xfrm>
            </p:contentPart>
          </mc:Choice>
          <mc:Fallback xmlns="">
            <p:pic>
              <p:nvPicPr>
                <p:cNvPr id="11" name="Ink 10">
                  <a:extLst>
                    <a:ext uri="{FF2B5EF4-FFF2-40B4-BE49-F238E27FC236}">
                      <a16:creationId xmlns:a16="http://schemas.microsoft.com/office/drawing/2014/main" id="{45A8CB5A-6411-CF74-461A-52F69BD1504C}"/>
                    </a:ext>
                  </a:extLst>
                </p:cNvPr>
                <p:cNvPicPr/>
                <p:nvPr/>
              </p:nvPicPr>
              <p:blipFill>
                <a:blip r:embed="rId9"/>
                <a:stretch>
                  <a:fillRect/>
                </a:stretch>
              </p:blipFill>
              <p:spPr>
                <a:xfrm>
                  <a:off x="11281520" y="4179520"/>
                  <a:ext cx="8532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4B78441A-8C95-791E-8B0F-84B62D6AC4B5}"/>
                    </a:ext>
                  </a:extLst>
                </p14:cNvPr>
                <p14:cNvContentPartPr/>
                <p14:nvPr/>
              </p14:nvContentPartPr>
              <p14:xfrm>
                <a:off x="11308160" y="4116520"/>
                <a:ext cx="194400" cy="49320"/>
              </p14:xfrm>
            </p:contentPart>
          </mc:Choice>
          <mc:Fallback xmlns="">
            <p:pic>
              <p:nvPicPr>
                <p:cNvPr id="12" name="Ink 11">
                  <a:extLst>
                    <a:ext uri="{FF2B5EF4-FFF2-40B4-BE49-F238E27FC236}">
                      <a16:creationId xmlns:a16="http://schemas.microsoft.com/office/drawing/2014/main" id="{4B78441A-8C95-791E-8B0F-84B62D6AC4B5}"/>
                    </a:ext>
                  </a:extLst>
                </p:cNvPr>
                <p:cNvPicPr/>
                <p:nvPr/>
              </p:nvPicPr>
              <p:blipFill>
                <a:blip r:embed="rId11"/>
                <a:stretch>
                  <a:fillRect/>
                </a:stretch>
              </p:blipFill>
              <p:spPr>
                <a:xfrm>
                  <a:off x="11302040" y="4110400"/>
                  <a:ext cx="206640" cy="61560"/>
                </a:xfrm>
                <a:prstGeom prst="rect">
                  <a:avLst/>
                </a:prstGeom>
              </p:spPr>
            </p:pic>
          </mc:Fallback>
        </mc:AlternateContent>
      </p:grpSp>
    </p:spTree>
    <p:extLst>
      <p:ext uri="{BB962C8B-B14F-4D97-AF65-F5344CB8AC3E}">
        <p14:creationId xmlns:p14="http://schemas.microsoft.com/office/powerpoint/2010/main" val="8790251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A1FFC-56FC-5129-DA78-C379EABDA3BC}"/>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13BD4DE8-60CA-EB89-5793-573F484FAE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6171" y="0"/>
            <a:ext cx="9479657" cy="6858000"/>
          </a:xfrm>
          <a:prstGeom prst="rect">
            <a:avLst/>
          </a:prstGeom>
        </p:spPr>
      </p:pic>
      <p:sp>
        <p:nvSpPr>
          <p:cNvPr id="9" name="TextBox 8">
            <a:extLst>
              <a:ext uri="{FF2B5EF4-FFF2-40B4-BE49-F238E27FC236}">
                <a16:creationId xmlns:a16="http://schemas.microsoft.com/office/drawing/2014/main" id="{C9498BF0-EDDB-6B3F-5929-876A8C162054}"/>
              </a:ext>
            </a:extLst>
          </p:cNvPr>
          <p:cNvSpPr txBox="1"/>
          <p:nvPr/>
        </p:nvSpPr>
        <p:spPr>
          <a:xfrm>
            <a:off x="1447767" y="0"/>
            <a:ext cx="3235994" cy="1200329"/>
          </a:xfrm>
          <a:prstGeom prst="rect">
            <a:avLst/>
          </a:prstGeom>
          <a:noFill/>
        </p:spPr>
        <p:txBody>
          <a:bodyPr wrap="square">
            <a:spAutoFit/>
          </a:bodyPr>
          <a:lstStyle/>
          <a:p>
            <a:pPr algn="ctr"/>
            <a:r>
              <a:rPr lang="en-IN" sz="2400" b="1" u="none" strike="noStrike" dirty="0">
                <a:solidFill>
                  <a:schemeClr val="accent1">
                    <a:lumMod val="75000"/>
                  </a:schemeClr>
                </a:solidFill>
                <a:effectLst/>
                <a:latin typeface="Google Sans"/>
              </a:rPr>
              <a:t>Traveling Salesperson Problem (TSP)</a:t>
            </a:r>
            <a:r>
              <a:rPr lang="en-IN" sz="2400" dirty="0">
                <a:solidFill>
                  <a:schemeClr val="accent1">
                    <a:lumMod val="75000"/>
                  </a:schemeClr>
                </a:solidFill>
              </a:rPr>
              <a:t> using the </a:t>
            </a:r>
            <a:r>
              <a:rPr lang="en-IN" sz="2400" b="1" u="none" strike="noStrike" dirty="0">
                <a:solidFill>
                  <a:schemeClr val="accent1">
                    <a:lumMod val="75000"/>
                  </a:schemeClr>
                </a:solidFill>
                <a:effectLst/>
                <a:latin typeface="Google Sans"/>
              </a:rPr>
              <a:t>Branch and Bound (BB)</a:t>
            </a:r>
            <a:endParaRPr lang="en-IN" sz="2400" dirty="0">
              <a:solidFill>
                <a:schemeClr val="accent1">
                  <a:lumMod val="75000"/>
                </a:schemeClr>
              </a:solidFill>
            </a:endParaRPr>
          </a:p>
        </p:txBody>
      </p:sp>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400553E6-6494-E149-6A9E-8798B3178F36}"/>
                  </a:ext>
                </a:extLst>
              </p14:cNvPr>
              <p14:cNvContentPartPr/>
              <p14:nvPr/>
            </p14:nvContentPartPr>
            <p14:xfrm>
              <a:off x="3454400" y="5262800"/>
              <a:ext cx="360" cy="434520"/>
            </p14:xfrm>
          </p:contentPart>
        </mc:Choice>
        <mc:Fallback xmlns="">
          <p:pic>
            <p:nvPicPr>
              <p:cNvPr id="17" name="Ink 16">
                <a:extLst>
                  <a:ext uri="{FF2B5EF4-FFF2-40B4-BE49-F238E27FC236}">
                    <a16:creationId xmlns:a16="http://schemas.microsoft.com/office/drawing/2014/main" id="{400553E6-6494-E149-6A9E-8798B3178F36}"/>
                  </a:ext>
                </a:extLst>
              </p:cNvPr>
              <p:cNvPicPr/>
              <p:nvPr/>
            </p:nvPicPr>
            <p:blipFill>
              <a:blip r:embed="rId4"/>
              <a:stretch>
                <a:fillRect/>
              </a:stretch>
            </p:blipFill>
            <p:spPr>
              <a:xfrm>
                <a:off x="3447920" y="5256680"/>
                <a:ext cx="12600" cy="446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AF69CBE7-7A16-BA93-7120-13A9E1E4C574}"/>
                  </a:ext>
                </a:extLst>
              </p14:cNvPr>
              <p14:cNvContentPartPr/>
              <p14:nvPr/>
            </p14:nvContentPartPr>
            <p14:xfrm>
              <a:off x="3425600" y="5048960"/>
              <a:ext cx="6062760" cy="621000"/>
            </p14:xfrm>
          </p:contentPart>
        </mc:Choice>
        <mc:Fallback xmlns="">
          <p:pic>
            <p:nvPicPr>
              <p:cNvPr id="19" name="Ink 18">
                <a:extLst>
                  <a:ext uri="{FF2B5EF4-FFF2-40B4-BE49-F238E27FC236}">
                    <a16:creationId xmlns:a16="http://schemas.microsoft.com/office/drawing/2014/main" id="{AF69CBE7-7A16-BA93-7120-13A9E1E4C574}"/>
                  </a:ext>
                </a:extLst>
              </p:cNvPr>
              <p:cNvPicPr/>
              <p:nvPr/>
            </p:nvPicPr>
            <p:blipFill>
              <a:blip r:embed="rId6"/>
              <a:stretch>
                <a:fillRect/>
              </a:stretch>
            </p:blipFill>
            <p:spPr>
              <a:xfrm>
                <a:off x="3419480" y="5042840"/>
                <a:ext cx="6075000" cy="633240"/>
              </a:xfrm>
              <a:prstGeom prst="rect">
                <a:avLst/>
              </a:prstGeom>
            </p:spPr>
          </p:pic>
        </mc:Fallback>
      </mc:AlternateContent>
    </p:spTree>
    <p:extLst>
      <p:ext uri="{BB962C8B-B14F-4D97-AF65-F5344CB8AC3E}">
        <p14:creationId xmlns:p14="http://schemas.microsoft.com/office/powerpoint/2010/main" val="17673925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564E94-4F9C-7770-18F7-4888477832F4}"/>
              </a:ext>
            </a:extLst>
          </p:cNvPr>
          <p:cNvSpPr txBox="1"/>
          <p:nvPr/>
        </p:nvSpPr>
        <p:spPr>
          <a:xfrm>
            <a:off x="772160" y="117604"/>
            <a:ext cx="6096000" cy="523220"/>
          </a:xfrm>
          <a:prstGeom prst="rect">
            <a:avLst/>
          </a:prstGeom>
          <a:noFill/>
        </p:spPr>
        <p:txBody>
          <a:bodyPr wrap="square">
            <a:spAutoFit/>
          </a:bodyPr>
          <a:lstStyle/>
          <a:p>
            <a:r>
              <a:rPr lang="en-IN" sz="2800" b="1" dirty="0"/>
              <a:t>Lower Bound Theory</a:t>
            </a:r>
          </a:p>
        </p:txBody>
      </p:sp>
      <p:sp>
        <p:nvSpPr>
          <p:cNvPr id="6" name="TextBox 5">
            <a:extLst>
              <a:ext uri="{FF2B5EF4-FFF2-40B4-BE49-F238E27FC236}">
                <a16:creationId xmlns:a16="http://schemas.microsoft.com/office/drawing/2014/main" id="{1629A36B-942C-0CEC-980D-8C2FB99CE8AB}"/>
              </a:ext>
            </a:extLst>
          </p:cNvPr>
          <p:cNvSpPr txBox="1"/>
          <p:nvPr/>
        </p:nvSpPr>
        <p:spPr>
          <a:xfrm>
            <a:off x="1097280" y="569704"/>
            <a:ext cx="10200640" cy="6044283"/>
          </a:xfrm>
          <a:prstGeom prst="rect">
            <a:avLst/>
          </a:prstGeom>
          <a:noFill/>
        </p:spPr>
        <p:txBody>
          <a:bodyPr wrap="square">
            <a:spAutoFit/>
          </a:bodyPr>
          <a:lstStyle/>
          <a:p>
            <a:pPr algn="just">
              <a:lnSpc>
                <a:spcPct val="150000"/>
              </a:lnSpc>
            </a:pPr>
            <a:r>
              <a:rPr lang="en-IN" sz="2000" b="0" i="0" dirty="0">
                <a:solidFill>
                  <a:srgbClr val="1F1F1F"/>
                </a:solidFill>
                <a:effectLst/>
                <a:latin typeface="Arial" panose="020B0604020202020204" pitchFamily="34" charset="0"/>
              </a:rPr>
              <a:t>Lower Bound Theory Concept is based upon the calculation of minimum time that is required to execute an algorithm is known as a lower bound theory or Base Bound Theory. </a:t>
            </a:r>
          </a:p>
          <a:p>
            <a:pPr algn="just">
              <a:lnSpc>
                <a:spcPct val="150000"/>
              </a:lnSpc>
            </a:pPr>
            <a:endParaRPr lang="en-IN" sz="2000" dirty="0">
              <a:solidFill>
                <a:srgbClr val="1F1F1F"/>
              </a:solidFill>
              <a:latin typeface="Arial" panose="020B0604020202020204" pitchFamily="34" charset="0"/>
            </a:endParaRPr>
          </a:p>
          <a:p>
            <a:pPr algn="just">
              <a:lnSpc>
                <a:spcPct val="150000"/>
              </a:lnSpc>
            </a:pPr>
            <a:r>
              <a:rPr lang="en-IN" sz="2000" b="0" i="0" dirty="0">
                <a:solidFill>
                  <a:srgbClr val="1F1F1F"/>
                </a:solidFill>
                <a:effectLst/>
                <a:latin typeface="Arial" panose="020B0604020202020204" pitchFamily="34" charset="0"/>
              </a:rPr>
              <a:t>According to the lower bound theory, for a lower bound L(n) of an algorithm, it is not possible to have any other algorithm (for a common problem) whose time complexity is less than L(n) for random input. Also, every algorithm must take at least L(n) time in the worst case. Note that L(n) here is the minimum of all the possible algorithms, of maximum complexity. </a:t>
            </a:r>
          </a:p>
          <a:p>
            <a:pPr algn="just">
              <a:lnSpc>
                <a:spcPct val="150000"/>
              </a:lnSpc>
            </a:pPr>
            <a:endParaRPr lang="en-IN" sz="2000" dirty="0">
              <a:solidFill>
                <a:srgbClr val="1F1F1F"/>
              </a:solidFill>
              <a:latin typeface="Arial" panose="020B0604020202020204" pitchFamily="34" charset="0"/>
            </a:endParaRPr>
          </a:p>
          <a:p>
            <a:pPr algn="just">
              <a:lnSpc>
                <a:spcPct val="150000"/>
              </a:lnSpc>
            </a:pPr>
            <a:r>
              <a:rPr lang="en-IN" sz="2000" b="0" i="0" dirty="0">
                <a:solidFill>
                  <a:srgbClr val="1F1F1F"/>
                </a:solidFill>
                <a:effectLst/>
                <a:latin typeface="Arial" panose="020B0604020202020204" pitchFamily="34" charset="0"/>
              </a:rPr>
              <a:t>The Lower Bound is very important for any algorithm. Once we calculated it, then we can compare it with the actual complexity of the algorithm and if their order is the same then we can declare our algorithm as optimal.</a:t>
            </a:r>
            <a:endParaRPr lang="en-IN" sz="2000" dirty="0"/>
          </a:p>
        </p:txBody>
      </p:sp>
    </p:spTree>
    <p:extLst>
      <p:ext uri="{BB962C8B-B14F-4D97-AF65-F5344CB8AC3E}">
        <p14:creationId xmlns:p14="http://schemas.microsoft.com/office/powerpoint/2010/main" val="6757400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71008-2801-320B-F609-7DAA7C9242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1EF4D5-23AF-3FE1-0C56-B7D714DAFA07}"/>
              </a:ext>
            </a:extLst>
          </p:cNvPr>
          <p:cNvSpPr txBox="1"/>
          <p:nvPr/>
        </p:nvSpPr>
        <p:spPr>
          <a:xfrm>
            <a:off x="772160" y="117604"/>
            <a:ext cx="9245600" cy="523220"/>
          </a:xfrm>
          <a:prstGeom prst="rect">
            <a:avLst/>
          </a:prstGeom>
          <a:noFill/>
        </p:spPr>
        <p:txBody>
          <a:bodyPr wrap="square">
            <a:spAutoFit/>
          </a:bodyPr>
          <a:lstStyle/>
          <a:p>
            <a:r>
              <a:rPr lang="en-IN" sz="2800" b="1" dirty="0"/>
              <a:t>Use of Lower Bound Theory in solving algebraic problem</a:t>
            </a:r>
          </a:p>
        </p:txBody>
      </p:sp>
      <p:sp>
        <p:nvSpPr>
          <p:cNvPr id="11" name="TextBox 10">
            <a:extLst>
              <a:ext uri="{FF2B5EF4-FFF2-40B4-BE49-F238E27FC236}">
                <a16:creationId xmlns:a16="http://schemas.microsoft.com/office/drawing/2014/main" id="{078ED4AB-3EBD-761C-7E88-68E56DD74592}"/>
              </a:ext>
            </a:extLst>
          </p:cNvPr>
          <p:cNvSpPr txBox="1"/>
          <p:nvPr/>
        </p:nvSpPr>
        <p:spPr>
          <a:xfrm>
            <a:off x="772160" y="766356"/>
            <a:ext cx="10048240" cy="5305620"/>
          </a:xfrm>
          <a:prstGeom prst="rect">
            <a:avLst/>
          </a:prstGeom>
          <a:noFill/>
        </p:spPr>
        <p:txBody>
          <a:bodyPr wrap="square">
            <a:spAutoFit/>
          </a:bodyPr>
          <a:lstStyle/>
          <a:p>
            <a:pPr algn="just">
              <a:lnSpc>
                <a:spcPct val="150000"/>
              </a:lnSpc>
            </a:pPr>
            <a:r>
              <a:rPr lang="en-IN" sz="2400" b="1" i="0" dirty="0">
                <a:solidFill>
                  <a:srgbClr val="1F1F1F"/>
                </a:solidFill>
                <a:effectLst/>
                <a:latin typeface="Arial" panose="020B0604020202020204" pitchFamily="34" charset="0"/>
              </a:rPr>
              <a:t>Straight Line Program: </a:t>
            </a:r>
          </a:p>
          <a:p>
            <a:pPr algn="just">
              <a:lnSpc>
                <a:spcPct val="150000"/>
              </a:lnSpc>
            </a:pPr>
            <a:r>
              <a:rPr lang="en-IN" sz="2000" b="0" i="0" dirty="0">
                <a:solidFill>
                  <a:srgbClr val="1F1F1F"/>
                </a:solidFill>
                <a:effectLst/>
                <a:latin typeface="Arial" panose="020B0604020202020204" pitchFamily="34" charset="0"/>
              </a:rPr>
              <a:t>The type of program built without any loops or control structures is called the Straight Line Program. </a:t>
            </a:r>
          </a:p>
          <a:p>
            <a:pPr algn="just">
              <a:lnSpc>
                <a:spcPct val="150000"/>
              </a:lnSpc>
            </a:pPr>
            <a:r>
              <a:rPr lang="en-IN" sz="2000" b="0" i="0" dirty="0">
                <a:solidFill>
                  <a:srgbClr val="1F1F1F"/>
                </a:solidFill>
                <a:effectLst/>
                <a:latin typeface="Arial" panose="020B0604020202020204" pitchFamily="34" charset="0"/>
              </a:rPr>
              <a:t>For example </a:t>
            </a:r>
          </a:p>
          <a:p>
            <a:pPr algn="just">
              <a:lnSpc>
                <a:spcPct val="150000"/>
              </a:lnSpc>
            </a:pPr>
            <a:endParaRPr lang="en-IN" sz="2000" dirty="0">
              <a:solidFill>
                <a:srgbClr val="1F1F1F"/>
              </a:solidFill>
              <a:latin typeface="Arial" panose="020B0604020202020204" pitchFamily="34" charset="0"/>
            </a:endParaRPr>
          </a:p>
          <a:p>
            <a:pPr lvl="1" algn="just">
              <a:lnSpc>
                <a:spcPct val="150000"/>
              </a:lnSpc>
            </a:pPr>
            <a:r>
              <a:rPr lang="en-IN" sz="2000" b="0" i="0" dirty="0">
                <a:solidFill>
                  <a:srgbClr val="1F1F1F"/>
                </a:solidFill>
                <a:effectLst/>
                <a:latin typeface="Arial" panose="020B0604020202020204" pitchFamily="34" charset="0"/>
              </a:rPr>
              <a:t>Sum(a, b) </a:t>
            </a:r>
          </a:p>
          <a:p>
            <a:pPr lvl="1" algn="just">
              <a:lnSpc>
                <a:spcPct val="150000"/>
              </a:lnSpc>
            </a:pPr>
            <a:r>
              <a:rPr lang="en-IN" sz="2000" b="0" i="0" dirty="0">
                <a:solidFill>
                  <a:srgbClr val="1F1F1F"/>
                </a:solidFill>
                <a:effectLst/>
                <a:latin typeface="Arial" panose="020B0604020202020204" pitchFamily="34" charset="0"/>
              </a:rPr>
              <a:t>{ </a:t>
            </a:r>
          </a:p>
          <a:p>
            <a:pPr lvl="2" algn="just">
              <a:lnSpc>
                <a:spcPct val="150000"/>
              </a:lnSpc>
            </a:pPr>
            <a:r>
              <a:rPr lang="en-IN" sz="2000" b="0" i="0" dirty="0">
                <a:solidFill>
                  <a:srgbClr val="1F1F1F"/>
                </a:solidFill>
                <a:effectLst/>
                <a:latin typeface="Arial" panose="020B0604020202020204" pitchFamily="34" charset="0"/>
              </a:rPr>
              <a:t>//no loops and no control structures </a:t>
            </a:r>
          </a:p>
          <a:p>
            <a:pPr lvl="2" algn="just">
              <a:lnSpc>
                <a:spcPct val="150000"/>
              </a:lnSpc>
            </a:pPr>
            <a:r>
              <a:rPr lang="en-IN" sz="2000" b="0" i="0" dirty="0">
                <a:solidFill>
                  <a:srgbClr val="1F1F1F"/>
                </a:solidFill>
                <a:effectLst/>
                <a:latin typeface="Arial" panose="020B0604020202020204" pitchFamily="34" charset="0"/>
              </a:rPr>
              <a:t>c:= </a:t>
            </a:r>
            <a:r>
              <a:rPr lang="en-IN" sz="2000" b="0" i="0" dirty="0" err="1">
                <a:solidFill>
                  <a:srgbClr val="1F1F1F"/>
                </a:solidFill>
                <a:effectLst/>
                <a:latin typeface="Arial" panose="020B0604020202020204" pitchFamily="34" charset="0"/>
              </a:rPr>
              <a:t>a+b</a:t>
            </a:r>
            <a:r>
              <a:rPr lang="en-IN" sz="2000" b="0" i="0" dirty="0">
                <a:solidFill>
                  <a:srgbClr val="1F1F1F"/>
                </a:solidFill>
                <a:effectLst/>
                <a:latin typeface="Arial" panose="020B0604020202020204" pitchFamily="34" charset="0"/>
              </a:rPr>
              <a:t>; </a:t>
            </a:r>
          </a:p>
          <a:p>
            <a:pPr lvl="2" algn="just">
              <a:lnSpc>
                <a:spcPct val="150000"/>
              </a:lnSpc>
            </a:pPr>
            <a:r>
              <a:rPr lang="en-IN" sz="2000" b="0" i="0" dirty="0">
                <a:solidFill>
                  <a:srgbClr val="1F1F1F"/>
                </a:solidFill>
                <a:effectLst/>
                <a:latin typeface="Arial" panose="020B0604020202020204" pitchFamily="34" charset="0"/>
              </a:rPr>
              <a:t>return c;</a:t>
            </a:r>
          </a:p>
          <a:p>
            <a:pPr lvl="1" algn="just">
              <a:lnSpc>
                <a:spcPct val="150000"/>
              </a:lnSpc>
            </a:pPr>
            <a:r>
              <a:rPr lang="en-IN" sz="2000" dirty="0">
                <a:solidFill>
                  <a:srgbClr val="1F1F1F"/>
                </a:solidFill>
                <a:latin typeface="Arial" panose="020B0604020202020204" pitchFamily="34" charset="0"/>
              </a:rPr>
              <a:t>}</a:t>
            </a:r>
            <a:endParaRPr lang="en-IN" sz="2000" dirty="0"/>
          </a:p>
        </p:txBody>
      </p:sp>
      <p:sp>
        <p:nvSpPr>
          <p:cNvPr id="15" name="TextBox 14">
            <a:extLst>
              <a:ext uri="{FF2B5EF4-FFF2-40B4-BE49-F238E27FC236}">
                <a16:creationId xmlns:a16="http://schemas.microsoft.com/office/drawing/2014/main" id="{A5ECC5AC-68E0-DBD1-0979-4089A91E88D8}"/>
              </a:ext>
            </a:extLst>
          </p:cNvPr>
          <p:cNvSpPr txBox="1"/>
          <p:nvPr/>
        </p:nvSpPr>
        <p:spPr>
          <a:xfrm>
            <a:off x="7406640" y="1930201"/>
            <a:ext cx="4368800" cy="4772717"/>
          </a:xfrm>
          <a:prstGeom prst="rect">
            <a:avLst/>
          </a:prstGeom>
          <a:noFill/>
          <a:ln>
            <a:solidFill>
              <a:schemeClr val="accent1"/>
            </a:solidFill>
          </a:ln>
        </p:spPr>
        <p:txBody>
          <a:bodyPr wrap="square">
            <a:spAutoFit/>
          </a:bodyPr>
          <a:lstStyle/>
          <a:p>
            <a:pPr>
              <a:lnSpc>
                <a:spcPct val="150000"/>
              </a:lnSpc>
            </a:pPr>
            <a:r>
              <a:rPr lang="en-IN" sz="1200" dirty="0">
                <a:solidFill>
                  <a:schemeClr val="accent5">
                    <a:lumMod val="50000"/>
                  </a:schemeClr>
                </a:solidFill>
              </a:rPr>
              <a:t>#include &lt;</a:t>
            </a:r>
            <a:r>
              <a:rPr lang="en-IN" sz="1200" dirty="0" err="1">
                <a:solidFill>
                  <a:schemeClr val="accent5">
                    <a:lumMod val="50000"/>
                  </a:schemeClr>
                </a:solidFill>
              </a:rPr>
              <a:t>stdio.h</a:t>
            </a:r>
            <a:r>
              <a:rPr lang="en-IN" sz="1200" dirty="0">
                <a:solidFill>
                  <a:schemeClr val="accent5">
                    <a:lumMod val="50000"/>
                  </a:schemeClr>
                </a:solidFill>
              </a:rPr>
              <a:t>&gt;</a:t>
            </a:r>
          </a:p>
          <a:p>
            <a:pPr>
              <a:lnSpc>
                <a:spcPct val="150000"/>
              </a:lnSpc>
            </a:pPr>
            <a:r>
              <a:rPr lang="en-IN" sz="1200" dirty="0">
                <a:solidFill>
                  <a:schemeClr val="accent5">
                    <a:lumMod val="50000"/>
                  </a:schemeClr>
                </a:solidFill>
              </a:rPr>
              <a:t>// Function to add two </a:t>
            </a:r>
            <a:r>
              <a:rPr lang="en-IN" sz="1200" dirty="0" err="1">
                <a:solidFill>
                  <a:schemeClr val="accent5">
                    <a:lumMod val="50000"/>
                  </a:schemeClr>
                </a:solidFill>
              </a:rPr>
              <a:t>numbersint</a:t>
            </a:r>
            <a:r>
              <a:rPr lang="en-IN" sz="1200" dirty="0">
                <a:solidFill>
                  <a:schemeClr val="accent5">
                    <a:lumMod val="50000"/>
                  </a:schemeClr>
                </a:solidFill>
              </a:rPr>
              <a:t> </a:t>
            </a:r>
          </a:p>
          <a:p>
            <a:pPr>
              <a:lnSpc>
                <a:spcPct val="150000"/>
              </a:lnSpc>
            </a:pPr>
            <a:r>
              <a:rPr lang="en-IN" sz="1200" dirty="0">
                <a:solidFill>
                  <a:schemeClr val="accent5">
                    <a:lumMod val="50000"/>
                  </a:schemeClr>
                </a:solidFill>
              </a:rPr>
              <a:t>Sum(int a, int b) </a:t>
            </a:r>
          </a:p>
          <a:p>
            <a:pPr>
              <a:lnSpc>
                <a:spcPct val="150000"/>
              </a:lnSpc>
            </a:pPr>
            <a:r>
              <a:rPr lang="en-IN" sz="1200" dirty="0">
                <a:solidFill>
                  <a:schemeClr val="accent5">
                    <a:lumMod val="50000"/>
                  </a:schemeClr>
                </a:solidFill>
              </a:rPr>
              <a:t>{    </a:t>
            </a:r>
          </a:p>
          <a:p>
            <a:pPr>
              <a:lnSpc>
                <a:spcPct val="150000"/>
              </a:lnSpc>
            </a:pPr>
            <a:r>
              <a:rPr lang="en-IN" sz="1200" dirty="0">
                <a:solidFill>
                  <a:schemeClr val="accent5">
                    <a:lumMod val="50000"/>
                  </a:schemeClr>
                </a:solidFill>
              </a:rPr>
              <a:t>int c = a + b;    </a:t>
            </a:r>
          </a:p>
          <a:p>
            <a:pPr>
              <a:lnSpc>
                <a:spcPct val="150000"/>
              </a:lnSpc>
            </a:pPr>
            <a:r>
              <a:rPr lang="en-IN" sz="1200" dirty="0">
                <a:solidFill>
                  <a:schemeClr val="accent5">
                    <a:lumMod val="50000"/>
                  </a:schemeClr>
                </a:solidFill>
              </a:rPr>
              <a:t>return c;</a:t>
            </a:r>
          </a:p>
          <a:p>
            <a:pPr>
              <a:lnSpc>
                <a:spcPct val="150000"/>
              </a:lnSpc>
            </a:pPr>
            <a:r>
              <a:rPr lang="en-IN" sz="1200" dirty="0">
                <a:solidFill>
                  <a:schemeClr val="accent5">
                    <a:lumMod val="50000"/>
                  </a:schemeClr>
                </a:solidFill>
              </a:rPr>
              <a:t>}</a:t>
            </a:r>
          </a:p>
          <a:p>
            <a:pPr>
              <a:lnSpc>
                <a:spcPct val="150000"/>
              </a:lnSpc>
            </a:pPr>
            <a:r>
              <a:rPr lang="en-IN" sz="1200" dirty="0">
                <a:solidFill>
                  <a:schemeClr val="accent5">
                    <a:lumMod val="50000"/>
                  </a:schemeClr>
                </a:solidFill>
              </a:rPr>
              <a:t>int main() </a:t>
            </a:r>
          </a:p>
          <a:p>
            <a:pPr>
              <a:lnSpc>
                <a:spcPct val="150000"/>
              </a:lnSpc>
            </a:pPr>
            <a:r>
              <a:rPr lang="en-IN" sz="1200" dirty="0">
                <a:solidFill>
                  <a:schemeClr val="accent5">
                    <a:lumMod val="50000"/>
                  </a:schemeClr>
                </a:solidFill>
              </a:rPr>
              <a:t>{    </a:t>
            </a:r>
          </a:p>
          <a:p>
            <a:pPr>
              <a:lnSpc>
                <a:spcPct val="150000"/>
              </a:lnSpc>
            </a:pPr>
            <a:r>
              <a:rPr lang="en-IN" sz="1200" dirty="0">
                <a:solidFill>
                  <a:schemeClr val="accent5">
                    <a:lumMod val="50000"/>
                  </a:schemeClr>
                </a:solidFill>
              </a:rPr>
              <a:t>int num1 = 5;   </a:t>
            </a:r>
          </a:p>
          <a:p>
            <a:pPr>
              <a:lnSpc>
                <a:spcPct val="150000"/>
              </a:lnSpc>
            </a:pPr>
            <a:r>
              <a:rPr lang="en-IN" sz="1200" dirty="0">
                <a:solidFill>
                  <a:schemeClr val="accent5">
                    <a:lumMod val="50000"/>
                  </a:schemeClr>
                </a:solidFill>
              </a:rPr>
              <a:t> int num2 = 10;   </a:t>
            </a:r>
          </a:p>
          <a:p>
            <a:pPr>
              <a:lnSpc>
                <a:spcPct val="150000"/>
              </a:lnSpc>
            </a:pPr>
            <a:r>
              <a:rPr lang="en-IN" sz="1200" dirty="0">
                <a:solidFill>
                  <a:schemeClr val="accent5">
                    <a:lumMod val="50000"/>
                  </a:schemeClr>
                </a:solidFill>
              </a:rPr>
              <a:t> int result;    </a:t>
            </a:r>
          </a:p>
          <a:p>
            <a:pPr>
              <a:lnSpc>
                <a:spcPct val="150000"/>
              </a:lnSpc>
            </a:pPr>
            <a:r>
              <a:rPr lang="en-IN" sz="1200" dirty="0">
                <a:solidFill>
                  <a:schemeClr val="accent5">
                    <a:lumMod val="50000"/>
                  </a:schemeClr>
                </a:solidFill>
              </a:rPr>
              <a:t>// Call the Sum function    </a:t>
            </a:r>
          </a:p>
          <a:p>
            <a:pPr>
              <a:lnSpc>
                <a:spcPct val="150000"/>
              </a:lnSpc>
            </a:pPr>
            <a:r>
              <a:rPr lang="en-IN" sz="1200" dirty="0">
                <a:solidFill>
                  <a:schemeClr val="accent5">
                    <a:lumMod val="50000"/>
                  </a:schemeClr>
                </a:solidFill>
              </a:rPr>
              <a:t>result = Sum(num1, num2);    </a:t>
            </a:r>
          </a:p>
          <a:p>
            <a:pPr>
              <a:lnSpc>
                <a:spcPct val="150000"/>
              </a:lnSpc>
            </a:pPr>
            <a:r>
              <a:rPr lang="en-IN" sz="1200" dirty="0">
                <a:solidFill>
                  <a:schemeClr val="accent5">
                    <a:lumMod val="50000"/>
                  </a:schemeClr>
                </a:solidFill>
              </a:rPr>
              <a:t>// Print the result    </a:t>
            </a:r>
          </a:p>
          <a:p>
            <a:pPr>
              <a:lnSpc>
                <a:spcPct val="150000"/>
              </a:lnSpc>
            </a:pPr>
            <a:r>
              <a:rPr lang="en-IN" sz="1200" dirty="0" err="1">
                <a:solidFill>
                  <a:schemeClr val="accent5">
                    <a:lumMod val="50000"/>
                  </a:schemeClr>
                </a:solidFill>
              </a:rPr>
              <a:t>printf</a:t>
            </a:r>
            <a:r>
              <a:rPr lang="en-IN" sz="1200" dirty="0">
                <a:solidFill>
                  <a:schemeClr val="accent5">
                    <a:lumMod val="50000"/>
                  </a:schemeClr>
                </a:solidFill>
              </a:rPr>
              <a:t>("The sum of %d and %d is: %d\n", num1, num2, result);    </a:t>
            </a:r>
          </a:p>
          <a:p>
            <a:pPr>
              <a:lnSpc>
                <a:spcPct val="150000"/>
              </a:lnSpc>
            </a:pPr>
            <a:r>
              <a:rPr lang="en-IN" sz="1200" dirty="0">
                <a:solidFill>
                  <a:schemeClr val="accent5">
                    <a:lumMod val="50000"/>
                  </a:schemeClr>
                </a:solidFill>
              </a:rPr>
              <a:t>return 0;}</a:t>
            </a:r>
          </a:p>
        </p:txBody>
      </p:sp>
      <p:sp>
        <p:nvSpPr>
          <p:cNvPr id="17" name="TextBox 16">
            <a:extLst>
              <a:ext uri="{FF2B5EF4-FFF2-40B4-BE49-F238E27FC236}">
                <a16:creationId xmlns:a16="http://schemas.microsoft.com/office/drawing/2014/main" id="{A9FCB9E9-149A-DB51-7E40-3F1407922EFF}"/>
              </a:ext>
            </a:extLst>
          </p:cNvPr>
          <p:cNvSpPr txBox="1"/>
          <p:nvPr/>
        </p:nvSpPr>
        <p:spPr>
          <a:xfrm>
            <a:off x="1371600" y="5887310"/>
            <a:ext cx="5669280" cy="815608"/>
          </a:xfrm>
          <a:prstGeom prst="rect">
            <a:avLst/>
          </a:prstGeom>
          <a:noFill/>
          <a:ln>
            <a:solidFill>
              <a:schemeClr val="accent1"/>
            </a:solidFill>
          </a:ln>
        </p:spPr>
        <p:txBody>
          <a:bodyPr wrap="square">
            <a:spAutoFit/>
          </a:bodyPr>
          <a:lstStyle/>
          <a:p>
            <a:pPr>
              <a:spcBef>
                <a:spcPts val="1800"/>
              </a:spcBef>
              <a:spcAft>
                <a:spcPts val="900"/>
              </a:spcAft>
              <a:buNone/>
            </a:pPr>
            <a:r>
              <a:rPr lang="en-IN" sz="1600" b="1" u="none" strike="noStrike" dirty="0">
                <a:effectLst/>
                <a:latin typeface="Google Sans"/>
              </a:rPr>
              <a:t>Time Complexity</a:t>
            </a:r>
          </a:p>
          <a:p>
            <a:pPr>
              <a:spcBef>
                <a:spcPts val="900"/>
              </a:spcBef>
              <a:spcAft>
                <a:spcPts val="1200"/>
              </a:spcAft>
              <a:buNone/>
            </a:pPr>
            <a:r>
              <a:rPr lang="en-IN" sz="1600" b="0" u="none" strike="noStrike" dirty="0">
                <a:effectLst/>
                <a:latin typeface="Google Sans"/>
              </a:rPr>
              <a:t>The lower bound time complexity is </a:t>
            </a:r>
            <a:r>
              <a:rPr lang="en-IN" sz="1600" b="1" u="none" strike="noStrike" dirty="0">
                <a:effectLst/>
                <a:latin typeface="Google Sans"/>
              </a:rPr>
              <a:t>(Omega(1))</a:t>
            </a:r>
            <a:r>
              <a:rPr lang="en-IN" sz="1600" b="0" u="none" strike="noStrike" dirty="0">
                <a:effectLst/>
                <a:latin typeface="Google Sans"/>
              </a:rPr>
              <a:t> (Constant Time).</a:t>
            </a:r>
          </a:p>
        </p:txBody>
      </p:sp>
    </p:spTree>
    <p:extLst>
      <p:ext uri="{BB962C8B-B14F-4D97-AF65-F5344CB8AC3E}">
        <p14:creationId xmlns:p14="http://schemas.microsoft.com/office/powerpoint/2010/main" val="35273651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645FB-6206-074E-54EE-561E7F38134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662165-484C-F17E-5B7B-94BDFB2A30BC}"/>
              </a:ext>
            </a:extLst>
          </p:cNvPr>
          <p:cNvSpPr txBox="1"/>
          <p:nvPr/>
        </p:nvSpPr>
        <p:spPr>
          <a:xfrm>
            <a:off x="792480" y="99645"/>
            <a:ext cx="9245600" cy="461665"/>
          </a:xfrm>
          <a:prstGeom prst="rect">
            <a:avLst/>
          </a:prstGeom>
          <a:noFill/>
        </p:spPr>
        <p:txBody>
          <a:bodyPr wrap="square">
            <a:spAutoFit/>
          </a:bodyPr>
          <a:lstStyle/>
          <a:p>
            <a:r>
              <a:rPr lang="en-IN" sz="2400" b="1" dirty="0"/>
              <a:t>Use of Lower Bound Theory in solving algebraic problem</a:t>
            </a:r>
          </a:p>
        </p:txBody>
      </p:sp>
      <p:sp>
        <p:nvSpPr>
          <p:cNvPr id="11" name="TextBox 10">
            <a:extLst>
              <a:ext uri="{FF2B5EF4-FFF2-40B4-BE49-F238E27FC236}">
                <a16:creationId xmlns:a16="http://schemas.microsoft.com/office/drawing/2014/main" id="{53BF58B3-89B4-8772-1FBA-8A5C481F44C6}"/>
              </a:ext>
            </a:extLst>
          </p:cNvPr>
          <p:cNvSpPr txBox="1"/>
          <p:nvPr/>
        </p:nvSpPr>
        <p:spPr>
          <a:xfrm>
            <a:off x="982980" y="519659"/>
            <a:ext cx="10226040" cy="6238696"/>
          </a:xfrm>
          <a:prstGeom prst="rect">
            <a:avLst/>
          </a:prstGeom>
          <a:noFill/>
        </p:spPr>
        <p:txBody>
          <a:bodyPr wrap="square">
            <a:spAutoFit/>
          </a:bodyPr>
          <a:lstStyle/>
          <a:p>
            <a:pPr algn="just">
              <a:lnSpc>
                <a:spcPct val="150000"/>
              </a:lnSpc>
            </a:pPr>
            <a:r>
              <a:rPr lang="en-IN" sz="1600" b="1" i="0" dirty="0">
                <a:solidFill>
                  <a:srgbClr val="1F1F1F"/>
                </a:solidFill>
                <a:effectLst/>
                <a:latin typeface="Arial" panose="020B0604020202020204" pitchFamily="34" charset="0"/>
                <a:cs typeface="Arial" panose="020B0604020202020204" pitchFamily="34" charset="0"/>
              </a:rPr>
              <a:t>Algebraic Problem: </a:t>
            </a:r>
            <a:r>
              <a:rPr lang="en-IN" sz="1400" dirty="0">
                <a:latin typeface="Arial" panose="020B0604020202020204" pitchFamily="34" charset="0"/>
                <a:cs typeface="Arial" panose="020B0604020202020204" pitchFamily="34" charset="0"/>
              </a:rPr>
              <a:t>Problems related to algebra like solving equations inequalities etc. come under algebraic problems. </a:t>
            </a:r>
          </a:p>
          <a:p>
            <a:pPr algn="just">
              <a:lnSpc>
                <a:spcPct val="150000"/>
              </a:lnSpc>
            </a:pPr>
            <a:r>
              <a:rPr lang="en-IN" sz="1400" dirty="0">
                <a:latin typeface="Arial" panose="020B0604020202020204" pitchFamily="34" charset="0"/>
                <a:cs typeface="Arial" panose="020B0604020202020204" pitchFamily="34" charset="0"/>
              </a:rPr>
              <a:t>For example, solving equation ax²+bx+c with simple programming. </a:t>
            </a:r>
          </a:p>
          <a:p>
            <a:pPr algn="just">
              <a:lnSpc>
                <a:spcPct val="150000"/>
              </a:lnSpc>
            </a:pPr>
            <a:r>
              <a:rPr lang="en-IN" sz="1400" dirty="0">
                <a:latin typeface="Arial" panose="020B0604020202020204" pitchFamily="34" charset="0"/>
                <a:cs typeface="Arial" panose="020B0604020202020204" pitchFamily="34" charset="0"/>
              </a:rPr>
              <a:t>Let us demonstrate via an algorithm. </a:t>
            </a:r>
          </a:p>
          <a:p>
            <a:pPr algn="just">
              <a:lnSpc>
                <a:spcPct val="150000"/>
              </a:lnSpc>
            </a:pPr>
            <a:r>
              <a:rPr lang="en-IN" sz="1400" dirty="0">
                <a:latin typeface="Arial" panose="020B0604020202020204" pitchFamily="34" charset="0"/>
                <a:cs typeface="Arial" panose="020B0604020202020204" pitchFamily="34" charset="0"/>
              </a:rPr>
              <a:t>pow(x, n) </a:t>
            </a:r>
          </a:p>
          <a:p>
            <a:pPr algn="just">
              <a:lnSpc>
                <a:spcPct val="150000"/>
              </a:lnSpc>
            </a:pPr>
            <a:r>
              <a:rPr lang="en-IN" sz="1400" dirty="0">
                <a:latin typeface="Arial" panose="020B0604020202020204" pitchFamily="34" charset="0"/>
                <a:cs typeface="Arial" panose="020B0604020202020204" pitchFamily="34" charset="0"/>
              </a:rPr>
              <a:t>{ </a:t>
            </a:r>
          </a:p>
          <a:p>
            <a:pPr algn="just">
              <a:lnSpc>
                <a:spcPct val="150000"/>
              </a:lnSpc>
            </a:pPr>
            <a:r>
              <a:rPr lang="en-IN" sz="1400" dirty="0">
                <a:latin typeface="Arial" panose="020B0604020202020204" pitchFamily="34" charset="0"/>
                <a:cs typeface="Arial" panose="020B0604020202020204" pitchFamily="34" charset="0"/>
              </a:rPr>
              <a:t>   p := 1; </a:t>
            </a:r>
          </a:p>
          <a:p>
            <a:pPr algn="just">
              <a:lnSpc>
                <a:spcPct val="150000"/>
              </a:lnSpc>
            </a:pPr>
            <a:r>
              <a:rPr lang="en-IN" sz="1400" dirty="0">
                <a:latin typeface="Arial" panose="020B0604020202020204" pitchFamily="34" charset="0"/>
                <a:cs typeface="Arial" panose="020B0604020202020204" pitchFamily="34" charset="0"/>
              </a:rPr>
              <a:t>   //loop from 1 to n </a:t>
            </a:r>
          </a:p>
          <a:p>
            <a:pPr algn="just">
              <a:lnSpc>
                <a:spcPct val="150000"/>
              </a:lnSpc>
            </a:pPr>
            <a:r>
              <a:rPr lang="en-IN" sz="1400" dirty="0">
                <a:latin typeface="Arial" panose="020B0604020202020204" pitchFamily="34" charset="0"/>
                <a:cs typeface="Arial" panose="020B0604020202020204" pitchFamily="34" charset="0"/>
              </a:rPr>
              <a:t>    for i:=1 to n </a:t>
            </a:r>
          </a:p>
          <a:p>
            <a:pPr algn="just">
              <a:lnSpc>
                <a:spcPct val="150000"/>
              </a:lnSpc>
            </a:pPr>
            <a:r>
              <a:rPr lang="en-IN" sz="1400" dirty="0">
                <a:latin typeface="Arial" panose="020B0604020202020204" pitchFamily="34" charset="0"/>
                <a:cs typeface="Arial" panose="020B0604020202020204" pitchFamily="34" charset="0"/>
              </a:rPr>
              <a:t>         p := p*x;</a:t>
            </a:r>
            <a:endParaRPr lang="en-IN" sz="1400" b="1" i="0" dirty="0">
              <a:solidFill>
                <a:srgbClr val="1F1F1F"/>
              </a:solidFill>
              <a:effectLst/>
              <a:latin typeface="Arial" panose="020B0604020202020204" pitchFamily="34" charset="0"/>
              <a:cs typeface="Arial" panose="020B0604020202020204" pitchFamily="34" charset="0"/>
            </a:endParaRPr>
          </a:p>
          <a:p>
            <a:pPr algn="just">
              <a:lnSpc>
                <a:spcPct val="150000"/>
              </a:lnSpc>
            </a:pPr>
            <a:r>
              <a:rPr lang="en-IN" sz="1400" dirty="0">
                <a:latin typeface="Arial" panose="020B0604020202020204" pitchFamily="34" charset="0"/>
                <a:cs typeface="Arial" panose="020B0604020202020204" pitchFamily="34" charset="0"/>
              </a:rPr>
              <a:t>  return p; </a:t>
            </a:r>
          </a:p>
          <a:p>
            <a:pPr algn="just">
              <a:lnSpc>
                <a:spcPct val="150000"/>
              </a:lnSpc>
            </a:pPr>
            <a:r>
              <a:rPr lang="en-IN" sz="1400" dirty="0">
                <a:latin typeface="Arial" panose="020B0604020202020204" pitchFamily="34" charset="0"/>
                <a:cs typeface="Arial" panose="020B0604020202020204" pitchFamily="34" charset="0"/>
              </a:rPr>
              <a:t>} </a:t>
            </a:r>
          </a:p>
          <a:p>
            <a:pPr algn="just">
              <a:lnSpc>
                <a:spcPct val="150000"/>
              </a:lnSpc>
            </a:pPr>
            <a:r>
              <a:rPr lang="en-IN" sz="1400" dirty="0">
                <a:latin typeface="Arial" panose="020B0604020202020204" pitchFamily="34" charset="0"/>
                <a:cs typeface="Arial" panose="020B0604020202020204" pitchFamily="34" charset="0"/>
              </a:rPr>
              <a:t>polynomial(A, x, n) </a:t>
            </a:r>
          </a:p>
          <a:p>
            <a:pPr algn="just">
              <a:lnSpc>
                <a:spcPct val="150000"/>
              </a:lnSpc>
            </a:pPr>
            <a:r>
              <a:rPr lang="en-IN" sz="1400" dirty="0">
                <a:latin typeface="Arial" panose="020B0604020202020204" pitchFamily="34" charset="0"/>
                <a:cs typeface="Arial" panose="020B0604020202020204" pitchFamily="34" charset="0"/>
              </a:rPr>
              <a:t>{ </a:t>
            </a:r>
          </a:p>
          <a:p>
            <a:pPr algn="just">
              <a:lnSpc>
                <a:spcPct val="150000"/>
              </a:lnSpc>
            </a:pPr>
            <a:r>
              <a:rPr lang="en-IN" sz="1400" dirty="0">
                <a:latin typeface="Arial" panose="020B0604020202020204" pitchFamily="34" charset="0"/>
                <a:cs typeface="Arial" panose="020B0604020202020204" pitchFamily="34" charset="0"/>
              </a:rPr>
              <a:t>  int p, v:=0; </a:t>
            </a:r>
          </a:p>
          <a:p>
            <a:pPr algn="just">
              <a:lnSpc>
                <a:spcPct val="150000"/>
              </a:lnSpc>
            </a:pPr>
            <a:r>
              <a:rPr lang="en-IN" sz="1400" dirty="0">
                <a:latin typeface="Arial" panose="020B0604020202020204" pitchFamily="34" charset="0"/>
                <a:cs typeface="Arial" panose="020B0604020202020204" pitchFamily="34" charset="0"/>
              </a:rPr>
              <a:t>  for i:= 0 to n </a:t>
            </a:r>
          </a:p>
          <a:p>
            <a:pPr algn="just">
              <a:lnSpc>
                <a:spcPct val="150000"/>
              </a:lnSpc>
            </a:pPr>
            <a:r>
              <a:rPr lang="en-IN" sz="1400" dirty="0">
                <a:latin typeface="Arial" panose="020B0604020202020204" pitchFamily="34" charset="0"/>
                <a:cs typeface="Arial" panose="020B0604020202020204" pitchFamily="34" charset="0"/>
              </a:rPr>
              <a:t>    //loop within a loop from 0 to n </a:t>
            </a:r>
          </a:p>
          <a:p>
            <a:pPr algn="just">
              <a:lnSpc>
                <a:spcPct val="150000"/>
              </a:lnSpc>
            </a:pPr>
            <a:r>
              <a:rPr lang="en-IN" sz="1400" dirty="0">
                <a:latin typeface="Arial" panose="020B0604020202020204" pitchFamily="34" charset="0"/>
                <a:cs typeface="Arial" panose="020B0604020202020204" pitchFamily="34" charset="0"/>
              </a:rPr>
              <a:t>      v := v + A[</a:t>
            </a:r>
            <a:r>
              <a:rPr lang="en-IN" sz="1400" dirty="0" err="1">
                <a:latin typeface="Arial" panose="020B0604020202020204" pitchFamily="34" charset="0"/>
                <a:cs typeface="Arial" panose="020B0604020202020204" pitchFamily="34" charset="0"/>
              </a:rPr>
              <a:t>i</a:t>
            </a:r>
            <a:r>
              <a:rPr lang="en-IN" sz="1400" dirty="0">
                <a:latin typeface="Arial" panose="020B0604020202020204" pitchFamily="34" charset="0"/>
                <a:cs typeface="Arial" panose="020B0604020202020204" pitchFamily="34" charset="0"/>
              </a:rPr>
              <a:t>]*pow(x, </a:t>
            </a:r>
            <a:r>
              <a:rPr lang="en-IN" sz="1400" dirty="0" err="1">
                <a:latin typeface="Arial" panose="020B0604020202020204" pitchFamily="34" charset="0"/>
                <a:cs typeface="Arial" panose="020B0604020202020204" pitchFamily="34" charset="0"/>
              </a:rPr>
              <a:t>i</a:t>
            </a:r>
            <a:r>
              <a:rPr lang="en-IN" sz="1400" dirty="0">
                <a:latin typeface="Arial" panose="020B0604020202020204" pitchFamily="34" charset="0"/>
                <a:cs typeface="Arial" panose="020B0604020202020204" pitchFamily="34" charset="0"/>
              </a:rPr>
              <a:t>); </a:t>
            </a:r>
          </a:p>
          <a:p>
            <a:pPr algn="just">
              <a:lnSpc>
                <a:spcPct val="150000"/>
              </a:lnSpc>
            </a:pPr>
            <a:r>
              <a:rPr lang="en-IN" sz="1400" dirty="0">
                <a:latin typeface="Arial" panose="020B0604020202020204" pitchFamily="34" charset="0"/>
                <a:cs typeface="Arial" panose="020B0604020202020204" pitchFamily="34" charset="0"/>
              </a:rPr>
              <a:t>  return v; </a:t>
            </a:r>
          </a:p>
          <a:p>
            <a:pPr algn="just">
              <a:lnSpc>
                <a:spcPct val="150000"/>
              </a:lnSpc>
            </a:pPr>
            <a:r>
              <a:rPr lang="en-IN" sz="1400" dirty="0">
                <a:latin typeface="Arial" panose="020B0604020202020204" pitchFamily="34" charset="0"/>
                <a:cs typeface="Arial" panose="020B0604020202020204" pitchFamily="34" charset="0"/>
              </a:rPr>
              <a:t>}</a:t>
            </a:r>
            <a:endParaRPr lang="en-IN" b="1" dirty="0">
              <a:solidFill>
                <a:srgbClr val="1F1F1F"/>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04B667C-799B-18A1-C949-9A5DCF2CA7F2}"/>
              </a:ext>
            </a:extLst>
          </p:cNvPr>
          <p:cNvSpPr txBox="1"/>
          <p:nvPr/>
        </p:nvSpPr>
        <p:spPr>
          <a:xfrm>
            <a:off x="5486400" y="4958695"/>
            <a:ext cx="6096000" cy="1350178"/>
          </a:xfrm>
          <a:prstGeom prst="rect">
            <a:avLst/>
          </a:prstGeom>
          <a:noFill/>
          <a:ln>
            <a:solidFill>
              <a:schemeClr val="accent1"/>
            </a:solidFill>
          </a:ln>
        </p:spPr>
        <p:txBody>
          <a:bodyPr wrap="square">
            <a:spAutoFit/>
          </a:bodyPr>
          <a:lstStyle/>
          <a:p>
            <a:pPr algn="just">
              <a:lnSpc>
                <a:spcPct val="150000"/>
              </a:lnSpc>
            </a:pPr>
            <a:r>
              <a:rPr lang="en-IN" sz="1400" b="0" i="0" dirty="0">
                <a:solidFill>
                  <a:srgbClr val="1F1F1F"/>
                </a:solidFill>
                <a:effectLst/>
                <a:latin typeface="Arial" panose="020B0604020202020204" pitchFamily="34" charset="0"/>
              </a:rPr>
              <a:t>Loop within a loop =&gt; complexity = O(n²); </a:t>
            </a:r>
          </a:p>
          <a:p>
            <a:pPr algn="just">
              <a:lnSpc>
                <a:spcPct val="150000"/>
              </a:lnSpc>
            </a:pPr>
            <a:endParaRPr lang="en-IN" sz="1400" b="0" i="0" dirty="0">
              <a:solidFill>
                <a:srgbClr val="1F1F1F"/>
              </a:solidFill>
              <a:effectLst/>
              <a:latin typeface="Arial" panose="020B0604020202020204" pitchFamily="34" charset="0"/>
            </a:endParaRPr>
          </a:p>
          <a:p>
            <a:pPr algn="just">
              <a:lnSpc>
                <a:spcPct val="150000"/>
              </a:lnSpc>
            </a:pPr>
            <a:r>
              <a:rPr lang="en-IN" sz="1400" b="0" i="0" dirty="0">
                <a:solidFill>
                  <a:srgbClr val="1F1F1F"/>
                </a:solidFill>
                <a:effectLst/>
                <a:latin typeface="Arial" panose="020B0604020202020204" pitchFamily="34" charset="0"/>
              </a:rPr>
              <a:t>As per Lower Bound Theory, The optimal algorithm to solve the above problem is the one having complexity O(n).</a:t>
            </a:r>
            <a:endParaRPr lang="en-IN" sz="1400" dirty="0"/>
          </a:p>
        </p:txBody>
      </p:sp>
    </p:spTree>
    <p:extLst>
      <p:ext uri="{BB962C8B-B14F-4D97-AF65-F5344CB8AC3E}">
        <p14:creationId xmlns:p14="http://schemas.microsoft.com/office/powerpoint/2010/main" val="21717225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58F3D-715B-D3F7-C55F-93BFDDE631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809AEE-0FA1-6DF7-C86B-F37F78DDAE56}"/>
              </a:ext>
            </a:extLst>
          </p:cNvPr>
          <p:cNvSpPr txBox="1"/>
          <p:nvPr/>
        </p:nvSpPr>
        <p:spPr>
          <a:xfrm>
            <a:off x="772160" y="117604"/>
            <a:ext cx="9245600" cy="523220"/>
          </a:xfrm>
          <a:prstGeom prst="rect">
            <a:avLst/>
          </a:prstGeom>
          <a:noFill/>
        </p:spPr>
        <p:txBody>
          <a:bodyPr wrap="square">
            <a:spAutoFit/>
          </a:bodyPr>
          <a:lstStyle/>
          <a:p>
            <a:r>
              <a:rPr lang="en-IN" sz="2800" b="1" dirty="0"/>
              <a:t>Use of Lower Bound Theory in solving algebraic problem</a:t>
            </a:r>
          </a:p>
        </p:txBody>
      </p:sp>
      <p:sp>
        <p:nvSpPr>
          <p:cNvPr id="6" name="TextBox 5">
            <a:extLst>
              <a:ext uri="{FF2B5EF4-FFF2-40B4-BE49-F238E27FC236}">
                <a16:creationId xmlns:a16="http://schemas.microsoft.com/office/drawing/2014/main" id="{352EB50E-0B28-E9DB-4182-D2B919F766A5}"/>
              </a:ext>
            </a:extLst>
          </p:cNvPr>
          <p:cNvSpPr txBox="1"/>
          <p:nvPr/>
        </p:nvSpPr>
        <p:spPr>
          <a:xfrm>
            <a:off x="772160" y="798959"/>
            <a:ext cx="10708640" cy="2886175"/>
          </a:xfrm>
          <a:prstGeom prst="rect">
            <a:avLst/>
          </a:prstGeom>
          <a:noFill/>
        </p:spPr>
        <p:txBody>
          <a:bodyPr wrap="square">
            <a:spAutoFit/>
          </a:bodyPr>
          <a:lstStyle/>
          <a:p>
            <a:pPr algn="just">
              <a:lnSpc>
                <a:spcPct val="150000"/>
              </a:lnSpc>
            </a:pPr>
            <a:r>
              <a:rPr lang="en-IN" sz="2000" dirty="0">
                <a:latin typeface="Arial" panose="020B0604020202020204" pitchFamily="34" charset="0"/>
                <a:cs typeface="Arial" panose="020B0604020202020204" pitchFamily="34" charset="0"/>
              </a:rPr>
              <a:t>Let's prove this theorem using lower bounds.</a:t>
            </a:r>
          </a:p>
          <a:p>
            <a:pPr algn="just">
              <a:lnSpc>
                <a:spcPct val="150000"/>
              </a:lnSpc>
            </a:pPr>
            <a:r>
              <a:rPr lang="en-IN" sz="2000" dirty="0">
                <a:latin typeface="Arial" panose="020B0604020202020204" pitchFamily="34" charset="0"/>
                <a:cs typeface="Arial" panose="020B0604020202020204" pitchFamily="34" charset="0"/>
              </a:rPr>
              <a:t>Theorem: To prove that the optimal algo of solving a n degree polynomial is O(n)</a:t>
            </a:r>
          </a:p>
          <a:p>
            <a:pPr algn="just">
              <a:lnSpc>
                <a:spcPct val="150000"/>
              </a:lnSpc>
            </a:pPr>
            <a:r>
              <a:rPr lang="en-IN" sz="2000" dirty="0">
                <a:latin typeface="Arial" panose="020B0604020202020204" pitchFamily="34" charset="0"/>
                <a:cs typeface="Arial" panose="020B0604020202020204" pitchFamily="34" charset="0"/>
              </a:rPr>
              <a:t>Proof: The best solution for reducing the algo is to make this problem less complex by dividing the polynomial into several straight-line problems.</a:t>
            </a:r>
          </a:p>
          <a:p>
            <a:pPr algn="just">
              <a:lnSpc>
                <a:spcPct val="150000"/>
              </a:lnSpc>
            </a:pPr>
            <a:endParaRPr lang="en-IN" sz="2000" dirty="0">
              <a:latin typeface="Arial" panose="020B0604020202020204" pitchFamily="34" charset="0"/>
              <a:cs typeface="Arial" panose="020B0604020202020204" pitchFamily="34" charset="0"/>
            </a:endParaRPr>
          </a:p>
          <a:p>
            <a:pPr algn="just">
              <a:lnSpc>
                <a:spcPct val="150000"/>
              </a:lnSpc>
            </a:pPr>
            <a:r>
              <a:rPr lang="en-IN" sz="2000" dirty="0">
                <a:latin typeface="Arial" panose="020B0604020202020204" pitchFamily="34" charset="0"/>
                <a:cs typeface="Arial" panose="020B0604020202020204" pitchFamily="34" charset="0"/>
              </a:rPr>
              <a:t>has a time complexity of </a:t>
            </a:r>
            <a:r>
              <a:rPr lang="en-IN" b="1" dirty="0">
                <a:latin typeface="Arial" panose="020B0604020202020204" pitchFamily="34" charset="0"/>
                <a:cs typeface="Arial" panose="020B0604020202020204" pitchFamily="34" charset="0"/>
              </a:rPr>
              <a:t>(O(n))</a:t>
            </a:r>
            <a:r>
              <a:rPr lang="en-IN" sz="2000" dirty="0">
                <a:latin typeface="Arial" panose="020B0604020202020204" pitchFamily="34" charset="0"/>
                <a:cs typeface="Arial" panose="020B0604020202020204" pitchFamily="34" charset="0"/>
              </a:rPr>
              <a:t>.</a:t>
            </a:r>
          </a:p>
        </p:txBody>
      </p:sp>
      <p:pic>
        <p:nvPicPr>
          <p:cNvPr id="8" name="Picture 7">
            <a:extLst>
              <a:ext uri="{FF2B5EF4-FFF2-40B4-BE49-F238E27FC236}">
                <a16:creationId xmlns:a16="http://schemas.microsoft.com/office/drawing/2014/main" id="{FAC21A4E-226C-45CE-CBA8-E0ED8766D84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942149" y="2683922"/>
            <a:ext cx="5028126" cy="526637"/>
          </a:xfrm>
          <a:prstGeom prst="rect">
            <a:avLst/>
          </a:prstGeom>
        </p:spPr>
      </p:pic>
      <p:pic>
        <p:nvPicPr>
          <p:cNvPr id="17" name="Picture 16">
            <a:extLst>
              <a:ext uri="{FF2B5EF4-FFF2-40B4-BE49-F238E27FC236}">
                <a16:creationId xmlns:a16="http://schemas.microsoft.com/office/drawing/2014/main" id="{59773EEC-5705-13FD-70EA-33CF86FF02F1}"/>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Lst>
          </a:blip>
          <a:stretch>
            <a:fillRect/>
          </a:stretch>
        </p:blipFill>
        <p:spPr>
          <a:xfrm>
            <a:off x="6358339" y="2814320"/>
            <a:ext cx="3779021" cy="3815357"/>
          </a:xfrm>
          <a:prstGeom prst="rect">
            <a:avLst/>
          </a:prstGeom>
          <a:ln>
            <a:solidFill>
              <a:schemeClr val="accent1"/>
            </a:solidFill>
          </a:ln>
        </p:spPr>
      </p:pic>
    </p:spTree>
    <p:extLst>
      <p:ext uri="{BB962C8B-B14F-4D97-AF65-F5344CB8AC3E}">
        <p14:creationId xmlns:p14="http://schemas.microsoft.com/office/powerpoint/2010/main" val="219320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F2A15-2009-C991-EECE-84AD184A3A3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1EC9EF-D837-6C70-F270-C35D309E932A}"/>
              </a:ext>
            </a:extLst>
          </p:cNvPr>
          <p:cNvSpPr txBox="1"/>
          <p:nvPr/>
        </p:nvSpPr>
        <p:spPr>
          <a:xfrm>
            <a:off x="619760" y="148084"/>
            <a:ext cx="9245600" cy="523220"/>
          </a:xfrm>
          <a:prstGeom prst="rect">
            <a:avLst/>
          </a:prstGeom>
          <a:noFill/>
        </p:spPr>
        <p:txBody>
          <a:bodyPr wrap="square">
            <a:spAutoFit/>
          </a:bodyPr>
          <a:lstStyle/>
          <a:p>
            <a:r>
              <a:rPr lang="en-IN" sz="2800" b="1" dirty="0"/>
              <a:t>Use of Lower Bound Theory in solving algebraic problem</a:t>
            </a:r>
          </a:p>
        </p:txBody>
      </p:sp>
      <p:pic>
        <p:nvPicPr>
          <p:cNvPr id="5" name="Picture 4">
            <a:extLst>
              <a:ext uri="{FF2B5EF4-FFF2-40B4-BE49-F238E27FC236}">
                <a16:creationId xmlns:a16="http://schemas.microsoft.com/office/drawing/2014/main" id="{F5D33425-09BF-2C9E-D1E3-BEA0194D6070}"/>
              </a:ext>
            </a:extLst>
          </p:cNvPr>
          <p:cNvPicPr>
            <a:picLocks noChangeAspect="1"/>
          </p:cNvPicPr>
          <p:nvPr/>
        </p:nvPicPr>
        <p:blipFill>
          <a:blip r:embed="rId3"/>
          <a:stretch>
            <a:fillRect/>
          </a:stretch>
        </p:blipFill>
        <p:spPr>
          <a:xfrm>
            <a:off x="772160" y="848340"/>
            <a:ext cx="3732994" cy="5729496"/>
          </a:xfrm>
          <a:prstGeom prst="rect">
            <a:avLst/>
          </a:prstGeom>
          <a:ln>
            <a:solidFill>
              <a:schemeClr val="accent1"/>
            </a:solidFill>
          </a:ln>
        </p:spPr>
      </p:pic>
      <p:sp>
        <p:nvSpPr>
          <p:cNvPr id="11" name="TextBox 10">
            <a:extLst>
              <a:ext uri="{FF2B5EF4-FFF2-40B4-BE49-F238E27FC236}">
                <a16:creationId xmlns:a16="http://schemas.microsoft.com/office/drawing/2014/main" id="{4DC30D59-0B5A-3F22-4ED4-2C08F866F606}"/>
              </a:ext>
            </a:extLst>
          </p:cNvPr>
          <p:cNvSpPr txBox="1"/>
          <p:nvPr/>
        </p:nvSpPr>
        <p:spPr>
          <a:xfrm>
            <a:off x="4744720" y="4444276"/>
            <a:ext cx="7061200" cy="1294072"/>
          </a:xfrm>
          <a:prstGeom prst="rect">
            <a:avLst/>
          </a:prstGeom>
          <a:noFill/>
          <a:ln>
            <a:solidFill>
              <a:schemeClr val="accent1"/>
            </a:solidFill>
          </a:ln>
        </p:spPr>
        <p:txBody>
          <a:bodyPr wrap="square">
            <a:spAutoFit/>
          </a:bodyPr>
          <a:lstStyle/>
          <a:p>
            <a:pPr algn="just">
              <a:lnSpc>
                <a:spcPct val="150000"/>
              </a:lnSpc>
            </a:pPr>
            <a:r>
              <a:rPr lang="en-IN" b="0" i="0" dirty="0">
                <a:solidFill>
                  <a:srgbClr val="1F1F1F"/>
                </a:solidFill>
                <a:effectLst/>
                <a:latin typeface="Arial" panose="020B0604020202020204" pitchFamily="34" charset="0"/>
              </a:rPr>
              <a:t>The complexity of this code is O(n). This way of solving such equations is called Horner's method. Here is where lower bound theory works and gives the optimum algorithm's complexity as O(n).</a:t>
            </a:r>
            <a:endParaRPr lang="en-IN" dirty="0"/>
          </a:p>
        </p:txBody>
      </p:sp>
    </p:spTree>
    <p:extLst>
      <p:ext uri="{BB962C8B-B14F-4D97-AF65-F5344CB8AC3E}">
        <p14:creationId xmlns:p14="http://schemas.microsoft.com/office/powerpoint/2010/main" val="32652453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1920</TotalTime>
  <Words>4586</Words>
  <Application>Microsoft Office PowerPoint</Application>
  <PresentationFormat>Widescreen</PresentationFormat>
  <Paragraphs>1054</Paragraphs>
  <Slides>54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Calibri Light</vt:lpstr>
      <vt:lpstr>Google Sans</vt:lpstr>
      <vt:lpstr>Nunito</vt:lpstr>
      <vt:lpstr>Wingdings</vt:lpstr>
      <vt:lpstr>Office Theme</vt:lpstr>
      <vt:lpstr>Unit-4 Backtracking, Branch &amp; Bound</vt:lpstr>
      <vt:lpstr>Syllabus</vt:lpstr>
      <vt:lpstr>Backtracking</vt:lpstr>
      <vt:lpstr>Backtracking</vt:lpstr>
      <vt:lpstr>Backtracking</vt:lpstr>
      <vt:lpstr>Backtracking </vt:lpstr>
      <vt:lpstr>Backtracking helps to solve following  computer science problems</vt:lpstr>
      <vt:lpstr>Backtracking Algorithm: The 4-Queens Problem</vt:lpstr>
      <vt:lpstr>PowerPoint Presentation</vt:lpstr>
      <vt:lpstr>Backtracking Algorithm: The 4-Queens Problem</vt:lpstr>
      <vt:lpstr>PowerPoint Presentation</vt:lpstr>
      <vt:lpstr>Backtracking Algorithm: The 4-Queens Problem</vt:lpstr>
      <vt:lpstr>Backtracking Algorithm: The 4-Queens Problem</vt:lpstr>
      <vt:lpstr>Backtracking Algorithm: The 8-Queens Problem</vt:lpstr>
      <vt:lpstr>Backtracking Algorithm: The 8-Queens Problem</vt:lpstr>
      <vt:lpstr>Backtracking Algorithm: The 8-Queens Problem</vt:lpstr>
      <vt:lpstr>Backtracking Algorithm: The 8-Queens Problem</vt:lpstr>
      <vt:lpstr>Backtracking Algorithm: The 8-Queens Problem</vt:lpstr>
      <vt:lpstr>Hamiltonian Cycle</vt:lpstr>
      <vt:lpstr>Hamiltonian Cycle: Adjacency Matrix</vt:lpstr>
      <vt:lpstr>Hamiltonian Cycle: Algorithm</vt:lpstr>
      <vt:lpstr>Hamiltonian Cycle: State Space Tree</vt:lpstr>
      <vt:lpstr>GRAPH COLORING</vt:lpstr>
      <vt:lpstr>GRAPH COLORING</vt:lpstr>
      <vt:lpstr>GRAPH COLORING Algorithm and State space Tree</vt:lpstr>
      <vt:lpstr>Branch &amp; Bound</vt:lpstr>
      <vt:lpstr>Branch &amp; Bound</vt:lpstr>
      <vt:lpstr>Branch &amp; Bound: Types of Nodes</vt:lpstr>
      <vt:lpstr>PowerPoint Presentation</vt:lpstr>
      <vt:lpstr>FIFO-BB (First-In First-Out Branch &amp; Bound) Queue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Dayanand Yadav</dc:creator>
  <cp:lastModifiedBy>Dayanand Yadav</cp:lastModifiedBy>
  <cp:revision>273</cp:revision>
  <dcterms:created xsi:type="dcterms:W3CDTF">2026-06-06T08:56:08Z</dcterms:created>
  <dcterms:modified xsi:type="dcterms:W3CDTF">2026-06-22T16:10:19Z</dcterms:modified>
</cp:coreProperties>
</file>