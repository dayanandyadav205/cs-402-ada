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ink/ink3.xml" ContentType="application/inkml+xml"/>
  <Override PartName="/ppt/ink/ink4.xml" ContentType="application/inkml+xml"/>
  <Override PartName="/ppt/notesSlides/notesSlide6.xml" ContentType="application/vnd.openxmlformats-officedocument.presentationml.notesSlide+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4"/>
  </p:notesMasterIdLst>
  <p:sldIdLst>
    <p:sldId id="256" r:id="rId2"/>
    <p:sldId id="261" r:id="rId3"/>
    <p:sldId id="290" r:id="rId4"/>
    <p:sldId id="257" r:id="rId5"/>
    <p:sldId id="258" r:id="rId6"/>
    <p:sldId id="260" r:id="rId7"/>
    <p:sldId id="262" r:id="rId8"/>
    <p:sldId id="263" r:id="rId9"/>
    <p:sldId id="272" r:id="rId10"/>
    <p:sldId id="266" r:id="rId11"/>
    <p:sldId id="273" r:id="rId12"/>
    <p:sldId id="271" r:id="rId13"/>
    <p:sldId id="278" r:id="rId14"/>
    <p:sldId id="265" r:id="rId15"/>
    <p:sldId id="274" r:id="rId16"/>
    <p:sldId id="264" r:id="rId17"/>
    <p:sldId id="267" r:id="rId18"/>
    <p:sldId id="279" r:id="rId19"/>
    <p:sldId id="276" r:id="rId20"/>
    <p:sldId id="280" r:id="rId21"/>
    <p:sldId id="303" r:id="rId22"/>
    <p:sldId id="283" r:id="rId23"/>
    <p:sldId id="284" r:id="rId24"/>
    <p:sldId id="285" r:id="rId25"/>
    <p:sldId id="286" r:id="rId26"/>
    <p:sldId id="289" r:id="rId27"/>
    <p:sldId id="287" r:id="rId28"/>
    <p:sldId id="292" r:id="rId29"/>
    <p:sldId id="293" r:id="rId30"/>
    <p:sldId id="294" r:id="rId31"/>
    <p:sldId id="299" r:id="rId32"/>
    <p:sldId id="298" r:id="rId33"/>
    <p:sldId id="304" r:id="rId34"/>
    <p:sldId id="300" r:id="rId35"/>
    <p:sldId id="305" r:id="rId36"/>
    <p:sldId id="301" r:id="rId37"/>
    <p:sldId id="302" r:id="rId38"/>
    <p:sldId id="310" r:id="rId39"/>
    <p:sldId id="313" r:id="rId40"/>
    <p:sldId id="312" r:id="rId41"/>
    <p:sldId id="318" r:id="rId42"/>
    <p:sldId id="317" r:id="rId43"/>
    <p:sldId id="316" r:id="rId44"/>
    <p:sldId id="315" r:id="rId45"/>
    <p:sldId id="314" r:id="rId46"/>
    <p:sldId id="319" r:id="rId47"/>
    <p:sldId id="320" r:id="rId48"/>
    <p:sldId id="321" r:id="rId49"/>
    <p:sldId id="311" r:id="rId50"/>
    <p:sldId id="322" r:id="rId51"/>
    <p:sldId id="328" r:id="rId52"/>
    <p:sldId id="324" r:id="rId53"/>
    <p:sldId id="325" r:id="rId54"/>
    <p:sldId id="326" r:id="rId55"/>
    <p:sldId id="337" r:id="rId56"/>
    <p:sldId id="339" r:id="rId57"/>
    <p:sldId id="338" r:id="rId58"/>
    <p:sldId id="329" r:id="rId59"/>
    <p:sldId id="330" r:id="rId60"/>
    <p:sldId id="340" r:id="rId61"/>
    <p:sldId id="341" r:id="rId62"/>
    <p:sldId id="336"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E73"/>
    <a:srgbClr val="AAB7C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874"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57.690"/>
    </inkml:context>
    <inkml:brush xml:id="br0">
      <inkml:brushProperty name="width" value="0.025" units="cm"/>
      <inkml:brushProperty name="height" value="0.025" units="cm"/>
      <inkml:brushProperty name="color" value="#333333"/>
    </inkml:brush>
  </inkml:definitions>
  <inkml:trace contextRef="#ctx0" brushRef="#br0">0 1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58.465"/>
    </inkml:context>
    <inkml:brush xml:id="br0">
      <inkml:brushProperty name="width" value="0.025" units="cm"/>
      <inkml:brushProperty name="height" value="0.025" units="cm"/>
      <inkml:brushProperty name="color" value="#333333"/>
    </inkml:brush>
  </inkml:definitions>
  <inkml:trace contextRef="#ctx0" brushRef="#br0">1 1 24575,'0'0'-8191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57.690"/>
    </inkml:context>
    <inkml:brush xml:id="br0">
      <inkml:brushProperty name="width" value="0.025" units="cm"/>
      <inkml:brushProperty name="height" value="0.025" units="cm"/>
      <inkml:brushProperty name="color" value="#333333"/>
    </inkml:brush>
  </inkml:definitions>
  <inkml:trace contextRef="#ctx0" brushRef="#br0">0 1 24575,'0'0'-8191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58.465"/>
    </inkml:context>
    <inkml:brush xml:id="br0">
      <inkml:brushProperty name="width" value="0.025" units="cm"/>
      <inkml:brushProperty name="height" value="0.025" units="cm"/>
      <inkml:brushProperty name="color" value="#333333"/>
    </inkml:brush>
  </inkml:definitions>
  <inkml:trace contextRef="#ctx0" brushRef="#br0">1 1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57.690"/>
    </inkml:context>
    <inkml:brush xml:id="br0">
      <inkml:brushProperty name="width" value="0.025" units="cm"/>
      <inkml:brushProperty name="height" value="0.025" units="cm"/>
      <inkml:brushProperty name="color" value="#333333"/>
    </inkml:brush>
  </inkml:definitions>
  <inkml:trace contextRef="#ctx0" brushRef="#br0">0 1 24575,'0'0'-8191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58.465"/>
    </inkml:context>
    <inkml:brush xml:id="br0">
      <inkml:brushProperty name="width" value="0.025" units="cm"/>
      <inkml:brushProperty name="height" value="0.025" units="cm"/>
      <inkml:brushProperty name="color" value="#333333"/>
    </inkml:brush>
  </inkml:definitions>
  <inkml:trace contextRef="#ctx0" brushRef="#br0">1 1 24575,'0'0'-8191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6:51:32.103"/>
    </inkml:context>
    <inkml:brush xml:id="br0">
      <inkml:brushProperty name="width" value="0.05" units="cm"/>
      <inkml:brushProperty name="height" value="0.05" units="cm"/>
      <inkml:brushProperty name="color" value="#E71224"/>
    </inkml:brush>
  </inkml:definitions>
  <inkml:trace contextRef="#ctx0" brushRef="#br0">0 0 24575,'7'4'0,"-1"0"0,1 0 0,-1 0 0,0 1 0,9 10 0,25 31 0,-4-3 0,10 0 0,64 45 0,-104-83 0,70 48 0,12 9 0,-27-14-455,2-2 0,84 44 0,-120-76-6371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6:51:34.335"/>
    </inkml:context>
    <inkml:brush xml:id="br0">
      <inkml:brushProperty name="width" value="0.05" units="cm"/>
      <inkml:brushProperty name="height" value="0.05" units="cm"/>
      <inkml:brushProperty name="color" value="#E71224"/>
    </inkml:brush>
  </inkml:definitions>
  <inkml:trace contextRef="#ctx0" brushRef="#br0">766 14 24575,'-2'-2'0,"1"1"0,-1-1 0,0 1 0,0 0 0,0 0 0,0 0 0,0 0 0,0 0 0,0 1 0,0-1 0,-1 0 0,1 1 0,0 0 0,0-1 0,0 1 0,-1 0 0,1 0 0,-5 1 0,3 0 0,0-1 0,0 1 0,0 1 0,0-1 0,1 0 0,-1 1 0,0 0 0,1 0 0,-6 4 0,5-4 0,-7 6 0,1 0 0,0 1 0,-16 18 0,-2 7 0,-2-1 0,-1-2 0,-66 53 0,87-76 0,1 1 0,0-1 0,1 1 0,-14 19 0,10-13 0,0 0 0,-1-1 0,0-1 0,-18 13 0,3-5 0,-40 22 0,52-35 0,1-1 0,-29 9 0,6-2 0,29-11-195,1-1 0,-1 0 0,1 0 0,-1 0 0,0-1 0,-11 0 0,8-1-6631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20T04:24:51.862"/>
    </inkml:context>
    <inkml:brush xml:id="br0">
      <inkml:brushProperty name="width" value="0.035" units="cm"/>
      <inkml:brushProperty name="height" value="0.21" units="cm"/>
      <inkml:brushProperty name="color" value="#007FAC"/>
      <inkml:brushProperty name="ignorePressure" value="1"/>
      <inkml:brushProperty name="inkEffects" value="pencil"/>
    </inkml:brush>
  </inkml:definitions>
  <inkml:trace contextRef="#ctx0" brushRef="#br0">0 1,'0'0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33.616"/>
    </inkml:context>
    <inkml:brush xml:id="br0">
      <inkml:brushProperty name="width" value="0.025" units="cm"/>
      <inkml:brushProperty name="height" value="0.025" units="cm"/>
      <inkml:brushProperty name="color" value="#333333"/>
    </inkml:brush>
  </inkml:definitions>
  <inkml:trace contextRef="#ctx0" brushRef="#br0">353 0 24575,'-1'4'0,"1"-1"0,-1 1 0,0 0 0,0-1 0,0 1 0,-1-1 0,0 1 0,1-1 0,-1 0 0,0 1 0,0-1 0,-1 0 0,-3 4 0,-41 38 0,34-34 0,-12 12 0,-10 9 0,0-1 0,-57 36 0,27-39-1365,49-20-5461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0T04:25:34.910"/>
    </inkml:context>
    <inkml:brush xml:id="br0">
      <inkml:brushProperty name="width" value="0.025" units="cm"/>
      <inkml:brushProperty name="height" value="0.025" units="cm"/>
      <inkml:brushProperty name="color" value="#333333"/>
    </inkml:brush>
  </inkml:definitions>
  <inkml:trace contextRef="#ctx0" brushRef="#br0">0 0 24575,'5'0'0,"6"0"0,11 0 0,7 10 0,-2 7 0,-1 6 0,5 0 0,2 9 0,0 0 0,0-1 0,-2-1 0,-1 4 0,-5-3-8191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6:54.217"/>
    </inkml:context>
    <inkml:brush xml:id="br0">
      <inkml:brushProperty name="width" value="0.05" units="cm"/>
      <inkml:brushProperty name="height" value="0.05" units="cm"/>
      <inkml:brushProperty name="color" value="#E71224"/>
    </inkml:brush>
  </inkml:definitions>
  <inkml:trace contextRef="#ctx0" brushRef="#br0">0 6179 24575,'15'-1'0,"0"0"0,-1-2 0,1 1 0,25-10 0,5 0 0,252-68 0,-90 21 0,-146 47 0,-1 1 0,84-2 0,-13 0 0,-113 11 0,-1-2 0,1 0 0,-1 0 0,0-2 0,-1 0 0,22-11 0,87-59 0,-117 71 0,47-28 0,68-30 0,-65 35 0,62-40 0,-76 38 0,0 1 0,56-30 0,24-10 0,-72 39 0,0 1 0,68-25 0,178-61 0,-240 93 0,3-1 0,63-33 0,-42 13 0,60-32 0,133-92 0,57-32 0,-235 138 0,-67 40 0,44-23 0,-60 37 0,-1-1 0,0-1 0,-1 0 0,0-1 0,15-15 0,49-61 0,-23 23 0,142-149 0,-90 92 0,-29 30 0,-3 8 0,-4-2 0,100-163 0,-112 131 0,-36 69 0,33-51 0,48-85 0,-82 145 0,40-62 0,-36 63 0,31-66 0,-25 32 0,89-182 0,-31 87 0,-5-2 0,-64 126 0,1-8 0,-2-2 0,-2 1 0,-3-2 0,-2 0 0,3-66 0,-6 59 0,3 2 0,2-1 0,32-82 0,-9 49 0,67-115 0,-53 129 0,-30 50 0,17-33 0,-17 26 0,2 0 0,2 1 0,1 1 0,1 2 0,2 0 0,2 2 0,1 0 0,41-28 0,-34 25 0,-25 20 0,1 1 0,0 0 0,27-15 0,-6 7 0,-9 4 0,0 2 0,45-16 0,-56 23 0,-1 0 0,0-1 0,-1 0 0,17-12 0,37-19 0,12-2 0,-52 25 0,0 1 0,59-20 0,-53 24 0,1-1 0,44-22 0,-59 26 0,-1 0 0,1 1 0,1 1 0,-1 0 0,24-2 0,1 0 0,3 0 0,0 2 0,72 1 0,-64 4 0,71-10 0,-19-9 0,37-5 0,-66 15 0,109-8 0,-124 14-682,67-10-1,-97 9-6143</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6:55.699"/>
    </inkml:context>
    <inkml:brush xml:id="br0">
      <inkml:brushProperty name="width" value="0.05" units="cm"/>
      <inkml:brushProperty name="height" value="0.05" units="cm"/>
      <inkml:brushProperty name="color" value="#E71224"/>
    </inkml:brush>
  </inkml:definitions>
  <inkml:trace contextRef="#ctx0" brushRef="#br0">356 141 24575,'-5'0'0,"-11"-5"0,-8-1 0,-4-4 0,-3-1 0,-5-3 0,-7-3 0,0 1 0,6-2 0,6 3 0,-2 0 0,4 1-8191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6:56.800"/>
    </inkml:context>
    <inkml:brush xml:id="br0">
      <inkml:brushProperty name="width" value="0.05" units="cm"/>
      <inkml:brushProperty name="height" value="0.05" units="cm"/>
      <inkml:brushProperty name="color" value="#E71224"/>
    </inkml:brush>
  </inkml:definitions>
  <inkml:trace contextRef="#ctx0" brushRef="#br0">407 0 24575,'0'4'0,"0"7"0,-4 10 0,-8 10 0,-10 10 0,-7 6 0,-7 4 0,-4-1 0,1 4 0,2-3 0,3-5 0,2-6 0,6-6 0,4-8 0,0-4 0,4-1 0,-1-5 0,4-4-8191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7:00.846"/>
    </inkml:context>
    <inkml:brush xml:id="br0">
      <inkml:brushProperty name="width" value="0.05" units="cm"/>
      <inkml:brushProperty name="height" value="0.05" units="cm"/>
      <inkml:brushProperty name="color" value="#E71224"/>
    </inkml:brush>
  </inkml:definitions>
  <inkml:trace contextRef="#ctx0" brushRef="#br0">478 141 24575,'-9'-4'0,"-9"-2"0,-10-4 0,-11-1 0,-7-2 0,-2 0 0,-2-2 0,3 2 0,4 3 0,1-1 0,1 0 0,4-1 0,8 1-8191</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4:11.987"/>
    </inkml:context>
    <inkml:brush xml:id="br0">
      <inkml:brushProperty name="width" value="0.05" units="cm"/>
      <inkml:brushProperty name="height" value="0.05" units="cm"/>
      <inkml:brushProperty name="color" value="#E71224"/>
    </inkml:brush>
  </inkml:definitions>
  <inkml:trace contextRef="#ctx0" brushRef="#br0">256 1270 24575,'157'153'0,"-13"-24"0,-127-117 0,0 0 0,1-1 0,0 0 0,1-2 0,0 0 0,0-1 0,1-1 0,29 6 0,26 10 0,99 43 0,95 39 0,-245-95 0,0 0 0,1-2 0,0 0 0,0-2 0,0-1 0,1-1 0,27 1 0,365-5 0,-152-3 0,-246 3 0,1-2 0,-1 0 0,0-2 0,0 0 0,0-1 0,22-9 0,-33 10 0,0 0 0,-1 0 0,0-1 0,0-1 0,0 1 0,-1-1 0,1-1 0,-1 1 0,11-15 0,-5 2 0,0 0 0,18-39 0,15-36 0,-39 79 0,0 0 0,16-25 0,-16 30 0,0-1 0,-1 0 0,-1 0 0,0 0 0,0-1 0,3-14 0,-1-22 0,-2 1 0,-2-1 0,-6-89 0,0 35 0,4-42 0,-3-107 0,-1 234 0,-1-1 0,0 1 0,-1-1 0,-1 1 0,-1 1 0,0-1 0,-12-18 0,-9-23 0,25 47 0,-2 0 0,1 1 0,-2-1 0,1 1 0,-1 1 0,-1-1 0,0 1 0,0 0 0,-1 0 0,0 1 0,-13-10 0,10 10 0,-1-1 0,0 0 0,-1 1 0,0 0 0,-1 1 0,0 0 0,-16-4 0,-70-16 0,-88-29 0,149 43 0,-76-14 0,75 19 0,-72-24 0,78 18 0,9 4 0,0 0 0,-1 1 0,0 2 0,-1 0 0,-48-5 0,-48 5 0,-412-12 0,521 19 0,-171 6 0,146-3 0,1 2 0,-67 18 0,65-12 0,2 2 0,-70 32 0,96-39 0,0 1 0,1 1 0,0 0 0,0 0 0,0 1 0,1 1 0,0-1 0,1 2 0,0-1 0,1 1 0,0 1 0,-9 17 0,-7 21 0,2 1 0,2 1 0,2 1 0,3 0 0,2 1 0,3 0 0,2 1 0,-2 84 0,9-73 0,4 87 0,-1-137 11,1-1 0,0 1 0,2-1 0,-1 0 0,2 0 0,0-1-1,0 0 1,2 0 0,-1 0 0,15 18 0,3-1-506,0-1 0,57 52 0,-61-63-6331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21T06:45:46.625"/>
    </inkml:context>
    <inkml:brush xml:id="br0">
      <inkml:brushProperty name="width" value="0.1" units="cm"/>
      <inkml:brushProperty name="height" value="0.6" units="cm"/>
      <inkml:brushProperty name="color" value="#333333"/>
      <inkml:brushProperty name="ignorePressure" value="1"/>
      <inkml:brushProperty name="inkEffects" value="pencil"/>
    </inkml:brush>
  </inkml:definitions>
  <inkml:trace contextRef="#ctx0" brushRef="#br0">16 0,'-2'0,"-2"2,1 4,0 5,2 3,0 2,0 1,1-1,0-3</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21T06:45:48.792"/>
    </inkml:context>
    <inkml:brush xml:id="br0">
      <inkml:brushProperty name="width" value="0.1" units="cm"/>
      <inkml:brushProperty name="height" value="0.6" units="cm"/>
      <inkml:brushProperty name="color" value="#333333"/>
      <inkml:brushProperty name="ignorePressure" value="1"/>
      <inkml:brushProperty name="inkEffects" value="pencil"/>
    </inkml:brush>
  </inkml:definitions>
  <inkml:trace contextRef="#ctx0" brushRef="#br0">0 0,'0'2,"0"4,0 5,0 3,0 2,0-2</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21T06:45:50.424"/>
    </inkml:context>
    <inkml:brush xml:id="br0">
      <inkml:brushProperty name="width" value="0.1" units="cm"/>
      <inkml:brushProperty name="height" value="0.6" units="cm"/>
      <inkml:brushProperty name="color" value="#333333"/>
      <inkml:brushProperty name="ignorePressure" value="1"/>
      <inkml:brushProperty name="inkEffects" value="pencil"/>
    </inkml:brush>
  </inkml:definitions>
  <inkml:trace contextRef="#ctx0" brushRef="#br0">27 0,'0'3,"0"2,0 4,0 2,-2 0,-4-1,0 2,1 0,1 1,1-2</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21T06:45:51.523"/>
    </inkml:context>
    <inkml:brush xml:id="br0">
      <inkml:brushProperty name="width" value="0.1" units="cm"/>
      <inkml:brushProperty name="height" value="0.6" units="cm"/>
      <inkml:brushProperty name="color" value="#333333"/>
      <inkml:brushProperty name="ignorePressure" value="1"/>
      <inkml:brushProperty name="inkEffects" value="pencil"/>
    </inkml:brush>
  </inkml:definitions>
  <inkml:trace contextRef="#ctx0" brushRef="#br0">0 0,'0'3,"0"5,3 4,0 2,0 1,-1 1,0-3</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5:38.260"/>
    </inkml:context>
    <inkml:brush xml:id="br0">
      <inkml:brushProperty name="width" value="0.05" units="cm"/>
      <inkml:brushProperty name="height" value="0.05" units="cm"/>
      <inkml:brushProperty name="color" value="#E71224"/>
    </inkml:brush>
  </inkml:definitions>
  <inkml:trace contextRef="#ctx0" brushRef="#br0">0 1524 24575,'108'1'0,"124"-3"0,-95-16 0,-74 8 0,-45 7 0,0-1 0,0-1 0,-1 0 0,0-2 0,0 0 0,0-1 0,-1 0 0,-1-1 0,23-17 0,7-11 0,65-68 0,-40 36 0,-62 61 0,1 0 0,-2-1 0,1 0 0,-1 0 0,-1-1 0,0 0 0,0 0 0,7-20 0,-7 13 0,-2 0 0,0-1 0,0 1 0,0-37 0,-1 28 0,-3 0 0,0 0 0,-1 0 0,-2-1 0,0 1 0,-2 1 0,-1-1 0,-1 1 0,-12-30 0,10 36 0,0-1 0,2 0 0,1-1 0,0 0 0,2 0 0,0 0 0,-1-38 0,4 39 0,0 0 0,-2 0 0,0 0 0,-1 1 0,-1-1 0,-1 1 0,0 0 0,-2 1 0,0 0 0,-1 0 0,-1 0 0,0 1 0,-2 1 0,-17-21 0,15 20-112,-23-28-515,-58-55 1,66 76-6200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6:39.725"/>
    </inkml:context>
    <inkml:brush xml:id="br0">
      <inkml:brushProperty name="width" value="0.05" units="cm"/>
      <inkml:brushProperty name="height" value="0.05" units="cm"/>
      <inkml:brushProperty name="color" value="#E71224"/>
    </inkml:brush>
  </inkml:definitions>
  <inkml:trace contextRef="#ctx0" brushRef="#br0">145 8237 24575,'2'-3'0,"1"-1"0,0 1 0,-1-1 0,0 0 0,0 0 0,0 0 0,0 0 0,-1 0 0,1-1 0,-1 1 0,1-9 0,2-53 0,-4 50 0,0-294 0,-2 287 0,0 0 0,-2 0 0,0 1 0,-11-30 0,6 21 0,-5-36 0,-65-445 0,49 304 0,22 147 0,3-1 0,5-118 0,2 69 0,-4-22 0,5-140 0,0 250 0,0 0 0,1 1 0,2 0 0,11-30 0,40-79 0,-20 51 0,5-11 0,25-62 0,-57 124 0,0 0 0,-2-1 0,6-41 0,-10 39 0,1 0 0,2 0 0,1 1 0,1 0 0,23-50 0,44-120 0,-52 127 0,176-541 0,-122 402 0,-58 163 0,22-46 0,78-128 0,-54 107 0,47-67 0,-58 98 0,45-51 0,-17 27 0,127-158 0,22 19 0,-212 228 0,134-168 0,-47 50 0,286-390 0,-296 388 0,-41 65 0,-28 40 0,-2-1 0,-1-1 0,-2-1 0,19-44 0,-23 33 0,2 2 0,2 1 0,50-77 0,-35 63 0,-2 0 0,39-96 0,-71 148 0,16-41 0,20-79 0,-3 9 0,-21 76-78,29-90-1209,-39 108-5539</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6:40.523"/>
    </inkml:context>
    <inkml:brush xml:id="br0">
      <inkml:brushProperty name="width" value="0.05" units="cm"/>
      <inkml:brushProperty name="height" value="0.05" units="cm"/>
      <inkml:brushProperty name="color" value="#E71224"/>
    </inkml:brush>
  </inkml:definitions>
  <inkml:trace contextRef="#ctx0" brushRef="#br0">324 0 24575,'-5'0'0,"-6"5"0,-2 6 0,-7 1 0,-6-1 0,2 2 0,0 4 0,-1-1 0,-1 2 0,0-3 0,-1 2 0,4 1 0,1-1 0,-5 1 0,2-3-8191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6:41.576"/>
    </inkml:context>
    <inkml:brush xml:id="br0">
      <inkml:brushProperty name="width" value="0.05" units="cm"/>
      <inkml:brushProperty name="height" value="0.05" units="cm"/>
      <inkml:brushProperty name="color" value="#E71224"/>
    </inkml:brush>
  </inkml:definitions>
  <inkml:trace contextRef="#ctx0" brushRef="#br0">0 0 24575,'0'5'0,"0"11"0,0 7 0,0 5 0,0 8 0,0 1 0,5 1 0,1 2 0,0 0 0,4 2 0,0-1 0,-2-2 0,-2 1 0,2 4 0,6-6 0,-1-4 0,-2-9-8191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7:11.291"/>
    </inkml:context>
    <inkml:brush xml:id="br0">
      <inkml:brushProperty name="width" value="0.05" units="cm"/>
      <inkml:brushProperty name="height" value="0.05" units="cm"/>
      <inkml:brushProperty name="color" value="#E71224"/>
    </inkml:brush>
  </inkml:definitions>
  <inkml:trace contextRef="#ctx0" brushRef="#br0">1 0 24575,'0'5'0,"0"6"0,0 6 0,0 10 0,0 1-8191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7:13.840"/>
    </inkml:context>
    <inkml:brush xml:id="br0">
      <inkml:brushProperty name="width" value="0.05" units="cm"/>
      <inkml:brushProperty name="height" value="0.05" units="cm"/>
      <inkml:brushProperty name="color" value="#E71224"/>
    </inkml:brush>
  </inkml:definitions>
  <inkml:trace contextRef="#ctx0" brushRef="#br0">14 262 24575,'-1'0'0,"1"-1"0,-1 1 0,0 0 0,1 0 0,-1 0 0,0-1 0,1 1 0,-1 0 0,1-1 0,-1 1 0,0-1 0,1 1 0,-1-1 0,1 1 0,-1-1 0,1 1 0,0-1 0,-1 1 0,1-1 0,-1 1 0,1-1 0,0 0 0,0 1 0,-1-1 0,1 0 0,0 1 0,0-1 0,0 0 0,0 1 0,0-1 0,-1 0 0,1 1 0,1-1 0,-1 0 0,0 1 0,0-1 0,0 0 0,0 1 0,0-1 0,1 0 0,-1 1 0,1-2 0,10-29 0,-8 28 0,0-1 0,1 1 0,-1 0 0,0 0 0,1 0 0,0 1 0,0-1 0,0 1 0,8-3 0,45-15 0,-21 9 0,-5-2 0,-6 3 0,0 0 0,50-10 0,-40 11-341,0-2 0,0-1-1,64-33 1,-70 31-6485</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5:42.178"/>
    </inkml:context>
    <inkml:brush xml:id="br0">
      <inkml:brushProperty name="width" value="0.05" units="cm"/>
      <inkml:brushProperty name="height" value="0.05" units="cm"/>
      <inkml:brushProperty name="color" value="#E71224"/>
    </inkml:brush>
  </inkml:definitions>
  <inkml:trace contextRef="#ctx0" brushRef="#br0">1132 1780 24575,'-6'0'0,"0"-1"0,0 0 0,-1-1 0,1 1 0,-7-3 0,-17-5 0,-62-6 0,16 3 0,-124-36 0,152 28 0,0-2 0,1-3 0,2-1 0,-48-37 0,81 55 0,-4-3 0,0-1 0,1 0 0,1-1 0,0 0 0,-15-19 0,22 22 0,-1-1 0,2 0 0,-1 0 0,2-1 0,-1 0 0,2 0 0,-1 0 0,-3-22 0,-3-7 0,-17-45 0,1 6 0,-48-116 0,50 139 0,-34-112 0,55 153 0,1 0 0,1 0 0,0 0 0,1 0 0,1-17 0,1 24 0,0 0 0,1 0 0,-1 0 0,2 0 0,-1 0 0,1 1 0,1-1 0,-1 1 0,1 0 0,8-11 0,10-9 0,0 2 0,2 0 0,1 1 0,1 2 0,1 1 0,1 1 0,0 1 0,2 1 0,48-22 0,-15 8 0,-41 21 0,-1 1 0,1 0 0,1 2 0,26-7 0,-33 10 0,0 1 0,1-2 0,26-15 0,-30 15 0,-1 0 0,2 1 0,-1 0 0,1 1 0,0 1 0,18-4 0,97-7 0,183 0 0,-263 15 0,1 2 0,-1 3 0,1 1 0,-2 3 0,1 2 0,65 24 0,-106-32-114,0 1 1,1 0-1,-2 0 0,1 1 0,0-1 1,-1 2-1,0-1 0,0 1 0,0 1 1,-1-1-1,9 12 0,4 12-6712</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7:52.587"/>
    </inkml:context>
    <inkml:brush xml:id="br0">
      <inkml:brushProperty name="width" value="0.05" units="cm"/>
      <inkml:brushProperty name="height" value="0.05" units="cm"/>
      <inkml:brushProperty name="color" value="#E71224"/>
    </inkml:brush>
  </inkml:definitions>
  <inkml:trace contextRef="#ctx0" brushRef="#br0">370 4577 24575,'-1'-24'0,"-1"1"0,0 0 0,-2 0 0,-7-24 0,-34-87 0,23 65 0,4-1 0,-11-84 0,-8-32 0,-4 38 0,-14-59 0,37 132 0,8 39 0,-8-59 0,13 62 0,-13-44 0,10 44 0,-7-45 0,5-339 0,11 309 0,0 75 0,2 0 0,1 0 0,1 0 0,2 1 0,1 0 0,22-55 0,-13 48 0,2 2 0,1 0 0,2 1 0,52-64 0,-55 79 0,0 1 0,2 1 0,1 0 0,36-23 0,101-51 0,105-20 0,-56 27 0,-172 68 0,2 2 0,0 1 0,0 2 0,1 2 0,1 1 0,78-8 0,-92 17 0,-1-2 0,0-1 0,1 0 0,-2-2 0,26-10 0,141-46 0,91-36 0,-276 95 0,27-12 0,1 2 0,45-13 0,-42 16 0,44-20 0,-46 16 0,60-15 0,-72 23 0,-1 0 0,1-2 0,-1-1 0,-1 0 0,0-2 0,0 0 0,29-22 0,-16 6 0,-1-1 0,-2-2 0,36-42 0,-62 66 0,10-10 0,-1 0 0,-1-1 0,-1-1 0,0 0 0,18-38 0,-19 34 0,0 0 0,2 0 0,0 2 0,20-24 0,21-32 0,-41 57 0,1 0 0,1 2 0,25-24 0,-23 24 0,0-1 0,25-35 0,-21 21 0,2 1 0,30-33 0,-41 52 0,1 0 0,0 1 0,0 0 0,1 1 0,0 0 0,1 1 0,19-8 0,-22 11 0,0 0 0,0-1 0,-1-1 0,0 0 0,-1 0 0,1-1 0,-2-1 0,13-13 0,-22 22 0,1 1 0,0-1 0,0 0 0,-1 1 0,1-1 0,-1 0 0,1 0 0,0 1 0,-1-1 0,1 0 0,-1 0 0,0 0 0,1 1 0,-1-1 0,0 0 0,0 0 0,1 0 0,-1 0 0,0 0 0,0 0 0,0 0 0,0 0 0,0 0 0,0 0 0,0 0 0,0 0 0,-1 1 0,1-1 0,0 0 0,0 0 0,-1 0 0,1 0 0,-1 0 0,1 1 0,-1-1 0,1 0 0,-1 0 0,1 1 0,-1-1 0,0 0 0,1 1 0,-1-1 0,0 0 0,0 1 0,1-1 0,-1 1 0,0-1 0,0 1 0,0 0 0,0-1 0,0 1 0,0 0 0,1 0 0,-1 0 0,-2-1 0,-8-1 0,1 1 0,0 0 0,-21 0 0,27 1 0,-456 4-1365,427-4-5461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7:54.448"/>
    </inkml:context>
    <inkml:brush xml:id="br0">
      <inkml:brushProperty name="width" value="0.05" units="cm"/>
      <inkml:brushProperty name="height" value="0.05" units="cm"/>
      <inkml:brushProperty name="color" value="#E71224"/>
    </inkml:brush>
  </inkml:definitions>
  <inkml:trace contextRef="#ctx0" brushRef="#br0">1 1 24575,'1'0'0,"0"1"0,1-1 0,-1 1 0,0-1 0,0 1 0,1 0 0,-1-1 0,0 1 0,0 0 0,0 0 0,0 0 0,0 0 0,0 0 0,0 0 0,0 0 0,-1 0 0,1 1 0,0-1 0,-1 0 0,1 0 0,-1 1 0,1 1 0,12 34 0,-11-30 0,5 20 0,-1 1 0,-1-1 0,1 51 0,-7 88 0,-2-65 0,3-68-1365,0-4-5461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7:47.373"/>
    </inkml:context>
    <inkml:brush xml:id="br0">
      <inkml:brushProperty name="width" value="0.05" units="cm"/>
      <inkml:brushProperty name="height" value="0.05" units="cm"/>
      <inkml:brushProperty name="color" value="#E71224"/>
    </inkml:brush>
  </inkml:definitions>
  <inkml:trace contextRef="#ctx0" brushRef="#br0">171 1227 24575,'10'1'0,"-1"-1"0,1 2 0,-1 0 0,1 0 0,-1 0 0,0 1 0,0 1 0,0 0 0,0 0 0,-1 0 0,0 1 0,0 0 0,0 1 0,0 0 0,-1 0 0,9 10 0,9 13 0,-1 0 0,38 61 0,-40-58 0,-15-20 0,1 0 0,1-1 0,0 0 0,0-1 0,1 0 0,17 13 0,-20-18 0,0-1 0,0 0 0,0-1 0,1 1 0,-1-2 0,1 1 0,0-1 0,0 0 0,0 0 0,0-1 0,0 0 0,15-1 0,243-8 0,-252 7 0,0-1 0,0 0 0,0 0 0,0-2 0,0 0 0,0 0 0,-1-1 0,0-1 0,0 0 0,-1-1 0,1 0 0,-1-1 0,-1 0 0,0-1 0,0-1 0,-1 1 0,0-2 0,0 1 0,-1-1 0,11-18 0,67-131 0,-78 143 0,0-1 0,-1 1 0,-1-1 0,0-1 0,-2 1 0,0-1 0,-1 0 0,-1-1 0,-1 1 0,0 0 0,-3-28 0,3 12 0,9-59 0,1-21 0,-15-55 0,1 143 0,-2 0 0,-1 0 0,-1 0 0,-11-31 0,-4-7 0,16 48 0,0-1 0,0 1 0,-2 1 0,0-1 0,-1 1 0,0 1 0,-2-1 0,-20-25 0,18 28 0,0 1 0,-1 0 0,-1 1 0,0 1 0,0 0 0,-1 1 0,-1 0 0,1 1 0,-29-10 0,-8-3 0,37 14 0,0 1 0,-1 0 0,0 1 0,1 1 0,-25-4 0,-80-12 0,94 14 0,0 0 0,-1 2 0,0 1 0,0 1 0,-45 3 0,53 3 0,1 0 0,-1 1 0,1 1 0,0 1 0,1 0 0,0 2 0,0 0 0,-25 17 0,-8 12 0,-56 53 0,93-79 0,0 1 0,0 0 0,2 1 0,-1 0 0,2 1 0,0 0 0,-8 17 0,-41 103 0,54-122 0,-5 16 0,1 1 0,1 1 0,2-1 0,-4 60 0,7 128 0,5-129 0,-3-80 0,2 0 0,-1 1 0,1-1 0,1 0 0,3 16 0,-3-21 0,1 1 0,-1 0 0,1 0 0,0-1 0,0 1 0,0-1 0,0 0 0,1 0 0,-1 0 0,1 0 0,6 4 0,7 3-184,0-1-1,0 0 1,1-1-1,1-1 1,26 9-1,-41-16-73,35 13-6568</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8:18.567"/>
    </inkml:context>
    <inkml:brush xml:id="br0">
      <inkml:brushProperty name="width" value="0.05" units="cm"/>
      <inkml:brushProperty name="height" value="0.05" units="cm"/>
      <inkml:brushProperty name="color" value="#E71224"/>
    </inkml:brush>
  </inkml:definitions>
  <inkml:trace contextRef="#ctx0" brushRef="#br0">541 1105 24575,'-21'0'0,"-1"-2"0,1-1 0,0 0 0,1-2 0,-1 0 0,1-2 0,0 0 0,-30-15 0,19 5 0,1 0 0,1-2 0,1-2 0,-37-33 0,58 46 0,0 0 0,1 0 0,0 0 0,1-1 0,0 0 0,0 0 0,0 0 0,1-1 0,1 1 0,-4-16 0,-18-42 0,15 47 0,1 0 0,1-1 0,1 0 0,0 0 0,-6-41 0,12 50 0,0 0 0,1 0 0,0 0 0,0 0 0,1 0 0,1 0 0,0 0 0,1 0 0,0 0 0,1 1 0,0-1 0,8-14 0,3 0 0,2 0 0,0 2 0,1-1 0,39-37 0,-38 46 0,0 1 0,35-20 0,-14 10 0,9-5 0,2 2 0,76-29 0,-103 47 0,-6 3 0,0 2 0,1-1 0,-1 2 0,1 1 0,37-3 0,100 8 0,-66 1 0,-73-3 0,54 0 0,130 17 0,-169-11 0,-5-3 0,-2 2 0,1 1 0,27 10 0,-44-13 0,-2 1 0,1 0 0,0 0 0,-1 1 0,1 0 0,-1 0 0,-1 1 0,1-1 0,-1 2 0,0-1 0,0 1 0,-1-1 0,8 13 0,-6-5 0,0 1 0,-1-1 0,0 2 0,-2-1 0,1 0 0,-2 1 0,0 0 0,0 16 0,-1 4 0,-1 1 0,-7 52 0,3-59 0,-2 0 0,-1 0 0,-15 40 0,15-54 0,0 0 0,-1 0 0,-1-1 0,-1 0 0,0-1 0,-1 0 0,-17 20 0,-50 54 0,-15 16 0,77-89 0,0-1 0,-1-1 0,-1-1 0,-29 18 0,-23 10 0,51-27 0,-1-2 0,-1 0 0,1-1 0,-2-1 0,1 0 0,-1-2 0,-1-1 0,-27 6 0,-7-9 23,-87-5-1,55 0-1432,51 1-5416</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8:25.510"/>
    </inkml:context>
    <inkml:brush xml:id="br0">
      <inkml:brushProperty name="width" value="0.05" units="cm"/>
      <inkml:brushProperty name="height" value="0.05" units="cm"/>
      <inkml:brushProperty name="color" value="#E71224"/>
    </inkml:brush>
  </inkml:definitions>
  <inkml:trace contextRef="#ctx0" brushRef="#br0">6367 1 24575,'0'3'0,"-1"-1"0,0 1 0,1 0 0,-1 0 0,-1-1 0,1 1 0,0 0 0,-1-1 0,1 1 0,-1-1 0,0 0 0,-3 4 0,-29 29 0,24-26 0,-71 85 0,18-19 0,-21 26 0,21-17 0,46-59 0,-1 0 0,-27 28 0,26-35 0,0 0 0,-1-2 0,-41 27 0,37-27 0,0 2 0,2 0 0,-38 42 0,40-39 0,0-1 0,-1-1 0,-2 0 0,-29 18 0,-186 119 0,193-121 0,1 3 0,-41 46 0,49-46 0,-3-1 0,-71 52 0,-8-9 0,-143 124 0,247-189 0,0 1 0,1 0 0,1 1 0,-16 28 0,-1 0 0,-40 64 0,-96 204 0,148-280 0,10-19 0,0 1 0,0-1 0,-8 31 0,6-9 0,-1-2 0,-2 1 0,-1-2 0,-2 0 0,-26 44 0,28-53 0,2 0 0,-10 33 0,-11 22 0,26-63 0,0 0 0,1 0 0,0 1 0,2 0 0,0 0 0,-2 25 0,6 110 0,1-88 0,-3 368 0,3 148 0,28-231 0,11-153 0,-9-62 0,-29-114 0,10 41 0,-3 0 0,4 105 0,-11-49 0,6 0 0,24 122 0,-17-150 0,24 159 0,10 79 0,-42-282 0,-3 1 0,-1 0 0,-3 55 0,-1-51 0,1-1 0,14 80 0,0-53 0,-4 0 0,3 132 0,-13-105 0,-5 147 0,-8-130 0,-2 46 0,12-74 0,-8 148 0,4-170 0,5-36 0,-2 0 0,-2 0 0,-14 56 0,0-22 0,3 1 0,2 1 0,4 1 0,3 0 0,4 129 0,3-146 0,-2 0 0,-2 0 0,-16 76 0,15-114 0,-1 1 0,0-1 0,-1 0 0,-12 18 0,-14 34 0,31-62 0,-1 0 0,0 0 0,0 0 0,-1 0 0,1 0 0,-1-1 0,-1 1 0,1-1 0,-1 0 0,0 0 0,0-1 0,-7 6 0,4-5 0,-1 0 0,0-1 0,-1 0 0,1 0 0,0-1 0,-1 0 0,-17 2 0,-8-1 0,1-1 0,-36-2 0,36-1 0,1 1 0,-43 7 0,53-4 0,-39 7 0,0 3 0,-67 25 0,101-31 0,-1 0 0,0-2 0,0-1 0,0-2 0,0 0 0,-36-2 0,-7 1 0,-64 10 0,-41 2 0,-1301-13 0,670-3 0,621 17 0,2 0 0,166-16-97,8 1-157,1 0 1,0 1-1,0-1 1,-14 4-1,6 3-6572</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8:27.834"/>
    </inkml:context>
    <inkml:brush xml:id="br0">
      <inkml:brushProperty name="width" value="0.05" units="cm"/>
      <inkml:brushProperty name="height" value="0.05" units="cm"/>
      <inkml:brushProperty name="color" value="#E71224"/>
    </inkml:brush>
  </inkml:definitions>
  <inkml:trace contextRef="#ctx0" brushRef="#br0">439 30 24575,'-9'-5'0,"-9"-1"0,-10 0 0,-5 1 0,-2 1 0,-5 2 0,0 1 0,2 1 0,2 0 0,3 0 0,2 0 0,-3 0 0,-1 1 0,6-1-8191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8:29.540"/>
    </inkml:context>
    <inkml:brush xml:id="br0">
      <inkml:brushProperty name="width" value="0.05" units="cm"/>
      <inkml:brushProperty name="height" value="0.05" units="cm"/>
      <inkml:brushProperty name="color" value="#E71224"/>
    </inkml:brush>
  </inkml:definitions>
  <inkml:trace contextRef="#ctx0" brushRef="#br0">42 0 24575,'5'0'0,"1"5"0,0 16 0,-1 9 0,-1 5 0,-2 0 0,-6 5 0,-2 0 0,-4-2 0,-2-3 0,2-2 0,3-3 0,2 0 0,3-2 0,-4 0 0,-1-5-8191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8:55.491"/>
    </inkml:context>
    <inkml:brush xml:id="br0">
      <inkml:brushProperty name="width" value="0.05" units="cm"/>
      <inkml:brushProperty name="height" value="0.05" units="cm"/>
      <inkml:brushProperty name="color" value="#E71224"/>
    </inkml:brush>
  </inkml:definitions>
  <inkml:trace contextRef="#ctx0" brushRef="#br0">344 904 24575,'18'-6'0,"-1"0"0,1 1 0,1 1 0,-1 0 0,0 1 0,35 0 0,35-6 0,-70 6 0,0 1 0,0 1 0,1 1 0,-1 0 0,0 1 0,30 6 0,-15 1 0,0 1 0,50 22 0,-67-26 0,-1 0 0,0-1 0,1-1 0,0 0 0,27 1 0,-2-4 0,41-4 0,-72 3 0,-1 0 0,1-1 0,-1-1 0,0 1 0,0-1 0,0-1 0,0 0 0,0 0 0,-1-1 0,0 0 0,0 0 0,0-1 0,-1 0 0,14-13 0,-1-5 0,-1 0 0,-1-1 0,19-35 0,-11 18 0,-20 31 0,-1 1 0,0 0 0,-1-1 0,0 0 0,0 0 0,-1 0 0,-1-1 0,0 1 0,0-1 0,-1 1 0,-1-1 0,0 0 0,-1 1 0,0-1 0,0 1 0,-1-1 0,-1 1 0,0 0 0,-1 0 0,0 0 0,0 0 0,-8-12 0,2 4 0,-1 0 0,-1 1 0,-1 0 0,0 1 0,-1 1 0,-1 0 0,-1 1 0,0 1 0,-1 0 0,0 1 0,-22-12 0,-31-10 0,-3 4 0,0 2 0,-1 4 0,-87-18 0,63 24 0,-112-7 0,193 24 0,-63-4 0,-153 8 0,228-2 0,0 1 0,-1-1 0,1 1 0,0 0 0,0 1 0,1-1 0,-1 1 0,0 0 0,0 0 0,1 0 0,-1 1 0,1 0 0,0-1 0,0 1 0,0 1 0,0-1 0,0 1 0,1 0 0,-1-1 0,1 1 0,0 1 0,1-1 0,-5 7 0,3 1 0,0 0 0,0 0 0,1 0 0,1 0 0,0 1 0,0-1 0,2 1 0,0 19 0,5 348 0,-5-368 8,0-1-1,1 0 1,1 1-1,0-1 1,1 0-1,0 0 1,0 0-1,1-1 1,0 1-1,1-1 1,1 0-1,-1 0 1,1-1-1,1 1 1,15 15-1,-10-13-156,1-1 1,0 0-1,1-1 1,1 0-1,-1-1 1,2-1-1,-1 0 1,1-2-1,29 10 1,-15-8-6678</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9:01.088"/>
    </inkml:context>
    <inkml:brush xml:id="br0">
      <inkml:brushProperty name="width" value="0.05" units="cm"/>
      <inkml:brushProperty name="height" value="0.05" units="cm"/>
      <inkml:brushProperty name="color" value="#E71224"/>
    </inkml:brush>
  </inkml:definitions>
  <inkml:trace contextRef="#ctx0" brushRef="#br0">6145 1 24575,'28'0'0,"59"-1"0,-1 4 0,106 17 0,-141-11 0,-9-2 0,54 16 0,-81-19 0,0 2 0,-1 0 0,0 1 0,-1 0 0,1 1 0,-1 0 0,16 15 0,3 4 0,-2 1 0,0 2 0,-2 0 0,-1 3 0,-2 0 0,-1 1 0,-1 2 0,-2 0 0,16 41 0,-4 12 0,34 145 0,-4-28 0,-10-42 0,-38-85 0,-14-67 0,0-1 0,1 1 0,0 0 0,1-1 0,0 1 0,1-1 0,0 0 0,1 0 0,0 0 0,1-1 0,0 0 0,9 11 0,12 15 0,0 1 0,-3 2 0,22 44 0,33 52 0,8 13 0,-31-46 0,-17-41 0,-17-27 0,-1 0 0,-2 1 0,-1 1 0,15 43 0,151 465 0,-178-522 0,-1 0 0,0 1 0,-2-1 0,1 30 0,-5 95 0,-1-73 0,0 773 0,3-457 0,-2-347 0,-2 0 0,-2-1 0,-2 0 0,-1 0 0,-2 0 0,-2-1 0,-29 66 0,24-65 0,3 0 0,-10 46 0,12-51 0,-1-1 0,-24 47 0,18-43 0,-41 75 0,-15 35 0,56-103 0,-25 65 0,-73 131 0,6-26 0,33-79 0,-156 247 0,165-302 0,50-63 0,2 1 0,0 1 0,1 0 0,-21 41 0,10-13 0,-2 0 0,-50 63 0,-22 37 0,-88 163 0,164-269 0,-19 48 0,-15 27 0,44-96 0,0-1 0,-2-1 0,-28 29 0,-65 50 0,-101 75 0,-18 15 0,-135 81 0,225-175 0,2-7 0,-167 79 0,-250 80 0,196-94 0,208-97 0,42-17 0,-32 11 0,-47 21 0,-4 6 0,83-36 0,-104 57 0,60-29 0,106-52 0,1 3 0,-79 48 0,59-22 0,20-14 0,-95 53 0,-352 189 0,69-22 0,208-117 0,-10 2 0,82-52 0,96-59 0,-60 23 0,34-17 0,40-19 0,-1-2 0,0-1 0,-45 8 0,41-11 0,0 2 0,-51 20 0,-29 18-1365,86-38-5461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9:03.605"/>
    </inkml:context>
    <inkml:brush xml:id="br0">
      <inkml:brushProperty name="width" value="0.05" units="cm"/>
      <inkml:brushProperty name="height" value="0.05" units="cm"/>
      <inkml:brushProperty name="color" value="#E71224"/>
    </inkml:brush>
  </inkml:definitions>
  <inkml:trace contextRef="#ctx0" brushRef="#br0">0 0 24575,'5'0'0,"6"0"0,2 5 0,-2 6 0,2 6 0,4 10 0,-1 5 0,1 2 0,3 0 0,3-1 0,2-2 0,2 0 0,-4-7-8191</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9:06.137"/>
    </inkml:context>
    <inkml:brush xml:id="br0">
      <inkml:brushProperty name="width" value="0.05" units="cm"/>
      <inkml:brushProperty name="height" value="0.05" units="cm"/>
      <inkml:brushProperty name="color" value="#E71224"/>
    </inkml:brush>
  </inkml:definitions>
  <inkml:trace contextRef="#ctx0" brushRef="#br0">0 51 24575,'0'-1'0,"0"0"0,1 0 0,-1 0 0,0 0 0,1 0 0,-1 0 0,1 0 0,-1 0 0,1 0 0,0 1 0,-1-1 0,1 0 0,0 0 0,-1 1 0,1-1 0,0 0 0,0 1 0,0-1 0,-1 1 0,1-1 0,0 1 0,0-1 0,0 1 0,0 0 0,0-1 0,2 1 0,30-6 0,-30 5 0,82-4 0,112 5 0,-69 3 0,-69-1-73,-38-1-112,-1 0 1,1 0-1,-1-2 1,1-1-1,0-1 1,26-6-1,-18-4-6641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9:27.003"/>
    </inkml:context>
    <inkml:brush xml:id="br0">
      <inkml:brushProperty name="width" value="0.05" units="cm"/>
      <inkml:brushProperty name="height" value="0.05" units="cm"/>
      <inkml:brushProperty name="color" value="#E71224"/>
    </inkml:brush>
  </inkml:definitions>
  <inkml:trace contextRef="#ctx0" brushRef="#br0">545 818 24575,'42'-1'0,"-14"0"0,-1 1 0,1 1 0,0 1 0,-1 2 0,49 12 0,-44-7 0,1 0 0,0-3 0,0 0 0,0-3 0,1 0 0,0-2 0,42-5 0,-68 3 0,1 0 0,-1 0 0,0-1 0,0 0 0,0-1 0,0 0 0,-1 0 0,1-1 0,-1 1 0,0-2 0,0 1 0,0-1 0,-1 0 0,1 0 0,-1-1 0,0 0 0,-1 0 0,1-1 0,-1 1 0,-1-1 0,1 0 0,-1 0 0,0-1 0,-1 1 0,0-1 0,0 0 0,-1 0 0,1 0 0,-2 0 0,1 0 0,0-14 0,-5-126 0,0 61 0,3 75 0,-1 0 0,-1-1 0,1 1 0,-2-1 0,0 1 0,0 0 0,-1 1 0,-1-1 0,0 0 0,0 1 0,-1 0 0,-1 1 0,0-1 0,0 1 0,-1 0 0,0 1 0,-1 0 0,0 0 0,-17-12 0,-1 0 0,1-1 0,-36-39 0,57 55 0,-1 1 0,1-1 0,-1 1 0,0 0 0,0 1 0,0-1 0,-1 1 0,0 1 0,0-1 0,-11-3 0,6 3 0,1 2 0,-1-1 0,0 2 0,0 0 0,0 0 0,-13 1 0,8-1 0,0 0 0,0-2 0,0 0 0,0 0 0,-21-9 0,15 5 0,1 1 0,-27-4 0,-28 5 0,-90 5 0,71 2 0,87-2 0,0 0 0,1 0 0,-1 1 0,1 0 0,-1 1 0,1 0 0,-1 0 0,1 1 0,0 0 0,0 0 0,0 1 0,1 0 0,-1 1 0,1-1 0,0 1 0,0 1 0,1-1 0,-1 1 0,1 0 0,0 1 0,1 0 0,0-1 0,0 2 0,0-1 0,1 1 0,-6 14 0,-28 58 0,26-57 0,0 0 0,2 1 0,-7 26 0,8-17 0,2 1 0,2 0 0,1 0 0,0 48 0,4-66 0,1 0 0,0 0 0,1 0 0,0 0 0,8 23 0,-8-32 0,1 0 0,0-1 0,0 1 0,1-1 0,0 0 0,0 0 0,0 0 0,1 0 0,0-1 0,0 0 0,0 0 0,1 0 0,0-1 0,9 6 0,2 0 13,0-2 1,0 0-1,1-1 0,0-1 0,1 0 1,-1-2-1,36 5 0,7-5-551,67-3 0,-107-1 143,8-1-6431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9:43.974"/>
    </inkml:context>
    <inkml:brush xml:id="br0">
      <inkml:brushProperty name="width" value="0.05" units="cm"/>
      <inkml:brushProperty name="height" value="0.05" units="cm"/>
      <inkml:brushProperty name="color" value="#E71224"/>
    </inkml:brush>
  </inkml:definitions>
  <inkml:trace contextRef="#ctx0" brushRef="#br0">2486 0 24575,'-8'1'0,"0"0"0,0 0 0,0 0 0,0 1 0,0 0 0,0 1 0,1 0 0,-1 0 0,-10 7 0,-8 5 0,-30 26 0,-8 3 0,2-7 0,-134 72 0,136-80 0,1 2 0,-86 60 0,88-54 0,35-23 0,-36 28 0,-122 118 0,146-132 0,-1-3 0,-1 0 0,-55 26 0,-38 25 0,-38 43 0,142-102 0,-26 25 0,-3 3 0,31-27 0,1 1 0,1 1 0,1 1 0,1 1 0,0 1 0,-21 36 0,-87 135 0,-64 140 0,185-320 0,1 0 0,-8 28 0,11-32 0,0 0 0,-1 0 0,-1 0 0,0 0 0,0-1 0,-1 0 0,-7 12 0,-6 4 0,1 1 0,2 0 0,0 1 0,-12 35 0,-34 119 0,45-128 0,-4 9 0,3 0 0,3 1 0,3 1 0,-5 88 0,15 230 0,3-160 0,-1-202 0,1 0 0,1 0 0,0 0 0,2 0 0,0-1 0,1 0 0,14 29 0,74 125 0,-66-127 0,41 82 0,17 26 0,-69-127 0,2-1 0,0-1 0,35 35 0,115 82 0,-76-67 0,-8-8 0,4-3 0,189 100 0,214 59 0,-425-192 0,91 57 0,-18-8 0,-61-35 0,-2 3 0,120 98 0,7 32 0,-161-135 0,-2 2 0,48 70 0,216 342 0,-277-408 0,-2 0 0,-2 2 0,34 106 0,-52-136 0,-1 1 0,-1 0 0,-1 0 0,0 24 0,-4 93 0,-2-56 0,5-16 0,-1-35 0,-1 0 0,-5 46 0,1-63 0,0 0 0,-1 0 0,-1 0 0,-12 23 0,10-21 0,0 0 0,-9 30 0,8-10 0,4-13 0,-1-1 0,-1 1 0,0-1 0,-2 0 0,-1-1 0,-25 41 0,-45 70 0,0-2 0,3-3 0,53-85 0,-40 55 0,21-42 0,7-12 0,-34 58 0,-25 42 0,82-127 0,-1 0 0,-20 17 0,-11 13 0,33-32 0,-2-1 0,1 0 0,-26 20 0,32-29 0,0 0 0,-1-1 0,1 0 0,-1-1 0,1 0 0,-1 0 0,0 0 0,0-1 0,-1-1 0,1 1 0,-11 0 0,-39-1 18,29 0-709,-42 5-1,42-1-6134</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9:46.376"/>
    </inkml:context>
    <inkml:brush xml:id="br0">
      <inkml:brushProperty name="width" value="0.05" units="cm"/>
      <inkml:brushProperty name="height" value="0.05" units="cm"/>
      <inkml:brushProperty name="color" value="#E71224"/>
    </inkml:brush>
  </inkml:definitions>
  <inkml:trace contextRef="#ctx0" brushRef="#br0">829 0 24575,'-789'0'-1365,"749"0"-5461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29:48.286"/>
    </inkml:context>
    <inkml:brush xml:id="br0">
      <inkml:brushProperty name="width" value="0.05" units="cm"/>
      <inkml:brushProperty name="height" value="0.05" units="cm"/>
      <inkml:brushProperty name="color" value="#E71224"/>
    </inkml:brush>
  </inkml:definitions>
  <inkml:trace contextRef="#ctx0" brushRef="#br0">113 0 24575,'1'40'0,"-3"0"0,-1-1 0,-1 1 0,-15 53 0,-39 138 0,34-116-1365,21-85-5461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3:17.261"/>
    </inkml:context>
    <inkml:brush xml:id="br0">
      <inkml:brushProperty name="width" value="0.035" units="cm"/>
      <inkml:brushProperty name="height" value="0.035" units="cm"/>
      <inkml:brushProperty name="color" value="#E71224"/>
    </inkml:brush>
  </inkml:definitions>
  <inkml:trace contextRef="#ctx0" brushRef="#br0">200 638 24575,'1'2'0,"-1"1"0,1 0 0,-1-1 0,1 1 0,0-1 0,0 1 0,0-1 0,1 1 0,-1-1 0,0 0 0,1 1 0,0-1 0,-1 0 0,1 0 0,0 0 0,0 0 0,0-1 0,0 1 0,1-1 0,-1 1 0,0-1 0,1 0 0,-1 1 0,1-1 0,3 1 0,11 4 0,0-1 0,31 5 0,-32-7 0,24 3 0,0-2 0,0-2 0,59-4 0,-13-1 0,-74 3 0,-1 0 0,0-1 0,1 0 0,-1-1 0,0-1 0,0 0 0,0 0 0,0-1 0,0 0 0,10-7 0,-14 7 0,1-1 0,-1-1 0,0 1 0,0-1 0,-1-1 0,0 1 0,0-1 0,0 0 0,-1 0 0,0-1 0,0 1 0,-1-1 0,5-13 0,-3 4 0,-1 0 0,0-1 0,-1 0 0,-1 0 0,1-24 0,-3 0 0,-5-50 0,4 82 0,-2 0 0,1 0 0,-1 0 0,-1 1 0,1-1 0,-2 0 0,1 1 0,-1 0 0,-1 0 0,0 0 0,0 0 0,-1 1 0,0 0 0,0 0 0,-1 1 0,1-1 0,-2 1 0,1 1 0,-1 0 0,0 0 0,-1 0 0,-9-4 0,-14-11 0,21 13 0,0 0 0,-1 1 0,0 0 0,0 1 0,0 0 0,-1 1 0,0 1 0,0 0 0,-21-4 0,-106-8 0,126 15 0,1-1 0,-1-1 0,-19-5 0,22 4 0,-1 1 0,1 1 0,-1 0 0,-13-1 0,21 3 0,-1 1 0,0-1 0,1 1 0,-1 0 0,1 0 0,-1 0 0,1 0 0,0 1 0,-1 0 0,1 0 0,0 0 0,0 0 0,0 1 0,-5 4 0,-9 9 0,0 1 0,1 2 0,0-1 0,2 2 0,0 0 0,1 1 0,-21 44 0,14-18 0,2 1 0,-23 93 0,40-134 0,0 0 0,1 0 0,0 0 0,0 0 0,1 1 0,-1-1 0,2 0 0,-1 1 0,2 7 0,-1-11 0,1 0 0,0 0 0,-1 0 0,1 0 0,0-1 0,1 1 0,-1 0 0,1-1 0,0 1 0,-1-1 0,1 0 0,1 0 0,-1 0 0,0-1 0,1 1 0,5 2 0,-1 0 6,1-2-1,-1 1 1,1-1-1,0 0 1,-1-1-1,15 3 1,12 2-1410,-24-4-5422</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3:21.410"/>
    </inkml:context>
    <inkml:brush xml:id="br0">
      <inkml:brushProperty name="width" value="0.035" units="cm"/>
      <inkml:brushProperty name="height" value="0.035" units="cm"/>
      <inkml:brushProperty name="color" value="#E71224"/>
    </inkml:brush>
  </inkml:definitions>
  <inkml:trace contextRef="#ctx0" brushRef="#br0">2895 0 24575,'7'6'0,"1"-1"0,-1 0 0,1-1 0,1 0 0,-1 0 0,1 0 0,-1-1 0,15 3 0,21 8 0,-5 3 0,21 8 0,0 3 0,76 48 0,-121-63 0,0 0 0,-1 1 0,0 0 0,-1 2 0,-1-1 0,-1 1 0,14 25 0,14 18 0,-9-15 0,32 62 0,9 19 0,21 43 0,38 129 0,-120-264 0,9 42 0,4 17 0,-15-66 0,-1 1 0,-2 1 0,0-1 0,0 30 0,-5 112 0,1 23 0,15 557 0,-18-496 0,-11 40 0,-9 6 0,19-269 0,-2 0 0,-2-1 0,-1 0 0,-22 56 0,6-18 0,-78 283 0,48-157 0,34-136 0,-2-2 0,-3 0 0,-44 71 0,31-59 0,17-24 0,-17 50 0,21-49 0,-27 50 0,13-44 0,-2-2 0,-45 50 0,15-20 0,1-8 0,40-47 0,-23 30 0,32-35 0,0 0 0,-1-2 0,0 1 0,-1-2 0,-1 0 0,-1-1 0,0 0 0,-34 19 0,-23 1 0,-143 43 0,187-68 0,-48 14 0,-1-4 0,-147 16 0,-19 2 0,7-2 0,209-30 0,0 1 0,1 1 0,-30 13 0,26-9 0,-59 12 0,-69 9 0,-30 5 0,118-26 0,-265 45 0,285-46 0,22-5 0,-52 17 0,40-9 30,0-1 0,-1-2 0,-78 7 0,-132-9-1515,237-8-5341</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3:27.897"/>
    </inkml:context>
    <inkml:brush xml:id="br0">
      <inkml:brushProperty name="width" value="0.035" units="cm"/>
      <inkml:brushProperty name="height" value="0.035" units="cm"/>
      <inkml:brushProperty name="color" value="#E71224"/>
    </inkml:brush>
  </inkml:definitions>
  <inkml:trace contextRef="#ctx0" brushRef="#br0">4497 1 24575,'-704'0'0,"685"0"0,-1 2 0,1 0 0,0 2 0,-1 0 0,-24 9 0,-89 41 0,72-27 0,26-10 0,-56 37 0,-9 5 0,29-25 0,16-7 0,-84 52 0,62-29 0,-41 30 0,104-68 0,0 0 0,1 1 0,0 1 0,1 0 0,-19 30 0,-22 40 0,-86 104 0,123-170 0,1 1 0,0 0 0,1 1 0,1 0 0,1 1 0,-11 28 0,4 5 0,-23 111 0,36-143 0,0 0 0,-2-1 0,0 0 0,-23 40 0,-57 76 0,60-96 0,-48 79 0,37-55 0,-81 101 0,-34 29 0,-26 28 0,85-113 0,-89 134 0,171-224 0,-30 45 0,-2-2 0,-95 103 0,76-113 0,49-43 0,0 2 0,1 0 0,1 1 0,-22 26 0,30-31 0,-1 1 0,-1 0 0,1-1 0,-1 0 0,-1-1 0,1 0 0,-1 0 0,-1 0 0,1-1 0,-1-1 0,-17 9 0,-62 21 0,-99 24 0,41-20 0,142-38 0,0 1 0,0 0 0,0-1 0,0 1 0,0 1 0,0-1 0,1 1 0,-7 5 0,6-5 0,1 0 0,-1 0 0,1-1 0,-1 1 0,0-1 0,0 0 0,0 0 0,-8 2 0,-43 5 0,44-8 0,-1 1 0,1 0 0,0 1 0,-1 0 0,1 0 0,0 1 0,-18 10 0,-71 48-1365,80-47-5461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3:36.860"/>
    </inkml:context>
    <inkml:brush xml:id="br0">
      <inkml:brushProperty name="width" value="0.035" units="cm"/>
      <inkml:brushProperty name="height" value="0.035" units="cm"/>
      <inkml:brushProperty name="color" value="#E71224"/>
    </inkml:brush>
  </inkml:definitions>
  <inkml:trace contextRef="#ctx0" brushRef="#br0">16 0 24575,'5'5'0,"2"6"0,-1 6 0,-1 10 0,-1 5 0,-7 7 0,-2 1 0,-1-1 0,-4-2 0,0-3 0,1-7-8191</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3:38.434"/>
    </inkml:context>
    <inkml:brush xml:id="br0">
      <inkml:brushProperty name="width" value="0.035" units="cm"/>
      <inkml:brushProperty name="height" value="0.035" units="cm"/>
      <inkml:brushProperty name="color" value="#E71224"/>
    </inkml:brush>
  </inkml:definitions>
  <inkml:trace contextRef="#ctx0" brushRef="#br0">0 0 24575,'5'0'0,"6"0"0,6 0 0,10 0 0,5 0 0,2 0 0,0 0 0,-1 0 0,-1 0 0,8 0 0,2 0 0,-6 0-8191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4:09.581"/>
    </inkml:context>
    <inkml:brush xml:id="br0">
      <inkml:brushProperty name="width" value="0.035" units="cm"/>
      <inkml:brushProperty name="height" value="0.035" units="cm"/>
      <inkml:brushProperty name="color" value="#E71224"/>
    </inkml:brush>
  </inkml:definitions>
  <inkml:trace contextRef="#ctx0" brushRef="#br0">318 743 24575,'11'5'0,"-1"0"0,1 1 0,-1 0 0,0 0 0,-1 1 0,0 0 0,14 14 0,-13-11 0,0-2 0,0 1 0,1-1 0,0-1 0,17 9 0,35 11 0,115 34 0,-157-56 0,1 0 0,0-1 0,0-2 0,0 0 0,0-1 0,0-1 0,0-1 0,0-1 0,32-8 0,-45 7 0,0 0 0,-1-1 0,1 0 0,-1 0 0,0-1 0,0 0 0,0-1 0,-1 0 0,0 0 0,0 0 0,0-1 0,-1 0 0,0 0 0,0-1 0,-1 0 0,0 0 0,8-17 0,-5 6 0,0-1 0,-1-1 0,-1 1 0,-1-1 0,-1 0 0,3-40 0,-6 48 0,2-20 0,-2 0 0,-6-62 0,3 86 0,1-1 0,-2 1 0,1-1 0,-1 1 0,-1 0 0,1 0 0,-1 0 0,-1 0 0,0 1 0,0 0 0,-1 0 0,0 0 0,0 1 0,-10-10 0,-44-34 0,20 18 0,-51-55 0,78 73 0,1 0 0,1-1 0,0-1 0,-9-19 0,17 31 0,1 1 0,-2-1 0,1 1 0,0 0 0,-1 0 0,1 0 0,-1 0 0,0 1 0,-1 0 0,1-1 0,-1 1 0,1 1 0,-1-1 0,0 1 0,0 0 0,0 0 0,0 0 0,0 1 0,0-1 0,-9 0 0,-10 0 0,0 1 0,0 1 0,-35 4 0,5-1 0,-52-3 0,57-2 0,0 3 0,-59 7 0,98-6 0,-1 1 0,0 0 0,0 1 0,1 0 0,0 0 0,0 1 0,0 0 0,0 1 0,-15 12 0,10-5 0,0 1 0,1 1 0,1 0 0,-18 25 0,26-32 0,0 0 0,1 1 0,0-1 0,1 1 0,0-1 0,0 1 0,1 0 0,0 0 0,1 1 0,-1 11 0,1-13 0,1-1 0,0 1 0,1-1 0,-1 0 0,1 1 0,1-1 0,0 0 0,0 0 0,0 0 0,0 0 0,1 0 0,1-1 0,5 10 0,18 19 0,-16-22 0,0 0 0,-1 2 0,0-1 0,-1 1 0,-1 1 0,0-1 0,10 30 0,-2 7 0,38 78 0,-52-124-62,1-1 0,0 0 0,0 0 0,0 0 0,1 0 0,-1 0 0,1-1 0,0 0 0,1 1 0,-1-1 0,1-1 0,0 1-1,0-1 1,0 0 0,0 0 0,0 0 0,1-1 0,-1 0 0,1 0 0,-1 0 0,10 1 0,10 0-6764</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4:15.680"/>
    </inkml:context>
    <inkml:brush xml:id="br0">
      <inkml:brushProperty name="width" value="0.035" units="cm"/>
      <inkml:brushProperty name="height" value="0.035" units="cm"/>
      <inkml:brushProperty name="color" value="#E71224"/>
    </inkml:brush>
  </inkml:definitions>
  <inkml:trace contextRef="#ctx0" brushRef="#br0">6912 0 24575,'26'0'0,"-1"2"0,1 1 0,-1 0 0,0 2 0,0 1 0,-1 1 0,1 2 0,-2 0 0,1 1 0,23 14 0,18 13 0,-1 2 0,73 61 0,-107-75 0,-1 2 0,0 1 0,-2 1 0,-2 1 0,0 1 0,19 35 0,-30-39 0,-2 0 0,0 1 0,10 43 0,14 34 0,-9-32 0,25 107 0,4 13 0,-22-95 0,83 227 0,-99-278 0,93 212 0,-99-234 0,0 2 0,-2-1 0,-1 2 0,10 55 0,5 116 0,-17-128 0,2 279 0,-9-252 0,-1-74 0,-1 1 0,-1-1 0,-1 0 0,-1-1 0,-1 1 0,-1-1 0,-2 0 0,0 0 0,-1-1 0,-1-1 0,-1 0 0,-26 36 0,27-42 0,-1 1 0,0-2 0,-1 0 0,-1 0 0,0-2 0,0 1 0,-30 17 0,-70 41 0,49-30 0,-131 63 0,182-99 0,0-1 0,-23 5 0,23-7 0,1 1 0,-1 1 0,-19 8 0,-109 52 0,-2-7 0,-3-7 0,-292 61 0,361-97 0,-1-1 0,-96 29 0,100-21 0,0-3 0,-1-3 0,-97 5 0,-234-11 0,191 4 0,26 0 0,130-8 0,-1 2 0,1 3 0,-60 18 0,-60 11 0,-34-10 0,-179 35 0,242-29 0,-266 27 0,170-46 0,-442 2 0,448-21 0,91 2 0,20-2 0,-229 25 0,273-8 0,32-4 0,-1-2 0,-62 0 0,80-8 0,1 2 0,-1 1 0,1 2 0,-48 12 0,49-7 0,-10 3 0,1-2 0,-2-2 0,-54 4 0,-440-10 67,276-5-1499,238 2-5394</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4:18.054"/>
    </inkml:context>
    <inkml:brush xml:id="br0">
      <inkml:brushProperty name="width" value="0.035" units="cm"/>
      <inkml:brushProperty name="height" value="0.035" units="cm"/>
      <inkml:brushProperty name="color" value="#E71224"/>
    </inkml:brush>
  </inkml:definitions>
  <inkml:trace contextRef="#ctx0" brushRef="#br0">0 1 24575,'0'14'0,"0"10"0,0 6 0,0 2 0,0 0 0,0 1 0,5-2 0,6 0 0,6-2 0,6-5 0,-3-2 0,-3 9 0,-5 1-8191</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4:19.355"/>
    </inkml:context>
    <inkml:brush xml:id="br0">
      <inkml:brushProperty name="width" value="0.035" units="cm"/>
      <inkml:brushProperty name="height" value="0.035" units="cm"/>
      <inkml:brushProperty name="color" value="#E71224"/>
    </inkml:brush>
  </inkml:definitions>
  <inkml:trace contextRef="#ctx0" brushRef="#br0">0 1 24575,'0'2'0,"1"1"0,-1-1 0,0 0 0,1 1 0,0-1 0,0 0 0,0 1 0,0-1 0,0 0 0,0 0 0,0 0 0,1 0 0,-1 0 0,1 0 0,-1 0 0,1-1 0,0 1 0,0 0 0,0-1 0,0 0 0,0 1 0,0-1 0,0 0 0,0 0 0,0 0 0,1 0 0,-1 0 0,0-1 0,1 1 0,4 0 0,10 2 0,0-1 0,0-1 0,24 0 0,-20-1 0,294 0 113,-126-2-1591,-160 2-5348</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4:58.426"/>
    </inkml:context>
    <inkml:brush xml:id="br0">
      <inkml:brushProperty name="width" value="0.035" units="cm"/>
      <inkml:brushProperty name="height" value="0.035" units="cm"/>
      <inkml:brushProperty name="color" value="#E71224"/>
    </inkml:brush>
  </inkml:definitions>
  <inkml:trace contextRef="#ctx0" brushRef="#br0">260 855 24575,'0'4'0,"0"0"0,0-1 0,1 1 0,-1 0 0,1-1 0,0 1 0,0-1 0,1 1 0,-1-1 0,1 0 0,-1 1 0,1-1 0,0 0 0,0 0 0,0 0 0,4 3 0,-1-1 0,1-1 0,-1 0 0,1 0 0,-1 0 0,1-1 0,0 0 0,0 0 0,10 3 0,3-1 0,0 0 0,1-2 0,0 0 0,-1-1 0,24 0 0,435-5 0,-460 3 0,1-1 0,-1 0 0,1-1 0,-1-1 0,0-1 0,18-6 0,-27 6 0,0 0 0,0 0 0,0-1 0,-1 0 0,1 0 0,-1-1 0,-1 0 0,1-1 0,-1 1 0,0-2 0,-1 1 0,12-16 0,-7 5 0,0 1 0,-2-1 0,0-1 0,0 0 0,-2 0 0,0-1 0,-2 1 0,0-1 0,-1-1 0,-1 1 0,-1 0 0,-1-37 0,-2 20 0,-1 0 0,-10-47 0,9 66 0,-2 1 0,0 1 0,-1-1 0,0 1 0,-2 0 0,0 0 0,-11-16 0,-23-34 0,21 32 0,0 2 0,-32-36 0,46 62 0,0-1 0,0 2 0,0-1 0,-1 1 0,0 0 0,0 1 0,0 0 0,0 0 0,-1 1 0,0 0 0,1 0 0,-1 1 0,0 0 0,-13 0 0,-14-1 0,0 2 0,-50 5 0,19 0 0,-28-4 0,42-1 0,0 2 0,-66 11 0,85-6 0,-59 18 0,78-18 0,0 1 0,0 0 0,1 0 0,-1 2 0,-23 18 0,20-13 0,1 2 0,1-1 0,0 2 0,2 0 0,-1 1 0,-14 27 0,21-32 0,1 1 0,1 0 0,0 0 0,1 0 0,0 1 0,1 0 0,1 0 0,0 0 0,2 1 0,-1 19 0,2-5 0,0 12 0,7 61 0,-5-90 0,0 0 0,1 0 0,1-1 0,0 1 0,0-1 0,2 0 0,-1 0 0,15 22 0,-11-25-16,0 1-1,0-2 0,0 1 1,1-1-1,1-1 1,-1 1-1,1-2 1,16 8-1,6 4-1199,-7-2-5610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5:03.926"/>
    </inkml:context>
    <inkml:brush xml:id="br0">
      <inkml:brushProperty name="width" value="0.035" units="cm"/>
      <inkml:brushProperty name="height" value="0.035" units="cm"/>
      <inkml:brushProperty name="color" value="#E71224"/>
    </inkml:brush>
  </inkml:definitions>
  <inkml:trace contextRef="#ctx0" brushRef="#br0">2783 33 24575,'0'-1'0,"-1"-1"0,1 1 0,0 0 0,-1 0 0,1 0 0,-1 0 0,1 0 0,-1 0 0,0 0 0,1 0 0,-1 1 0,0-1 0,0 0 0,0 0 0,1 0 0,-1 1 0,0-1 0,0 1 0,0-1 0,0 0 0,0 1 0,0 0 0,-1-1 0,1 1 0,0 0 0,0-1 0,0 1 0,-2 0 0,-37-5 0,33 4 0,-394-4 0,220 7 0,147 0 0,1 2 0,-59 14 0,21-4 0,23-4 0,-92 34 0,35-9 0,80-29 0,0-2 0,-40 3 0,49-6 0,0 0 0,0 0 0,0 2 0,0 0 0,0 1 0,1 0 0,-1 2 0,-25 12 0,-86 56 0,33-19 0,-86 66 0,125-82 0,40-30 0,1 0 0,0 1 0,1 1 0,0 0 0,1 1 0,0 0 0,0 1 0,-18 28 0,20-21 0,-14 37 0,-4 11 0,5-14 0,1 1 0,4 2 0,2-1 0,-12 74 0,20-72 0,3-1 0,3 1 0,5 72 0,-1-23 0,16 244 0,-11-232 0,-6-73 0,8 49 0,-3-69 0,1-1 0,1-1 0,1 1 0,2-2 0,20 36 0,-14-27 0,25 66 0,-18-36 0,-17-45 0,0-1 0,-1 1 0,-1 0 0,-1 0 0,4 32 0,-6 0 0,-2 0 0,-2 0 0,-16 88 0,17-133 0,-4 21 0,-11 37 0,13-53 0,-1 0 0,0-1 0,-1 0 0,1 0 0,-1 0 0,-1 0 0,-9 10 0,-4 2 0,0-1 0,-2-1 0,0 0 0,-29 17 0,36-27 0,0 0 0,-1 0 0,-1-2 0,1 0 0,-1-1 0,0 0 0,0-1 0,-19 2 0,-49-1-2,-101-5 0,78-2-1359,77 2-5465</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5:06.126"/>
    </inkml:context>
    <inkml:brush xml:id="br0">
      <inkml:brushProperty name="width" value="0.035" units="cm"/>
      <inkml:brushProperty name="height" value="0.035" units="cm"/>
      <inkml:brushProperty name="color" value="#E71224"/>
    </inkml:brush>
  </inkml:definitions>
  <inkml:trace contextRef="#ctx0" brushRef="#br0">398 229 24575,'-5'-5'0,"-1"-6"0,-5-7 0,-5-4 0,-4 1 0,-5 0 0,-2-2 0,-1 3 0,-1 5 0,0 6 0,0-2 0,0 2 0,0 3 0,0 1 0,-4-2 0,3-6 0,7 1-8191</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5:08.100"/>
    </inkml:context>
    <inkml:brush xml:id="br0">
      <inkml:brushProperty name="width" value="0.035" units="cm"/>
      <inkml:brushProperty name="height" value="0.035" units="cm"/>
      <inkml:brushProperty name="color" value="#E71224"/>
    </inkml:brush>
  </inkml:definitions>
  <inkml:trace contextRef="#ctx0" brushRef="#br0">388 1 24575,'5'4'0,"1"8"0,0 5 0,-1 14 0,-6 3 0,-13 0 0,-4-2 0,-4-5 0,-7-3 0,-9-6 0,-7 0 0,4 0 0,4 3 0,-1-2 0,5 0 0,0 7 0,0-2 0,5-4-8191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5:28.233"/>
    </inkml:context>
    <inkml:brush xml:id="br0">
      <inkml:brushProperty name="width" value="0.035" units="cm"/>
      <inkml:brushProperty name="height" value="0.035" units="cm"/>
      <inkml:brushProperty name="color" value="#E71224"/>
    </inkml:brush>
  </inkml:definitions>
  <inkml:trace contextRef="#ctx0" brushRef="#br0">72 741 24575,'4'-3'0,"-1"0"0,1 1 0,0-1 0,0 1 0,0 0 0,0 1 0,0-1 0,1 0 0,-1 1 0,0 0 0,1 0 0,7 0 0,-2 0 0,1 1 0,-1 0 0,0 0 0,15 3 0,3 4 0,33 11 0,8 3 0,-19-10 0,1-2 0,1-2 0,100-1 0,-87-6 0,73-2 0,-131 1 0,-1 0 0,0 0 0,0 0 0,0-1 0,0 1 0,0-2 0,0 1 0,0-1 0,-1 0 0,1 0 0,-1 0 0,0-1 0,0 0 0,0 0 0,-1 0 0,1 0 0,4-7 0,-4 4 0,0 0 0,-1 0 0,0 0 0,0-1 0,-1 0 0,0 0 0,0 0 0,-1 0 0,0 0 0,-1 0 0,1 0 0,-1-12 0,0 9 0,0-1 0,1 1 0,0 0 0,1 0 0,0 0 0,0 0 0,8-15 0,-7 17 0,-1 0 0,0-1 0,-1 1 0,0 0 0,-1-1 0,1 1 0,-2-1 0,0 1 0,0-1 0,0 1 0,-1-1 0,-1 1 0,1 0 0,-7-17 0,3 12 0,-1 0 0,0 0 0,-1 0 0,-1 1 0,0 0 0,-1 1 0,0 0 0,-18-18 0,20 24 0,0 1 0,0-1 0,-1 2 0,0-1 0,1 1 0,-12-4 0,9 3 0,-1 0 0,1 0 0,-10-8 0,-25-22 0,-2 2 0,-53-29 0,84 56 0,1-1 0,-1 2 0,0 0 0,-1 1 0,1 1 0,-1 1 0,-26-2 0,-121 10 0,143-5 0,10 1 0,0-1 0,1 1 0,-1 1 0,0-1 0,1 2 0,0 0 0,0 0 0,-14 8 0,19-9 0,0 0 0,0 1 0,0-1 0,0 1 0,1 0 0,0 1 0,-1-1 0,2 1 0,-1-1 0,0 1 0,1 0 0,0 1 0,0-1 0,0 1 0,1-1 0,-3 11 0,-43 232 0,25-95 0,13-99 0,8-36 0,-1-1 0,-1 0 0,0 1 0,-12 26 0,5-21-1365,2-2-5461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5:34.222"/>
    </inkml:context>
    <inkml:brush xml:id="br0">
      <inkml:brushProperty name="width" value="0.035" units="cm"/>
      <inkml:brushProperty name="height" value="0.035" units="cm"/>
      <inkml:brushProperty name="color" value="#E71224"/>
    </inkml:brush>
  </inkml:definitions>
  <inkml:trace contextRef="#ctx0" brushRef="#br0">9346 1 24575,'42'-1'0,"1"3"0,-1 1 0,70 16 0,168 45 0,-146-15 0,-103-36 0,2 0 0,-1-3 0,54 12 0,-39-13 0,1 3 0,-2 2 0,59 26 0,-33-12 0,-48-17 0,1 2 0,-2 0 0,0 2 0,0 1 0,-1 1 0,38 38 0,-26-24 0,44 31 0,-34-32 0,-2 2 0,0 2 0,39 43 0,-69-62 0,0 0 0,13 25 0,3 3 0,-14-21 0,-1 1 0,20 47 0,-1 0 0,-12-32 0,100 183 0,-109-204 0,0 0 0,-2 0 0,0 1 0,-1 1 0,-1-1 0,0 1 0,-2 1 0,7 39 0,-11 216 0,-5-123 0,5-34 0,-2 136 0,-1-228 0,-2 0 0,-1-1 0,0 1 0,-2-1 0,-1 0 0,-1-1 0,-1 1 0,-1-2 0,-20 31 0,-15 16 0,-86 100 0,82-109 0,-141 157 0,120-140 0,-67 67 0,109-119 0,-1 0 0,-1-2 0,-38 22 0,-100 51 0,-157 96 0,18 27 0,233-158 0,5-2 0,-153 99 0,-19-32 0,84-47 0,115-60 0,-77 26 0,76-32 0,1 3 0,-44 23 0,-194 87 0,246-113 0,-65 26 0,-142 61 0,73-32 0,-7 3 0,-102 54 0,156-67 0,-148 95 0,224-126 0,-41 26 0,-91 52 0,5-1 0,87-51 0,-20 21 0,58-39 0,-239 172 0,193-142 0,-240 154 0,15-51 0,247-132 0,-102 69 0,-40 22 0,-242 115 0,392-210 0,-1-3 0,-1-2 0,-2-4 0,-79 19 0,29-7 0,-56 13 0,-165 30 0,313-72 0,0-1 0,-1-1 0,-51 2 0,-83-8 0,64-2 0,-1074 3 0,1063-5 0,-154-28 0,161 18 0,28 4 0,9 1 0,-93-3 0,-330 15 0,478-1 0,1 0 0,-1 1 0,1 0 0,0 1 0,0-1 0,0 2 0,0-1 0,0 1 0,1 0 0,0 1 0,0 0 0,-7 6 0,-38 21 0,34-25-170,-1 0-1,0-1 0,0-1 1,-1-1-1,0 0 0,1-2 1,-40 1-1,21-3-6655</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5:36.123"/>
    </inkml:context>
    <inkml:brush xml:id="br0">
      <inkml:brushProperty name="width" value="0.035" units="cm"/>
      <inkml:brushProperty name="height" value="0.035" units="cm"/>
      <inkml:brushProperty name="color" value="#E71224"/>
    </inkml:brush>
  </inkml:definitions>
  <inkml:trace contextRef="#ctx0" brushRef="#br0">1 1 24575,'0'4'0,"0"8"0,0 9 0,4 8 0,3 3 0,-1 5 0,-1 2 0,-2-1 0,-1-3 0,-1-2 0,0-1 0,4-7 0,1-8-8191</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5:37.146"/>
    </inkml:context>
    <inkml:brush xml:id="br0">
      <inkml:brushProperty name="width" value="0.035" units="cm"/>
      <inkml:brushProperty name="height" value="0.035" units="cm"/>
      <inkml:brushProperty name="color" value="#E71224"/>
    </inkml:brush>
  </inkml:definitions>
  <inkml:trace contextRef="#ctx0" brushRef="#br0">1 202 24575,'0'-5'0,"4"-6"0,8-2 0,19-3 0,25-4 0,17-3 0,5 3 0,0-1 0,-10-1 0,-10 3 0,-11 5 0,-9 4 0,-5 5 0,-9 3-8191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6:14.904"/>
    </inkml:context>
    <inkml:brush xml:id="br0">
      <inkml:brushProperty name="width" value="0.035" units="cm"/>
      <inkml:brushProperty name="height" value="0.035" units="cm"/>
      <inkml:brushProperty name="color" value="#E71224"/>
    </inkml:brush>
  </inkml:definitions>
  <inkml:trace contextRef="#ctx0" brushRef="#br0">632 26 24575,'0'-1'0,"0"1"0,1-1 0,-1 0 0,1 0 0,-1 0 0,1 0 0,-1 1 0,1-1 0,-1 0 0,1 1 0,0-1 0,0 0 0,-1 1 0,1-1 0,0 1 0,0-1 0,0 1 0,-1-1 0,1 1 0,0 0 0,0-1 0,0 1 0,0 0 0,1-1 0,28-5 0,-27 6 0,13-2 0,1 0 0,-1 2 0,0 0 0,0 1 0,0 0 0,24 6 0,95 32 0,-83-21 0,-24-9 0,0 1 0,0 2 0,-1 1 0,-1 1 0,0 1 0,-1 1 0,25 21 0,-39-28 0,-1 1 0,1 0 0,-2 0 0,1 1 0,-2 0 0,1 1 0,-2 0 0,1 0 0,-2 1 0,0 0 0,0 0 0,-1 0 0,-1 1 0,0-1 0,0 1 0,1 27 0,-4-31 0,1 18 0,-2 0 0,-4 48 0,3-68 0,0 0 0,-1 0 0,-1 0 0,1 0 0,-1-1 0,0 1 0,-1-1 0,0 1 0,0-1 0,0 0 0,-1-1 0,0 1 0,-10 9 0,-17 16 0,20-19 0,0-1 0,-25 18 0,32-27 0,-1 1 0,0-1 0,0 0 0,0-1 0,0 1 0,-1-1 0,1 0 0,-1-1 0,1 0 0,-12 1 0,-72 11 0,59-8 0,-45 3 0,-394-9 0,458 1 0,0-1 0,1 0 0,-1-1 0,1 0 0,-1 0 0,1-2 0,0 1 0,0-1 0,-12-7 0,5 1 0,1-1 0,0-1 0,1 0 0,-21-21 0,-56-44 0,-12-14 0,100 86 0,0-1 0,1 0 0,0 0 0,1 0 0,-1 0 0,1-1 0,0 1 0,1-1 0,0 0 0,0 1 0,0-1 0,1 0 0,0-1 0,0 1 0,0 0 0,1 0 0,0 0 0,1 0 0,0 0 0,2-10 0,0 1 0,1 0 0,1 1 0,0-1 0,1 1 0,1 1 0,0-1 0,17-24 0,-7 15 0,-3 3 0,1 1 0,20-22 0,-29 36 0,0 1 0,0 0 0,1 0 0,-1 0 0,1 1 0,0 0 0,0 0 0,1 1 0,-1-1 0,16-3 0,8 0 0,193-52 0,-191 49-1365,-2 3-5461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6:19.817"/>
    </inkml:context>
    <inkml:brush xml:id="br0">
      <inkml:brushProperty name="width" value="0.035" units="cm"/>
      <inkml:brushProperty name="height" value="0.035" units="cm"/>
      <inkml:brushProperty name="color" value="#E71224"/>
    </inkml:brush>
  </inkml:definitions>
  <inkml:trace contextRef="#ctx0" brushRef="#br0">6770 3 24575,'72'-1'0,"-32"-1"0,0 2 0,-1 2 0,1 1 0,0 2 0,46 12 0,-33-1 0,82 23 0,-97-30 0,-1 2 0,0 1 0,-1 2 0,0 1 0,-1 2 0,34 22 0,-53-26 0,-1 1 0,0 0 0,0 0 0,-2 2 0,0 0 0,17 27 0,-17-23 0,1-1 0,1-1 0,0 0 0,27 23 0,2-5 0,-2 1 0,-1 3 0,-2 2 0,51 68 0,-73-82 0,-1 1 0,18 42 0,-7-13 0,-14-29 0,-1 2 0,-2 0 0,-1 0 0,-1 0 0,-1 1 0,3 52 0,-8 200 0,-4-147 0,2-130 0,1 33 0,-2 0 0,-1 0 0,-2-1 0,-17 72 0,12-82 0,0 6 0,-2-1 0,-2 0 0,-21 38 0,-10 9 0,-98 162 0,115-202 0,-2-1 0,-2-2 0,-62 59 0,45-54 0,-2-2 0,-2-2 0,-2-3 0,-1-2 0,-99 45 0,121-65 0,-196 91 0,185-82 0,1 2 0,0 3 0,-37 31 0,14-9 0,-1-4 0,-83 43 0,135-80 0,-56 36 0,-84 70 0,96-68 0,-3-3 0,-70 40 0,-207 101 0,5-7 0,146-67 0,118-67 0,-115 55 0,67-47 0,-424 172 0,414-179 0,-1-6 0,-177 31 0,96-31 0,-107 16 0,303-54 0,-552 80 0,276-49 0,277-31 0,-150 22 0,84-11 0,-103 28 0,20-8 0,110-24 0,0 2 0,-62 20 0,13 6 0,-166 83 0,-16 9 0,43-22 0,17-8 0,52-25 0,101-36 0,52-26 0,-1 0 0,0-2 0,-1 0 0,0-1 0,-34 8 0,29-10-1365,2 0-5461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6:23.168"/>
    </inkml:context>
    <inkml:brush xml:id="br0">
      <inkml:brushProperty name="width" value="0.035" units="cm"/>
      <inkml:brushProperty name="height" value="0.035" units="cm"/>
      <inkml:brushProperty name="color" value="#E71224"/>
    </inkml:brush>
  </inkml:definitions>
  <inkml:trace contextRef="#ctx0" brushRef="#br0">0 0 24575,'0'5'0,"5"7"0,1 5 0,5 5 0,5-1 0,4 5 0,0 4 0,5-4 0,4-2 0,-4 1 0,-5 5 0,-7 2 0,-5 1 0,-4-6-8191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6:25.244"/>
    </inkml:context>
    <inkml:brush xml:id="br0">
      <inkml:brushProperty name="width" value="0.035" units="cm"/>
      <inkml:brushProperty name="height" value="0.035" units="cm"/>
      <inkml:brushProperty name="color" value="#E71224"/>
    </inkml:brush>
  </inkml:definitions>
  <inkml:trace contextRef="#ctx0" brushRef="#br0">0 136 24575,'0'-4'0,"5"-3"0,6 1 0,6 1 0,5 2 0,4 1 0,7 1 0,2 0 0,0 1 0,5 0 0,-1 1 0,-2-6 0,-2-6 0,2-1 0,-5-4 0,7-3 0,10-4 0,-2 2-8191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6:57.140"/>
    </inkml:context>
    <inkml:brush xml:id="br0">
      <inkml:brushProperty name="width" value="0.035" units="cm"/>
      <inkml:brushProperty name="height" value="0.035" units="cm"/>
      <inkml:brushProperty name="color" value="#E71224"/>
    </inkml:brush>
  </inkml:definitions>
  <inkml:trace contextRef="#ctx0" brushRef="#br0">0 1 24575,'0'1160'-1365,"0"-1115"-5461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21T11:47:12.291"/>
    </inkml:context>
    <inkml:brush xml:id="br0">
      <inkml:brushProperty name="width" value="0.035" units="cm"/>
      <inkml:brushProperty name="height" value="0.035" units="cm"/>
      <inkml:brushProperty name="color" value="#E71224"/>
    </inkml:brush>
  </inkml:definitions>
  <inkml:trace contextRef="#ctx0" brushRef="#br0">52 679 24575,'2388'0'0,"-2354"-3"0,0 0 0,0-3 0,-1 0 0,64-23 0,-5 3 0,-49 17 0,56-5 0,-65 11 0,0-2 0,0-1 0,40-13 0,-38 8 0,0 2 0,1 1 0,-1 2 0,1 1 0,1 2 0,56 3 0,20 0 0,-21-1 0,-1 5 0,138 21 0,6 8 0,-150-21 0,23 1 0,-24-5 0,157 36 0,-131-21 0,-52-15 0,0-3 0,0-3 0,68-5 0,-8 1 0,989 2 0,-1088-2 0,0 0 0,0-1 0,0-1 0,38-13 0,-35 9 0,-1 2 0,1 0 0,33-2 0,47 4 0,46-4 0,206-38 0,-329 42 0,1-2 0,29-10 0,-29 8 0,0 1 0,31-5 0,76-2 0,86-12 0,-2-21 0,-170 35 0,0 2 0,73-4 0,-21 3 0,-72 7 0,37-5 0,-1-3 0,70-21 0,-97 22 0,1 2 0,0 2 0,0 1 0,43-1 0,159 8 0,-94 2 0,2021-3 0,-1914 15 0,-11-1 0,389-15 0,-359-21 0,-185 12 0,202-32 0,-26 3 0,-74 14 0,351-30 0,-150 11 0,-34 2 0,-241 34 0,501-17 0,332 26 0,-932-1 0,0 0 0,1 0 0,30 5 0,-44-5 0,1 1 0,-1 0 0,0 0 0,0 0 0,0 0 0,0 0 0,1 0 0,-2 1 0,1 0 0,0-1 0,0 1 0,0 0 0,-1 0 0,1 1 0,-1-1 0,0 0 0,0 1 0,0 0 0,0-1 0,2 4 0,2 10 0,-1 0 0,-1 1 0,0-1 0,2 22 0,3 15 0,-5-36 0,13 59 0,-2 2 0,6 120 0,0 90 0,-20-283 0,0 1 0,-1-1 0,0 1 0,0-1 0,0 0 0,-1 1 0,0-1 0,0 0 0,0 0 0,-1 0 0,1 1 0,-1-1 0,0-1 0,-3 6 0,-2-1 0,1-1 0,-1 1 0,-1-1 0,1-1 0,-1 1 0,-9 5 0,-22 19 0,10-8 0,-51 34 0,69-51 0,-1-1 0,1 0 0,-1-1 0,0-1 0,-1 0 0,1 0 0,-1-1 0,-20 2 0,-211-4 0,111-5 0,-3424 5 0,3483 2 0,-113 22 0,62-7 0,-47 11 0,-36 4 0,-119 9 0,191-21 0,-223 6 0,-1622-29 0,1090 3 0,843 2 0,0 1 0,-70 17 0,-42 5 0,45-21 0,79-6 0,1 2 0,0 2 0,0 2 0,-58 14 0,61-11 0,0 0 0,0-2 0,-61 3 0,-99-10 0,71-2 0,-2598 3 0,2625 5 0,-116 19 0,41-2 0,123-15 0,-72 20 0,17-2 0,60-17 0,4 1 0,0-3 0,-1-1 0,-38 0 0,15-3 0,0 2 0,-69 15 0,114-16 0,1 2 0,-29 11 0,29-10 0,0 0 0,0-1 0,-19 4 0,-346 21 0,347-29 0,-872 6 0,520-9 0,-657 2-1365,1012 0-5461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2E20C29-F432-456F-A406-348B5574B4C5}" type="datetimeFigureOut">
              <a:rPr lang="en-IN" smtClean="0"/>
              <a:t>02-07-2026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82DDF1-A77C-4C4D-8719-67417F0CAC18}" type="slidenum">
              <a:rPr lang="en-IN" smtClean="0"/>
              <a:t>‹#›</a:t>
            </a:fld>
            <a:endParaRPr lang="en-IN"/>
          </a:p>
        </p:txBody>
      </p:sp>
    </p:spTree>
    <p:extLst>
      <p:ext uri="{BB962C8B-B14F-4D97-AF65-F5344CB8AC3E}">
        <p14:creationId xmlns:p14="http://schemas.microsoft.com/office/powerpoint/2010/main" val="40938044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B82DDF1-A77C-4C4D-8719-67417F0CAC18}" type="slidenum">
              <a:rPr lang="en-IN" smtClean="0"/>
              <a:t>20</a:t>
            </a:fld>
            <a:endParaRPr lang="en-IN"/>
          </a:p>
        </p:txBody>
      </p:sp>
    </p:spTree>
    <p:extLst>
      <p:ext uri="{BB962C8B-B14F-4D97-AF65-F5344CB8AC3E}">
        <p14:creationId xmlns:p14="http://schemas.microsoft.com/office/powerpoint/2010/main" val="2723565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B82DDF1-A77C-4C4D-8719-67417F0CAC18}" type="slidenum">
              <a:rPr lang="en-IN" smtClean="0"/>
              <a:t>29</a:t>
            </a:fld>
            <a:endParaRPr lang="en-IN"/>
          </a:p>
        </p:txBody>
      </p:sp>
    </p:spTree>
    <p:extLst>
      <p:ext uri="{BB962C8B-B14F-4D97-AF65-F5344CB8AC3E}">
        <p14:creationId xmlns:p14="http://schemas.microsoft.com/office/powerpoint/2010/main" val="19895994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B82DDF1-A77C-4C4D-8719-67417F0CAC18}" type="slidenum">
              <a:rPr lang="en-IN" smtClean="0"/>
              <a:t>31</a:t>
            </a:fld>
            <a:endParaRPr lang="en-IN"/>
          </a:p>
        </p:txBody>
      </p:sp>
    </p:spTree>
    <p:extLst>
      <p:ext uri="{BB962C8B-B14F-4D97-AF65-F5344CB8AC3E}">
        <p14:creationId xmlns:p14="http://schemas.microsoft.com/office/powerpoint/2010/main" val="20017526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B82DDF1-A77C-4C4D-8719-67417F0CAC18}" type="slidenum">
              <a:rPr lang="en-IN" smtClean="0"/>
              <a:t>32</a:t>
            </a:fld>
            <a:endParaRPr lang="en-IN"/>
          </a:p>
        </p:txBody>
      </p:sp>
    </p:spTree>
    <p:extLst>
      <p:ext uri="{BB962C8B-B14F-4D97-AF65-F5344CB8AC3E}">
        <p14:creationId xmlns:p14="http://schemas.microsoft.com/office/powerpoint/2010/main" val="35716344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EC05-7B3F-32DE-AC61-0A70A745BA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C03933-477E-0ADD-2827-0026F6BCF4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ACA85E-D574-F129-43BB-63C50AC17737}"/>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F4736A6-A945-B5A3-5AAA-861AE0887702}"/>
              </a:ext>
            </a:extLst>
          </p:cNvPr>
          <p:cNvSpPr>
            <a:spLocks noGrp="1"/>
          </p:cNvSpPr>
          <p:nvPr>
            <p:ph type="sldNum" sz="quarter" idx="5"/>
          </p:nvPr>
        </p:nvSpPr>
        <p:spPr/>
        <p:txBody>
          <a:bodyPr/>
          <a:lstStyle/>
          <a:p>
            <a:fld id="{4B82DDF1-A77C-4C4D-8719-67417F0CAC18}" type="slidenum">
              <a:rPr lang="en-IN" smtClean="0"/>
              <a:t>33</a:t>
            </a:fld>
            <a:endParaRPr lang="en-IN"/>
          </a:p>
        </p:txBody>
      </p:sp>
    </p:spTree>
    <p:extLst>
      <p:ext uri="{BB962C8B-B14F-4D97-AF65-F5344CB8AC3E}">
        <p14:creationId xmlns:p14="http://schemas.microsoft.com/office/powerpoint/2010/main" val="2389788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181B2-3A00-BBA0-1B71-300F540BD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BDC49-F11B-9730-31DF-0C2186CBB9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6D4AFC-7EB0-F7CD-A1EE-1F742D81FB9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6825873-5617-DA4F-9B33-11B6029D2265}"/>
              </a:ext>
            </a:extLst>
          </p:cNvPr>
          <p:cNvSpPr>
            <a:spLocks noGrp="1"/>
          </p:cNvSpPr>
          <p:nvPr>
            <p:ph type="sldNum" sz="quarter" idx="5"/>
          </p:nvPr>
        </p:nvSpPr>
        <p:spPr/>
        <p:txBody>
          <a:bodyPr/>
          <a:lstStyle/>
          <a:p>
            <a:fld id="{4B82DDF1-A77C-4C4D-8719-67417F0CAC18}" type="slidenum">
              <a:rPr lang="en-IN" smtClean="0"/>
              <a:t>35</a:t>
            </a:fld>
            <a:endParaRPr lang="en-IN"/>
          </a:p>
        </p:txBody>
      </p:sp>
    </p:spTree>
    <p:extLst>
      <p:ext uri="{BB962C8B-B14F-4D97-AF65-F5344CB8AC3E}">
        <p14:creationId xmlns:p14="http://schemas.microsoft.com/office/powerpoint/2010/main" val="3902188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4B82DDF1-A77C-4C4D-8719-67417F0CAC18}" type="slidenum">
              <a:rPr lang="en-IN" smtClean="0"/>
              <a:t>52</a:t>
            </a:fld>
            <a:endParaRPr lang="en-IN"/>
          </a:p>
        </p:txBody>
      </p:sp>
    </p:spTree>
    <p:extLst>
      <p:ext uri="{BB962C8B-B14F-4D97-AF65-F5344CB8AC3E}">
        <p14:creationId xmlns:p14="http://schemas.microsoft.com/office/powerpoint/2010/main" val="33476398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BB417-A8FA-38A0-E1EB-D412A99177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67019D-A3F8-E582-DE7D-3FA6B1FDB1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84894D-2D6A-FF83-9F80-9E3D832B9CE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5D70303-AFCA-47F7-CF5B-BF61B738BD56}"/>
              </a:ext>
            </a:extLst>
          </p:cNvPr>
          <p:cNvSpPr>
            <a:spLocks noGrp="1"/>
          </p:cNvSpPr>
          <p:nvPr>
            <p:ph type="sldNum" sz="quarter" idx="5"/>
          </p:nvPr>
        </p:nvSpPr>
        <p:spPr/>
        <p:txBody>
          <a:bodyPr/>
          <a:lstStyle/>
          <a:p>
            <a:fld id="{4B82DDF1-A77C-4C4D-8719-67417F0CAC18}" type="slidenum">
              <a:rPr lang="en-IN" smtClean="0"/>
              <a:t>53</a:t>
            </a:fld>
            <a:endParaRPr lang="en-IN"/>
          </a:p>
        </p:txBody>
      </p:sp>
    </p:spTree>
    <p:extLst>
      <p:ext uri="{BB962C8B-B14F-4D97-AF65-F5344CB8AC3E}">
        <p14:creationId xmlns:p14="http://schemas.microsoft.com/office/powerpoint/2010/main" val="24186789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DDD7B-BCA5-F485-704A-BD8621F05B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46BA31-3349-BF55-5C69-563C323619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FB363D-DB7C-5CDA-9308-6685DA25CC0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5E2CDCD-0910-4419-34F1-78888AC4E23D}"/>
              </a:ext>
            </a:extLst>
          </p:cNvPr>
          <p:cNvSpPr>
            <a:spLocks noGrp="1"/>
          </p:cNvSpPr>
          <p:nvPr>
            <p:ph type="sldNum" sz="quarter" idx="5"/>
          </p:nvPr>
        </p:nvSpPr>
        <p:spPr/>
        <p:txBody>
          <a:bodyPr/>
          <a:lstStyle/>
          <a:p>
            <a:fld id="{4B82DDF1-A77C-4C4D-8719-67417F0CAC18}" type="slidenum">
              <a:rPr lang="en-IN" smtClean="0"/>
              <a:t>54</a:t>
            </a:fld>
            <a:endParaRPr lang="en-IN"/>
          </a:p>
        </p:txBody>
      </p:sp>
    </p:spTree>
    <p:extLst>
      <p:ext uri="{BB962C8B-B14F-4D97-AF65-F5344CB8AC3E}">
        <p14:creationId xmlns:p14="http://schemas.microsoft.com/office/powerpoint/2010/main" val="33034916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52B53-FCC2-9319-7A07-9230ADE53E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0F62E1-A608-787A-B90B-53170AC884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ACCFF7-2716-038F-6AAA-5A643C7862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3E9D66-85D1-7C29-9C35-B44E1981676D}"/>
              </a:ext>
            </a:extLst>
          </p:cNvPr>
          <p:cNvSpPr>
            <a:spLocks noGrp="1"/>
          </p:cNvSpPr>
          <p:nvPr>
            <p:ph type="sldNum" sz="quarter" idx="5"/>
          </p:nvPr>
        </p:nvSpPr>
        <p:spPr/>
        <p:txBody>
          <a:bodyPr/>
          <a:lstStyle/>
          <a:p>
            <a:fld id="{4B82DDF1-A77C-4C4D-8719-67417F0CAC18}" type="slidenum">
              <a:rPr lang="en-IN" smtClean="0"/>
              <a:t>55</a:t>
            </a:fld>
            <a:endParaRPr lang="en-IN"/>
          </a:p>
        </p:txBody>
      </p:sp>
    </p:spTree>
    <p:extLst>
      <p:ext uri="{BB962C8B-B14F-4D97-AF65-F5344CB8AC3E}">
        <p14:creationId xmlns:p14="http://schemas.microsoft.com/office/powerpoint/2010/main" val="29050513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26995E-9E2C-9905-5AC6-2756FD21BE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86E56D-1115-B3A0-5805-3AED6E5059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9AC3A-D144-304B-A7EB-DE3B6BB427F1}"/>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D3A5DBF-853C-C7CE-3CE3-FF263E248C43}"/>
              </a:ext>
            </a:extLst>
          </p:cNvPr>
          <p:cNvSpPr>
            <a:spLocks noGrp="1"/>
          </p:cNvSpPr>
          <p:nvPr>
            <p:ph type="sldNum" sz="quarter" idx="5"/>
          </p:nvPr>
        </p:nvSpPr>
        <p:spPr/>
        <p:txBody>
          <a:bodyPr/>
          <a:lstStyle/>
          <a:p>
            <a:fld id="{4B82DDF1-A77C-4C4D-8719-67417F0CAC18}" type="slidenum">
              <a:rPr lang="en-IN" smtClean="0"/>
              <a:t>56</a:t>
            </a:fld>
            <a:endParaRPr lang="en-IN"/>
          </a:p>
        </p:txBody>
      </p:sp>
    </p:spTree>
    <p:extLst>
      <p:ext uri="{BB962C8B-B14F-4D97-AF65-F5344CB8AC3E}">
        <p14:creationId xmlns:p14="http://schemas.microsoft.com/office/powerpoint/2010/main" val="26986059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A7B6B-100B-F8BA-A3B5-F1A684ADE7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EAFF55-BF09-A89B-AD7F-026707582D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08DECD-D27D-0D58-F508-309FA6412F4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7BE6BEB-C4B8-652B-B2D8-18DC88423638}"/>
              </a:ext>
            </a:extLst>
          </p:cNvPr>
          <p:cNvSpPr>
            <a:spLocks noGrp="1"/>
          </p:cNvSpPr>
          <p:nvPr>
            <p:ph type="sldNum" sz="quarter" idx="5"/>
          </p:nvPr>
        </p:nvSpPr>
        <p:spPr/>
        <p:txBody>
          <a:bodyPr/>
          <a:lstStyle/>
          <a:p>
            <a:fld id="{4B82DDF1-A77C-4C4D-8719-67417F0CAC18}" type="slidenum">
              <a:rPr lang="en-IN" smtClean="0"/>
              <a:t>57</a:t>
            </a:fld>
            <a:endParaRPr lang="en-IN"/>
          </a:p>
        </p:txBody>
      </p:sp>
    </p:spTree>
    <p:extLst>
      <p:ext uri="{BB962C8B-B14F-4D97-AF65-F5344CB8AC3E}">
        <p14:creationId xmlns:p14="http://schemas.microsoft.com/office/powerpoint/2010/main" val="25745234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1A85E-BB29-572D-831C-ACA1ACCFEF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332185BC-3F59-FC9F-ACC3-2996D7CEE4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70B5AEB-8789-CFE0-5267-644A68EDE9A0}"/>
              </a:ext>
            </a:extLst>
          </p:cNvPr>
          <p:cNvSpPr>
            <a:spLocks noGrp="1"/>
          </p:cNvSpPr>
          <p:nvPr>
            <p:ph type="dt" sz="half" idx="10"/>
          </p:nvPr>
        </p:nvSpPr>
        <p:spPr/>
        <p:txBody>
          <a:bodyPr/>
          <a:lstStyle/>
          <a:p>
            <a:fld id="{28F98766-0D81-4D1F-9143-752D5B757B9E}" type="datetime1">
              <a:rPr lang="en-IN" smtClean="0"/>
              <a:t>02-07-2026</a:t>
            </a:fld>
            <a:endParaRPr lang="en-IN"/>
          </a:p>
        </p:txBody>
      </p:sp>
      <p:sp>
        <p:nvSpPr>
          <p:cNvPr id="5" name="Footer Placeholder 4">
            <a:extLst>
              <a:ext uri="{FF2B5EF4-FFF2-40B4-BE49-F238E27FC236}">
                <a16:creationId xmlns:a16="http://schemas.microsoft.com/office/drawing/2014/main" id="{2F343DA2-B665-3443-2D25-506CD1E96DD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6C69A1F-8BD5-24B5-FFFA-565C2C3EE6FC}"/>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16683539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D9B93-CBEA-70B9-8C89-8CF65DA3F05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158264D-956A-4CD5-27AA-E5BC823157F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3B668F7-0F3E-9145-24D4-75D735324DFF}"/>
              </a:ext>
            </a:extLst>
          </p:cNvPr>
          <p:cNvSpPr>
            <a:spLocks noGrp="1"/>
          </p:cNvSpPr>
          <p:nvPr>
            <p:ph type="dt" sz="half" idx="10"/>
          </p:nvPr>
        </p:nvSpPr>
        <p:spPr/>
        <p:txBody>
          <a:bodyPr/>
          <a:lstStyle/>
          <a:p>
            <a:fld id="{4BAF90C2-22F9-4683-8444-28051B68FE28}" type="datetime1">
              <a:rPr lang="en-IN" smtClean="0"/>
              <a:t>02-07-2026</a:t>
            </a:fld>
            <a:endParaRPr lang="en-IN"/>
          </a:p>
        </p:txBody>
      </p:sp>
      <p:sp>
        <p:nvSpPr>
          <p:cNvPr id="5" name="Footer Placeholder 4">
            <a:extLst>
              <a:ext uri="{FF2B5EF4-FFF2-40B4-BE49-F238E27FC236}">
                <a16:creationId xmlns:a16="http://schemas.microsoft.com/office/drawing/2014/main" id="{284AEC08-2E07-5A66-BB8A-10B4B90A5A3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4CFD915-C90F-05AD-3AD9-4FCBC9B3EF4C}"/>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18866017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B4B727-883A-BBCF-F396-76ECE9780C4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B9441D24-B608-F342-2A4C-07B78338B13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13EFFD2-D0E6-F0B1-DCC4-4950BB9DDD4B}"/>
              </a:ext>
            </a:extLst>
          </p:cNvPr>
          <p:cNvSpPr>
            <a:spLocks noGrp="1"/>
          </p:cNvSpPr>
          <p:nvPr>
            <p:ph type="dt" sz="half" idx="10"/>
          </p:nvPr>
        </p:nvSpPr>
        <p:spPr/>
        <p:txBody>
          <a:bodyPr/>
          <a:lstStyle/>
          <a:p>
            <a:fld id="{4326F38D-CFF5-46F5-944F-87FC6F82CF3B}" type="datetime1">
              <a:rPr lang="en-IN" smtClean="0"/>
              <a:t>02-07-2026</a:t>
            </a:fld>
            <a:endParaRPr lang="en-IN"/>
          </a:p>
        </p:txBody>
      </p:sp>
      <p:sp>
        <p:nvSpPr>
          <p:cNvPr id="5" name="Footer Placeholder 4">
            <a:extLst>
              <a:ext uri="{FF2B5EF4-FFF2-40B4-BE49-F238E27FC236}">
                <a16:creationId xmlns:a16="http://schemas.microsoft.com/office/drawing/2014/main" id="{980BDE21-2582-EE45-9E0B-11DE6ABA57E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D8D4D2C-4913-3B8D-F84C-C6E30E89D949}"/>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28712750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F7922-3CFB-35EE-0081-E2ADFF97F85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F23D5EEF-BF25-C976-4109-9919E89E103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CC66FD09-291B-D121-7624-FD0D39DB2C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6F35EFF-30FF-CEAD-9F89-4A4820CED6BD}"/>
              </a:ext>
            </a:extLst>
          </p:cNvPr>
          <p:cNvSpPr>
            <a:spLocks noGrp="1"/>
          </p:cNvSpPr>
          <p:nvPr>
            <p:ph type="dt" sz="half" idx="10"/>
          </p:nvPr>
        </p:nvSpPr>
        <p:spPr/>
        <p:txBody>
          <a:bodyPr/>
          <a:lstStyle/>
          <a:p>
            <a:fld id="{E283AD0B-137B-402C-9491-56D9C31D73CE}" type="datetime1">
              <a:rPr lang="en-IN" smtClean="0"/>
              <a:t>02-07-2026</a:t>
            </a:fld>
            <a:endParaRPr lang="en-IN"/>
          </a:p>
        </p:txBody>
      </p:sp>
      <p:sp>
        <p:nvSpPr>
          <p:cNvPr id="6" name="Footer Placeholder 5">
            <a:extLst>
              <a:ext uri="{FF2B5EF4-FFF2-40B4-BE49-F238E27FC236}">
                <a16:creationId xmlns:a16="http://schemas.microsoft.com/office/drawing/2014/main" id="{13BCE3CD-174D-E02D-3817-744718629BE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59883BF-C62F-63D3-22DE-6CB5C17E31C6}"/>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20918230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EE679-5667-99A2-9DFD-EAFD320054EB}"/>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13A1B0F-4601-4D6A-834B-FE754413A0B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6788301-721F-4E45-B3F7-03DD3E79236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9E04F8FC-DDF0-26A9-49A3-8F447C2DAA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FAF4A74-B311-C7E5-4320-56A0C1EAB88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E0B25DF7-93E0-B5A8-FB2B-ABEA19CBE42B}"/>
              </a:ext>
            </a:extLst>
          </p:cNvPr>
          <p:cNvSpPr>
            <a:spLocks noGrp="1"/>
          </p:cNvSpPr>
          <p:nvPr>
            <p:ph type="dt" sz="half" idx="10"/>
          </p:nvPr>
        </p:nvSpPr>
        <p:spPr/>
        <p:txBody>
          <a:bodyPr/>
          <a:lstStyle/>
          <a:p>
            <a:fld id="{F9CBA2E1-1B49-442E-A634-1712649567DE}" type="datetime1">
              <a:rPr lang="en-IN" smtClean="0"/>
              <a:t>02-07-2026</a:t>
            </a:fld>
            <a:endParaRPr lang="en-IN"/>
          </a:p>
        </p:txBody>
      </p:sp>
      <p:sp>
        <p:nvSpPr>
          <p:cNvPr id="8" name="Footer Placeholder 7">
            <a:extLst>
              <a:ext uri="{FF2B5EF4-FFF2-40B4-BE49-F238E27FC236}">
                <a16:creationId xmlns:a16="http://schemas.microsoft.com/office/drawing/2014/main" id="{D0547BB0-7714-58B8-CCDC-10E96297D51A}"/>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F0121366-28CA-047A-CEA9-65A691DF9C26}"/>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22208890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208764-34EC-0C71-ABC1-AB43A2E0F68C}"/>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805C929-2717-04AB-CF86-7C7748137B85}"/>
              </a:ext>
            </a:extLst>
          </p:cNvPr>
          <p:cNvSpPr>
            <a:spLocks noGrp="1"/>
          </p:cNvSpPr>
          <p:nvPr>
            <p:ph type="dt" sz="half" idx="10"/>
          </p:nvPr>
        </p:nvSpPr>
        <p:spPr/>
        <p:txBody>
          <a:bodyPr/>
          <a:lstStyle/>
          <a:p>
            <a:fld id="{AE6D7195-1CFF-4285-A602-1306F65B5B0B}" type="datetime1">
              <a:rPr lang="en-IN" smtClean="0"/>
              <a:t>02-07-2026</a:t>
            </a:fld>
            <a:endParaRPr lang="en-IN"/>
          </a:p>
        </p:txBody>
      </p:sp>
      <p:sp>
        <p:nvSpPr>
          <p:cNvPr id="4" name="Footer Placeholder 3">
            <a:extLst>
              <a:ext uri="{FF2B5EF4-FFF2-40B4-BE49-F238E27FC236}">
                <a16:creationId xmlns:a16="http://schemas.microsoft.com/office/drawing/2014/main" id="{8EC0DD27-4612-BED4-885F-4847D06FD64A}"/>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03099FC0-4A68-600B-8FA8-3D1A38B8B27C}"/>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37557194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09246AA-499C-49F0-01CA-638405EA35FA}"/>
              </a:ext>
            </a:extLst>
          </p:cNvPr>
          <p:cNvSpPr>
            <a:spLocks noGrp="1"/>
          </p:cNvSpPr>
          <p:nvPr>
            <p:ph type="dt" sz="half" idx="10"/>
          </p:nvPr>
        </p:nvSpPr>
        <p:spPr/>
        <p:txBody>
          <a:bodyPr/>
          <a:lstStyle/>
          <a:p>
            <a:fld id="{0C334A41-51E4-4697-9ED5-A550FC9BE870}" type="datetime1">
              <a:rPr lang="en-IN" smtClean="0"/>
              <a:t>02-07-2026</a:t>
            </a:fld>
            <a:endParaRPr lang="en-IN"/>
          </a:p>
        </p:txBody>
      </p:sp>
      <p:sp>
        <p:nvSpPr>
          <p:cNvPr id="3" name="Footer Placeholder 2">
            <a:extLst>
              <a:ext uri="{FF2B5EF4-FFF2-40B4-BE49-F238E27FC236}">
                <a16:creationId xmlns:a16="http://schemas.microsoft.com/office/drawing/2014/main" id="{4E25884E-E8FE-CFB4-C63C-BCBFBA353D93}"/>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10B79D63-0095-5AC6-A07E-A881B974E8C1}"/>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28635259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880613-8F9F-D6C2-709A-9BCAFED4EA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7136539A-F24D-1CBE-B9E7-123DB3EF58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18B0A59-957A-0781-19EA-C3AC5B737D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8ADCC8E-756F-CC6C-DDCF-93E4E59F6F05}"/>
              </a:ext>
            </a:extLst>
          </p:cNvPr>
          <p:cNvSpPr>
            <a:spLocks noGrp="1"/>
          </p:cNvSpPr>
          <p:nvPr>
            <p:ph type="dt" sz="half" idx="10"/>
          </p:nvPr>
        </p:nvSpPr>
        <p:spPr/>
        <p:txBody>
          <a:bodyPr/>
          <a:lstStyle/>
          <a:p>
            <a:fld id="{00D442D1-5014-4050-A101-AE4B0BB23D5C}" type="datetime1">
              <a:rPr lang="en-IN" smtClean="0"/>
              <a:t>02-07-2026</a:t>
            </a:fld>
            <a:endParaRPr lang="en-IN"/>
          </a:p>
        </p:txBody>
      </p:sp>
      <p:sp>
        <p:nvSpPr>
          <p:cNvPr id="6" name="Footer Placeholder 5">
            <a:extLst>
              <a:ext uri="{FF2B5EF4-FFF2-40B4-BE49-F238E27FC236}">
                <a16:creationId xmlns:a16="http://schemas.microsoft.com/office/drawing/2014/main" id="{EFF2CA75-BB3A-27DD-AFA2-732C4A927B0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2EFCE6F-F29A-1CC9-7BF7-C8CC050E9050}"/>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48557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C8911-1C5D-8562-95D6-5FBDE5D98F7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704C694-3226-C77C-F7F5-9A233CF5452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8BDE6285-6EFE-966A-FFA1-D3C133AFD6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9423562-8259-7485-3C8D-56419D2E9354}"/>
              </a:ext>
            </a:extLst>
          </p:cNvPr>
          <p:cNvSpPr>
            <a:spLocks noGrp="1"/>
          </p:cNvSpPr>
          <p:nvPr>
            <p:ph type="dt" sz="half" idx="10"/>
          </p:nvPr>
        </p:nvSpPr>
        <p:spPr/>
        <p:txBody>
          <a:bodyPr/>
          <a:lstStyle/>
          <a:p>
            <a:fld id="{8BE23702-E384-4594-8A8A-BD5FF904B9EC}" type="datetime1">
              <a:rPr lang="en-IN" smtClean="0"/>
              <a:t>02-07-2026</a:t>
            </a:fld>
            <a:endParaRPr lang="en-IN"/>
          </a:p>
        </p:txBody>
      </p:sp>
      <p:sp>
        <p:nvSpPr>
          <p:cNvPr id="6" name="Footer Placeholder 5">
            <a:extLst>
              <a:ext uri="{FF2B5EF4-FFF2-40B4-BE49-F238E27FC236}">
                <a16:creationId xmlns:a16="http://schemas.microsoft.com/office/drawing/2014/main" id="{2FEBB517-7C21-CC9B-2AFF-0748EAB5E43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A1D5E36-D316-8E55-8520-6597905079DD}"/>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5474784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4EF5BA-3FAE-836F-361A-048B2A1DD85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E20A6A9-0F2E-FBA6-3F54-E348ECBBE2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02EA843-9BD2-A836-662B-BFB9785B43F5}"/>
              </a:ext>
            </a:extLst>
          </p:cNvPr>
          <p:cNvSpPr>
            <a:spLocks noGrp="1"/>
          </p:cNvSpPr>
          <p:nvPr>
            <p:ph type="dt" sz="half" idx="10"/>
          </p:nvPr>
        </p:nvSpPr>
        <p:spPr/>
        <p:txBody>
          <a:bodyPr/>
          <a:lstStyle/>
          <a:p>
            <a:fld id="{DD1A35B5-1B08-4669-BD53-2ED70D85719A}" type="datetime1">
              <a:rPr lang="en-IN" smtClean="0"/>
              <a:t>02-07-2026</a:t>
            </a:fld>
            <a:endParaRPr lang="en-IN"/>
          </a:p>
        </p:txBody>
      </p:sp>
      <p:sp>
        <p:nvSpPr>
          <p:cNvPr id="5" name="Footer Placeholder 4">
            <a:extLst>
              <a:ext uri="{FF2B5EF4-FFF2-40B4-BE49-F238E27FC236}">
                <a16:creationId xmlns:a16="http://schemas.microsoft.com/office/drawing/2014/main" id="{C2FE9C32-8C07-5AB4-9394-5BEF8F30450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56FE384-E25D-B7CA-61BB-EC36B76E3522}"/>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15308434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72CCA1-D563-0023-2CBE-F018D2B58D6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A1ED04A-0934-7EDF-6C0D-D48B8ADADEB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7739891-00C9-76A5-6167-2F573868280C}"/>
              </a:ext>
            </a:extLst>
          </p:cNvPr>
          <p:cNvSpPr>
            <a:spLocks noGrp="1"/>
          </p:cNvSpPr>
          <p:nvPr>
            <p:ph type="dt" sz="half" idx="10"/>
          </p:nvPr>
        </p:nvSpPr>
        <p:spPr/>
        <p:txBody>
          <a:bodyPr/>
          <a:lstStyle/>
          <a:p>
            <a:fld id="{854A7C70-4F85-40B5-9AC2-8AA71F3A44C8}" type="datetime1">
              <a:rPr lang="en-IN" smtClean="0"/>
              <a:t>02-07-2026</a:t>
            </a:fld>
            <a:endParaRPr lang="en-IN"/>
          </a:p>
        </p:txBody>
      </p:sp>
      <p:sp>
        <p:nvSpPr>
          <p:cNvPr id="5" name="Footer Placeholder 4">
            <a:extLst>
              <a:ext uri="{FF2B5EF4-FFF2-40B4-BE49-F238E27FC236}">
                <a16:creationId xmlns:a16="http://schemas.microsoft.com/office/drawing/2014/main" id="{DCE06C4A-324C-B590-C685-1FCDABF992B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E0581FB-2943-C3DE-FFCD-B905AA183210}"/>
              </a:ext>
            </a:extLst>
          </p:cNvPr>
          <p:cNvSpPr>
            <a:spLocks noGrp="1"/>
          </p:cNvSpPr>
          <p:nvPr>
            <p:ph type="sldNum" sz="quarter" idx="12"/>
          </p:nvPr>
        </p:nvSpPr>
        <p:spPr/>
        <p:txBody>
          <a:bodyPr/>
          <a:lstStyle/>
          <a:p>
            <a:fld id="{000E18F7-2402-4720-BFF4-341E476333D4}" type="slidenum">
              <a:rPr lang="en-IN" smtClean="0"/>
              <a:t>‹#›</a:t>
            </a:fld>
            <a:endParaRPr lang="en-IN"/>
          </a:p>
        </p:txBody>
      </p:sp>
    </p:spTree>
    <p:extLst>
      <p:ext uri="{BB962C8B-B14F-4D97-AF65-F5344CB8AC3E}">
        <p14:creationId xmlns:p14="http://schemas.microsoft.com/office/powerpoint/2010/main" val="16757586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30F02E-EBF1-FADE-5169-B2E4DEF43B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D08B9D8-8160-A063-58A2-4413C20645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19FC6FB-20F5-8CA1-9D7C-4A9094D59AB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A406192-7D48-4BCB-B435-1CFC823D04FF}" type="datetime1">
              <a:rPr lang="en-IN" smtClean="0"/>
              <a:t>02-07-2026</a:t>
            </a:fld>
            <a:endParaRPr lang="en-IN"/>
          </a:p>
        </p:txBody>
      </p:sp>
      <p:sp>
        <p:nvSpPr>
          <p:cNvPr id="5" name="Footer Placeholder 4">
            <a:extLst>
              <a:ext uri="{FF2B5EF4-FFF2-40B4-BE49-F238E27FC236}">
                <a16:creationId xmlns:a16="http://schemas.microsoft.com/office/drawing/2014/main" id="{BEBCBB7E-7F1B-A4CA-B853-00B1E518408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7333C435-A501-2F9B-1584-2BB0748DB1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E18F7-2402-4720-BFF4-341E476333D4}" type="slidenum">
              <a:rPr lang="en-IN" smtClean="0"/>
              <a:t>‹#›</a:t>
            </a:fld>
            <a:endParaRPr lang="en-IN"/>
          </a:p>
        </p:txBody>
      </p:sp>
    </p:spTree>
    <p:extLst>
      <p:ext uri="{BB962C8B-B14F-4D97-AF65-F5344CB8AC3E}">
        <p14:creationId xmlns:p14="http://schemas.microsoft.com/office/powerpoint/2010/main" val="27926120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dayanandyadav205/CS-402-ADA/blob/main/PPT_Notes/Unit-4_Backtracking_Branch_and_Bound/N-Queens_Problem.c"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dayanandyadav205/CS-402-ADA/blob/main/PPT_Notes/Unit-4_Backtracking_Branch_and_Bound/N-Queens_Problem.c"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customXml" Target="../ink/ink2.xml"/><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customXml" Target="../ink/ink4.xml"/><Relationship Id="rId4"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8" Type="http://schemas.openxmlformats.org/officeDocument/2006/relationships/customXml" Target="../ink/ink8.xml"/><Relationship Id="rId3" Type="http://schemas.openxmlformats.org/officeDocument/2006/relationships/customXml" Target="../ink/ink5.xml"/><Relationship Id="rId7" Type="http://schemas.openxmlformats.org/officeDocument/2006/relationships/image" Target="../media/image200.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customXml" Target="../ink/ink7.xml"/><Relationship Id="rId5" Type="http://schemas.openxmlformats.org/officeDocument/2006/relationships/customXml" Target="../ink/ink6.xml"/><Relationship Id="rId4" Type="http://schemas.openxmlformats.org/officeDocument/2006/relationships/image" Target="../media/image19.png"/><Relationship Id="rId9" Type="http://schemas.openxmlformats.org/officeDocument/2006/relationships/image" Target="../media/image21.png"/></Relationships>
</file>

<file path=ppt/slides/_rels/slide36.xml.rels><?xml version="1.0" encoding="UTF-8" standalone="yes"?>
<Relationships xmlns="http://schemas.openxmlformats.org/package/2006/relationships"><Relationship Id="rId8" Type="http://schemas.openxmlformats.org/officeDocument/2006/relationships/customXml" Target="../ink/ink11.xml"/><Relationship Id="rId3" Type="http://schemas.microsoft.com/office/2007/relationships/hdphoto" Target="../media/hdphoto1.wdp"/><Relationship Id="rId7" Type="http://schemas.openxmlformats.org/officeDocument/2006/relationships/image" Target="../media/image24.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customXml" Target="../ink/ink10.xml"/><Relationship Id="rId5" Type="http://schemas.openxmlformats.org/officeDocument/2006/relationships/image" Target="../media/image23.png"/><Relationship Id="rId4" Type="http://schemas.openxmlformats.org/officeDocument/2006/relationships/customXml" Target="../ink/ink9.xml"/><Relationship Id="rId9"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8" Type="http://schemas.openxmlformats.org/officeDocument/2006/relationships/customXml" Target="../ink/ink14.xml"/><Relationship Id="rId13" Type="http://schemas.openxmlformats.org/officeDocument/2006/relationships/image" Target="../media/image30.png"/><Relationship Id="rId3" Type="http://schemas.openxmlformats.org/officeDocument/2006/relationships/image" Target="../media/image22.jpeg"/><Relationship Id="rId7" Type="http://schemas.openxmlformats.org/officeDocument/2006/relationships/image" Target="../media/image27.png"/><Relationship Id="rId12" Type="http://schemas.openxmlformats.org/officeDocument/2006/relationships/customXml" Target="../ink/ink16.xml"/><Relationship Id="rId2" Type="http://schemas.openxmlformats.org/officeDocument/2006/relationships/image" Target="../media/image21.jpg"/><Relationship Id="rId1" Type="http://schemas.openxmlformats.org/officeDocument/2006/relationships/slideLayout" Target="../slideLayouts/slideLayout7.xml"/><Relationship Id="rId6" Type="http://schemas.openxmlformats.org/officeDocument/2006/relationships/customXml" Target="../ink/ink13.xml"/><Relationship Id="rId11" Type="http://schemas.openxmlformats.org/officeDocument/2006/relationships/image" Target="../media/image29.png"/><Relationship Id="rId5" Type="http://schemas.openxmlformats.org/officeDocument/2006/relationships/image" Target="../media/image26.png"/><Relationship Id="rId10" Type="http://schemas.openxmlformats.org/officeDocument/2006/relationships/customXml" Target="../ink/ink15.xml"/><Relationship Id="rId4" Type="http://schemas.openxmlformats.org/officeDocument/2006/relationships/customXml" Target="../ink/ink12.xml"/><Relationship Id="rId9" Type="http://schemas.openxmlformats.org/officeDocument/2006/relationships/image" Target="../media/image28.png"/></Relationships>
</file>

<file path=ppt/slides/_rels/slide39.xml.rels><?xml version="1.0" encoding="UTF-8" standalone="yes"?>
<Relationships xmlns="http://schemas.openxmlformats.org/package/2006/relationships"><Relationship Id="rId8" Type="http://schemas.openxmlformats.org/officeDocument/2006/relationships/image" Target="../media/image280.png"/><Relationship Id="rId13" Type="http://schemas.openxmlformats.org/officeDocument/2006/relationships/image" Target="../media/image32.png"/><Relationship Id="rId18" Type="http://schemas.openxmlformats.org/officeDocument/2006/relationships/customXml" Target="../ink/ink24.xml"/><Relationship Id="rId3" Type="http://schemas.openxmlformats.org/officeDocument/2006/relationships/customXml" Target="../ink/ink17.xml"/><Relationship Id="rId21" Type="http://schemas.openxmlformats.org/officeDocument/2006/relationships/image" Target="../media/image36.png"/><Relationship Id="rId7" Type="http://schemas.openxmlformats.org/officeDocument/2006/relationships/customXml" Target="../ink/ink19.xml"/><Relationship Id="rId12" Type="http://schemas.openxmlformats.org/officeDocument/2006/relationships/customXml" Target="../ink/ink21.xml"/><Relationship Id="rId17" Type="http://schemas.openxmlformats.org/officeDocument/2006/relationships/image" Target="../media/image34.png"/><Relationship Id="rId25" Type="http://schemas.openxmlformats.org/officeDocument/2006/relationships/image" Target="../media/image38.png"/><Relationship Id="rId2" Type="http://schemas.openxmlformats.org/officeDocument/2006/relationships/image" Target="../media/image23.jpg"/><Relationship Id="rId16" Type="http://schemas.openxmlformats.org/officeDocument/2006/relationships/customXml" Target="../ink/ink23.xml"/><Relationship Id="rId20" Type="http://schemas.openxmlformats.org/officeDocument/2006/relationships/customXml" Target="../ink/ink25.xml"/><Relationship Id="rId1" Type="http://schemas.openxmlformats.org/officeDocument/2006/relationships/slideLayout" Target="../slideLayouts/slideLayout7.xml"/><Relationship Id="rId6" Type="http://schemas.openxmlformats.org/officeDocument/2006/relationships/image" Target="../media/image270.png"/><Relationship Id="rId11" Type="http://schemas.openxmlformats.org/officeDocument/2006/relationships/image" Target="../media/image22.jpeg"/><Relationship Id="rId24" Type="http://schemas.openxmlformats.org/officeDocument/2006/relationships/customXml" Target="../ink/ink27.xml"/><Relationship Id="rId5" Type="http://schemas.openxmlformats.org/officeDocument/2006/relationships/customXml" Target="../ink/ink18.xml"/><Relationship Id="rId15" Type="http://schemas.openxmlformats.org/officeDocument/2006/relationships/image" Target="../media/image33.png"/><Relationship Id="rId23" Type="http://schemas.openxmlformats.org/officeDocument/2006/relationships/image" Target="../media/image37.png"/><Relationship Id="rId10" Type="http://schemas.openxmlformats.org/officeDocument/2006/relationships/image" Target="../media/image290.png"/><Relationship Id="rId19" Type="http://schemas.openxmlformats.org/officeDocument/2006/relationships/image" Target="../media/image35.png"/><Relationship Id="rId4" Type="http://schemas.openxmlformats.org/officeDocument/2006/relationships/image" Target="../media/image260.png"/><Relationship Id="rId9" Type="http://schemas.openxmlformats.org/officeDocument/2006/relationships/customXml" Target="../ink/ink20.xml"/><Relationship Id="rId14" Type="http://schemas.openxmlformats.org/officeDocument/2006/relationships/customXml" Target="../ink/ink22.xml"/><Relationship Id="rId22" Type="http://schemas.openxmlformats.org/officeDocument/2006/relationships/customXml" Target="../ink/ink26.xml"/></Relationships>
</file>

<file path=ppt/slides/_rels/slide40.xml.rels><?xml version="1.0" encoding="UTF-8" standalone="yes"?>
<Relationships xmlns="http://schemas.openxmlformats.org/package/2006/relationships"><Relationship Id="rId8" Type="http://schemas.openxmlformats.org/officeDocument/2006/relationships/customXml" Target="../ink/ink30.xml"/><Relationship Id="rId3" Type="http://schemas.openxmlformats.org/officeDocument/2006/relationships/image" Target="../media/image22.jpeg"/><Relationship Id="rId7" Type="http://schemas.openxmlformats.org/officeDocument/2006/relationships/image" Target="../media/image41.png"/><Relationship Id="rId2" Type="http://schemas.openxmlformats.org/officeDocument/2006/relationships/image" Target="../media/image24.jpg"/><Relationship Id="rId1" Type="http://schemas.openxmlformats.org/officeDocument/2006/relationships/slideLayout" Target="../slideLayouts/slideLayout7.xml"/><Relationship Id="rId6" Type="http://schemas.openxmlformats.org/officeDocument/2006/relationships/customXml" Target="../ink/ink29.xml"/><Relationship Id="rId5" Type="http://schemas.openxmlformats.org/officeDocument/2006/relationships/image" Target="../media/image40.png"/><Relationship Id="rId4" Type="http://schemas.openxmlformats.org/officeDocument/2006/relationships/customXml" Target="../ink/ink28.xml"/><Relationship Id="rId9" Type="http://schemas.openxmlformats.org/officeDocument/2006/relationships/image" Target="../media/image42.png"/></Relationships>
</file>

<file path=ppt/slides/_rels/slide41.xml.rels><?xml version="1.0" encoding="UTF-8" standalone="yes"?>
<Relationships xmlns="http://schemas.openxmlformats.org/package/2006/relationships"><Relationship Id="rId8" Type="http://schemas.openxmlformats.org/officeDocument/2006/relationships/customXml" Target="../ink/ink33.xml"/><Relationship Id="rId3" Type="http://schemas.openxmlformats.org/officeDocument/2006/relationships/image" Target="../media/image22.jpeg"/><Relationship Id="rId7" Type="http://schemas.openxmlformats.org/officeDocument/2006/relationships/image" Target="../media/image45.png"/><Relationship Id="rId2" Type="http://schemas.openxmlformats.org/officeDocument/2006/relationships/image" Target="../media/image25.jpg"/><Relationship Id="rId1" Type="http://schemas.openxmlformats.org/officeDocument/2006/relationships/slideLayout" Target="../slideLayouts/slideLayout7.xml"/><Relationship Id="rId6" Type="http://schemas.openxmlformats.org/officeDocument/2006/relationships/customXml" Target="../ink/ink32.xml"/><Relationship Id="rId11" Type="http://schemas.openxmlformats.org/officeDocument/2006/relationships/image" Target="../media/image47.png"/><Relationship Id="rId5" Type="http://schemas.openxmlformats.org/officeDocument/2006/relationships/image" Target="../media/image44.png"/><Relationship Id="rId10" Type="http://schemas.openxmlformats.org/officeDocument/2006/relationships/customXml" Target="../ink/ink34.xml"/><Relationship Id="rId4" Type="http://schemas.openxmlformats.org/officeDocument/2006/relationships/customXml" Target="../ink/ink31.xml"/><Relationship Id="rId9" Type="http://schemas.openxmlformats.org/officeDocument/2006/relationships/image" Target="../media/image46.png"/></Relationships>
</file>

<file path=ppt/slides/_rels/slide42.xml.rels><?xml version="1.0" encoding="UTF-8" standalone="yes"?>
<Relationships xmlns="http://schemas.openxmlformats.org/package/2006/relationships"><Relationship Id="rId8" Type="http://schemas.openxmlformats.org/officeDocument/2006/relationships/customXml" Target="../ink/ink37.xml"/><Relationship Id="rId3" Type="http://schemas.openxmlformats.org/officeDocument/2006/relationships/image" Target="../media/image22.jpeg"/><Relationship Id="rId7" Type="http://schemas.openxmlformats.org/officeDocument/2006/relationships/image" Target="../media/image50.png"/><Relationship Id="rId2" Type="http://schemas.openxmlformats.org/officeDocument/2006/relationships/image" Target="../media/image26.jpg"/><Relationship Id="rId1" Type="http://schemas.openxmlformats.org/officeDocument/2006/relationships/slideLayout" Target="../slideLayouts/slideLayout7.xml"/><Relationship Id="rId6" Type="http://schemas.openxmlformats.org/officeDocument/2006/relationships/customXml" Target="../ink/ink36.xml"/><Relationship Id="rId11" Type="http://schemas.openxmlformats.org/officeDocument/2006/relationships/image" Target="../media/image52.png"/><Relationship Id="rId5" Type="http://schemas.openxmlformats.org/officeDocument/2006/relationships/image" Target="../media/image49.png"/><Relationship Id="rId10" Type="http://schemas.openxmlformats.org/officeDocument/2006/relationships/customXml" Target="../ink/ink38.xml"/><Relationship Id="rId4" Type="http://schemas.openxmlformats.org/officeDocument/2006/relationships/customXml" Target="../ink/ink35.xml"/><Relationship Id="rId9" Type="http://schemas.openxmlformats.org/officeDocument/2006/relationships/image" Target="../media/image51.png"/></Relationships>
</file>

<file path=ppt/slides/_rels/slide43.xml.rels><?xml version="1.0" encoding="UTF-8" standalone="yes"?>
<Relationships xmlns="http://schemas.openxmlformats.org/package/2006/relationships"><Relationship Id="rId8" Type="http://schemas.openxmlformats.org/officeDocument/2006/relationships/customXml" Target="../ink/ink41.xml"/><Relationship Id="rId3" Type="http://schemas.openxmlformats.org/officeDocument/2006/relationships/image" Target="../media/image22.jpeg"/><Relationship Id="rId7" Type="http://schemas.openxmlformats.org/officeDocument/2006/relationships/image" Target="../media/image55.png"/><Relationship Id="rId2" Type="http://schemas.openxmlformats.org/officeDocument/2006/relationships/image" Target="../media/image27.jpg"/><Relationship Id="rId1" Type="http://schemas.openxmlformats.org/officeDocument/2006/relationships/slideLayout" Target="../slideLayouts/slideLayout7.xml"/><Relationship Id="rId6" Type="http://schemas.openxmlformats.org/officeDocument/2006/relationships/customXml" Target="../ink/ink40.xml"/><Relationship Id="rId11" Type="http://schemas.openxmlformats.org/officeDocument/2006/relationships/image" Target="../media/image57.png"/><Relationship Id="rId5" Type="http://schemas.openxmlformats.org/officeDocument/2006/relationships/image" Target="../media/image54.png"/><Relationship Id="rId10" Type="http://schemas.openxmlformats.org/officeDocument/2006/relationships/customXml" Target="../ink/ink42.xml"/><Relationship Id="rId4" Type="http://schemas.openxmlformats.org/officeDocument/2006/relationships/customXml" Target="../ink/ink39.xml"/><Relationship Id="rId9" Type="http://schemas.openxmlformats.org/officeDocument/2006/relationships/image" Target="../media/image56.png"/></Relationships>
</file>

<file path=ppt/slides/_rels/slide44.xml.rels><?xml version="1.0" encoding="UTF-8" standalone="yes"?>
<Relationships xmlns="http://schemas.openxmlformats.org/package/2006/relationships"><Relationship Id="rId8" Type="http://schemas.openxmlformats.org/officeDocument/2006/relationships/customXml" Target="../ink/ink45.xml"/><Relationship Id="rId13" Type="http://schemas.openxmlformats.org/officeDocument/2006/relationships/image" Target="../media/image63.png"/><Relationship Id="rId3" Type="http://schemas.openxmlformats.org/officeDocument/2006/relationships/image" Target="../media/image22.jpeg"/><Relationship Id="rId7" Type="http://schemas.openxmlformats.org/officeDocument/2006/relationships/image" Target="../media/image60.png"/><Relationship Id="rId12" Type="http://schemas.openxmlformats.org/officeDocument/2006/relationships/customXml" Target="../ink/ink47.xml"/><Relationship Id="rId2" Type="http://schemas.openxmlformats.org/officeDocument/2006/relationships/image" Target="../media/image28.jpg"/><Relationship Id="rId1" Type="http://schemas.openxmlformats.org/officeDocument/2006/relationships/slideLayout" Target="../slideLayouts/slideLayout7.xml"/><Relationship Id="rId6" Type="http://schemas.openxmlformats.org/officeDocument/2006/relationships/customXml" Target="../ink/ink44.xml"/><Relationship Id="rId11" Type="http://schemas.openxmlformats.org/officeDocument/2006/relationships/image" Target="../media/image62.png"/><Relationship Id="rId5" Type="http://schemas.openxmlformats.org/officeDocument/2006/relationships/image" Target="../media/image59.png"/><Relationship Id="rId10" Type="http://schemas.openxmlformats.org/officeDocument/2006/relationships/customXml" Target="../ink/ink46.xml"/><Relationship Id="rId4" Type="http://schemas.openxmlformats.org/officeDocument/2006/relationships/customXml" Target="../ink/ink43.xml"/><Relationship Id="rId9" Type="http://schemas.openxmlformats.org/officeDocument/2006/relationships/image" Target="../media/image61.png"/></Relationships>
</file>

<file path=ppt/slides/_rels/slide45.xml.rels><?xml version="1.0" encoding="UTF-8" standalone="yes"?>
<Relationships xmlns="http://schemas.openxmlformats.org/package/2006/relationships"><Relationship Id="rId8" Type="http://schemas.openxmlformats.org/officeDocument/2006/relationships/customXml" Target="../ink/ink50.xml"/><Relationship Id="rId3" Type="http://schemas.openxmlformats.org/officeDocument/2006/relationships/image" Target="../media/image22.jpeg"/><Relationship Id="rId7" Type="http://schemas.openxmlformats.org/officeDocument/2006/relationships/image" Target="../media/image66.png"/><Relationship Id="rId2" Type="http://schemas.openxmlformats.org/officeDocument/2006/relationships/image" Target="../media/image29.jpg"/><Relationship Id="rId1" Type="http://schemas.openxmlformats.org/officeDocument/2006/relationships/slideLayout" Target="../slideLayouts/slideLayout7.xml"/><Relationship Id="rId6" Type="http://schemas.openxmlformats.org/officeDocument/2006/relationships/customXml" Target="../ink/ink49.xml"/><Relationship Id="rId11" Type="http://schemas.openxmlformats.org/officeDocument/2006/relationships/image" Target="../media/image68.png"/><Relationship Id="rId5" Type="http://schemas.openxmlformats.org/officeDocument/2006/relationships/image" Target="../media/image65.png"/><Relationship Id="rId10" Type="http://schemas.openxmlformats.org/officeDocument/2006/relationships/customXml" Target="../ink/ink51.xml"/><Relationship Id="rId4" Type="http://schemas.openxmlformats.org/officeDocument/2006/relationships/customXml" Target="../ink/ink48.xml"/><Relationship Id="rId9" Type="http://schemas.openxmlformats.org/officeDocument/2006/relationships/image" Target="../media/image67.png"/></Relationships>
</file>

<file path=ppt/slides/_rels/slide46.xml.rels><?xml version="1.0" encoding="UTF-8" standalone="yes"?>
<Relationships xmlns="http://schemas.openxmlformats.org/package/2006/relationships"><Relationship Id="rId8" Type="http://schemas.openxmlformats.org/officeDocument/2006/relationships/customXml" Target="../ink/ink54.xml"/><Relationship Id="rId3" Type="http://schemas.openxmlformats.org/officeDocument/2006/relationships/image" Target="../media/image22.jpeg"/><Relationship Id="rId7" Type="http://schemas.openxmlformats.org/officeDocument/2006/relationships/image" Target="../media/image71.png"/><Relationship Id="rId2" Type="http://schemas.openxmlformats.org/officeDocument/2006/relationships/image" Target="../media/image30.jpg"/><Relationship Id="rId1" Type="http://schemas.openxmlformats.org/officeDocument/2006/relationships/slideLayout" Target="../slideLayouts/slideLayout7.xml"/><Relationship Id="rId6" Type="http://schemas.openxmlformats.org/officeDocument/2006/relationships/customXml" Target="../ink/ink53.xml"/><Relationship Id="rId11" Type="http://schemas.openxmlformats.org/officeDocument/2006/relationships/image" Target="../media/image73.png"/><Relationship Id="rId5" Type="http://schemas.openxmlformats.org/officeDocument/2006/relationships/image" Target="../media/image70.png"/><Relationship Id="rId10" Type="http://schemas.openxmlformats.org/officeDocument/2006/relationships/customXml" Target="../ink/ink55.xml"/><Relationship Id="rId4" Type="http://schemas.openxmlformats.org/officeDocument/2006/relationships/customXml" Target="../ink/ink52.xml"/><Relationship Id="rId9" Type="http://schemas.openxmlformats.org/officeDocument/2006/relationships/image" Target="../media/image72.png"/></Relationships>
</file>

<file path=ppt/slides/_rels/slide47.xml.rels><?xml version="1.0" encoding="UTF-8" standalone="yes"?>
<Relationships xmlns="http://schemas.openxmlformats.org/package/2006/relationships"><Relationship Id="rId8" Type="http://schemas.openxmlformats.org/officeDocument/2006/relationships/customXml" Target="../ink/ink58.xml"/><Relationship Id="rId3" Type="http://schemas.openxmlformats.org/officeDocument/2006/relationships/image" Target="../media/image22.jpeg"/><Relationship Id="rId7" Type="http://schemas.openxmlformats.org/officeDocument/2006/relationships/image" Target="../media/image76.png"/><Relationship Id="rId2" Type="http://schemas.openxmlformats.org/officeDocument/2006/relationships/image" Target="../media/image31.jpg"/><Relationship Id="rId1" Type="http://schemas.openxmlformats.org/officeDocument/2006/relationships/slideLayout" Target="../slideLayouts/slideLayout7.xml"/><Relationship Id="rId6" Type="http://schemas.openxmlformats.org/officeDocument/2006/relationships/customXml" Target="../ink/ink57.xml"/><Relationship Id="rId11" Type="http://schemas.openxmlformats.org/officeDocument/2006/relationships/image" Target="../media/image78.png"/><Relationship Id="rId5" Type="http://schemas.openxmlformats.org/officeDocument/2006/relationships/image" Target="../media/image75.png"/><Relationship Id="rId10" Type="http://schemas.openxmlformats.org/officeDocument/2006/relationships/customXml" Target="../ink/ink59.xml"/><Relationship Id="rId4" Type="http://schemas.openxmlformats.org/officeDocument/2006/relationships/customXml" Target="../ink/ink56.xml"/><Relationship Id="rId9" Type="http://schemas.openxmlformats.org/officeDocument/2006/relationships/image" Target="../media/image77.png"/></Relationships>
</file>

<file path=ppt/slides/_rels/slide48.xml.rels><?xml version="1.0" encoding="UTF-8" standalone="yes"?>
<Relationships xmlns="http://schemas.openxmlformats.org/package/2006/relationships"><Relationship Id="rId8" Type="http://schemas.openxmlformats.org/officeDocument/2006/relationships/customXml" Target="../ink/ink62.xml"/><Relationship Id="rId3" Type="http://schemas.openxmlformats.org/officeDocument/2006/relationships/image" Target="../media/image22.jpeg"/><Relationship Id="rId7" Type="http://schemas.openxmlformats.org/officeDocument/2006/relationships/image" Target="../media/image81.png"/><Relationship Id="rId2" Type="http://schemas.openxmlformats.org/officeDocument/2006/relationships/image" Target="../media/image32.jpg"/><Relationship Id="rId1" Type="http://schemas.openxmlformats.org/officeDocument/2006/relationships/slideLayout" Target="../slideLayouts/slideLayout7.xml"/><Relationship Id="rId6" Type="http://schemas.openxmlformats.org/officeDocument/2006/relationships/customXml" Target="../ink/ink61.xml"/><Relationship Id="rId11" Type="http://schemas.openxmlformats.org/officeDocument/2006/relationships/image" Target="../media/image83.png"/><Relationship Id="rId5" Type="http://schemas.openxmlformats.org/officeDocument/2006/relationships/image" Target="../media/image80.png"/><Relationship Id="rId10" Type="http://schemas.openxmlformats.org/officeDocument/2006/relationships/customXml" Target="../ink/ink63.xml"/><Relationship Id="rId4" Type="http://schemas.openxmlformats.org/officeDocument/2006/relationships/customXml" Target="../ink/ink60.xml"/><Relationship Id="rId9" Type="http://schemas.openxmlformats.org/officeDocument/2006/relationships/image" Target="../media/image82.png"/></Relationships>
</file>

<file path=ppt/slides/_rels/slide49.xml.rels><?xml version="1.0" encoding="UTF-8" standalone="yes"?>
<Relationships xmlns="http://schemas.openxmlformats.org/package/2006/relationships"><Relationship Id="rId3" Type="http://schemas.openxmlformats.org/officeDocument/2006/relationships/customXml" Target="../ink/ink64.xml"/><Relationship Id="rId2" Type="http://schemas.openxmlformats.org/officeDocument/2006/relationships/image" Target="../media/image22.jpeg"/><Relationship Id="rId1" Type="http://schemas.openxmlformats.org/officeDocument/2006/relationships/slideLayout" Target="../slideLayouts/slideLayout7.xml"/><Relationship Id="rId6" Type="http://schemas.openxmlformats.org/officeDocument/2006/relationships/image" Target="../media/image85.png"/><Relationship Id="rId5" Type="http://schemas.openxmlformats.org/officeDocument/2006/relationships/customXml" Target="../ink/ink65.xml"/><Relationship Id="rId4" Type="http://schemas.openxmlformats.org/officeDocument/2006/relationships/image" Target="../media/image8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microsoft.com/office/2007/relationships/hdphoto" Target="../media/hdphoto2.wdp"/></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microsoft.com/office/2007/relationships/hdphoto" Target="../media/hdphoto3.wdp"/></Relationships>
</file>

<file path=ppt/slides/_rels/slide5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microsoft.com/office/2007/relationships/hdphoto" Target="../media/hdphoto4.wdp"/></Relationships>
</file>

<file path=ppt/slides/_rels/slide5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microsoft.com/office/2007/relationships/hdphoto" Target="../media/hdphoto5.wdp"/></Relationships>
</file>

<file path=ppt/slides/_rels/slide5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868974-BD61-48FD-B818-72A56361EA03}"/>
              </a:ext>
            </a:extLst>
          </p:cNvPr>
          <p:cNvSpPr>
            <a:spLocks noGrp="1"/>
          </p:cNvSpPr>
          <p:nvPr>
            <p:ph type="ctrTitle"/>
          </p:nvPr>
        </p:nvSpPr>
        <p:spPr>
          <a:xfrm>
            <a:off x="1524000" y="1122363"/>
            <a:ext cx="9144000" cy="1655762"/>
          </a:xfrm>
        </p:spPr>
        <p:txBody>
          <a:bodyPr>
            <a:normAutofit/>
          </a:bodyPr>
          <a:lstStyle/>
          <a:p>
            <a:r>
              <a:rPr lang="en-IN" sz="4800" b="1" dirty="0"/>
              <a:t>Unit-4</a:t>
            </a:r>
            <a:br>
              <a:rPr lang="en-IN" sz="4800" b="1" dirty="0"/>
            </a:br>
            <a:r>
              <a:rPr lang="en-IN" sz="4800" b="1" dirty="0"/>
              <a:t>Backtracking, Branch &amp; Bound</a:t>
            </a:r>
          </a:p>
        </p:txBody>
      </p:sp>
      <p:sp>
        <p:nvSpPr>
          <p:cNvPr id="3" name="Subtitle 2">
            <a:extLst>
              <a:ext uri="{FF2B5EF4-FFF2-40B4-BE49-F238E27FC236}">
                <a16:creationId xmlns:a16="http://schemas.microsoft.com/office/drawing/2014/main" id="{34579FFC-B7E4-ECCA-0965-4182FE247655}"/>
              </a:ext>
            </a:extLst>
          </p:cNvPr>
          <p:cNvSpPr>
            <a:spLocks noGrp="1"/>
          </p:cNvSpPr>
          <p:nvPr>
            <p:ph type="subTitle" idx="1"/>
          </p:nvPr>
        </p:nvSpPr>
        <p:spPr/>
        <p:txBody>
          <a:bodyPr>
            <a:normAutofit/>
          </a:bodyPr>
          <a:lstStyle/>
          <a:p>
            <a:r>
              <a:rPr lang="en-IN" sz="3200" b="1" dirty="0"/>
              <a:t>CS-402</a:t>
            </a:r>
          </a:p>
          <a:p>
            <a:r>
              <a:rPr lang="en-IN" sz="3200" b="1" dirty="0"/>
              <a:t>Analysis &amp; Design Algorithm</a:t>
            </a:r>
          </a:p>
        </p:txBody>
      </p:sp>
      <p:sp>
        <p:nvSpPr>
          <p:cNvPr id="4" name="Slide Number Placeholder 3">
            <a:extLst>
              <a:ext uri="{FF2B5EF4-FFF2-40B4-BE49-F238E27FC236}">
                <a16:creationId xmlns:a16="http://schemas.microsoft.com/office/drawing/2014/main" id="{6FDAC050-6573-784A-FD08-80B3530BDEF5}"/>
              </a:ext>
            </a:extLst>
          </p:cNvPr>
          <p:cNvSpPr>
            <a:spLocks noGrp="1"/>
          </p:cNvSpPr>
          <p:nvPr>
            <p:ph type="sldNum" sz="quarter" idx="12"/>
          </p:nvPr>
        </p:nvSpPr>
        <p:spPr/>
        <p:txBody>
          <a:bodyPr/>
          <a:lstStyle/>
          <a:p>
            <a:fld id="{000E18F7-2402-4720-BFF4-341E476333D4}" type="slidenum">
              <a:rPr lang="en-IN" smtClean="0"/>
              <a:t>1</a:t>
            </a:fld>
            <a:endParaRPr lang="en-IN"/>
          </a:p>
        </p:txBody>
      </p:sp>
    </p:spTree>
    <p:extLst>
      <p:ext uri="{BB962C8B-B14F-4D97-AF65-F5344CB8AC3E}">
        <p14:creationId xmlns:p14="http://schemas.microsoft.com/office/powerpoint/2010/main" val="42342311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9618-6625-E3E6-7F7F-74C7F5335F95}"/>
              </a:ext>
            </a:extLst>
          </p:cNvPr>
          <p:cNvSpPr>
            <a:spLocks noGrp="1"/>
          </p:cNvSpPr>
          <p:nvPr>
            <p:ph type="title"/>
          </p:nvPr>
        </p:nvSpPr>
        <p:spPr/>
        <p:txBody>
          <a:bodyPr/>
          <a:lstStyle/>
          <a:p>
            <a:r>
              <a:rPr lang="en-IN" dirty="0"/>
              <a:t>Syllabus</a:t>
            </a:r>
          </a:p>
        </p:txBody>
      </p:sp>
      <p:sp>
        <p:nvSpPr>
          <p:cNvPr id="3" name="Content Placeholder 2">
            <a:extLst>
              <a:ext uri="{FF2B5EF4-FFF2-40B4-BE49-F238E27FC236}">
                <a16:creationId xmlns:a16="http://schemas.microsoft.com/office/drawing/2014/main" id="{7A5D11B7-DF0E-D42C-1821-37CF55749053}"/>
              </a:ext>
            </a:extLst>
          </p:cNvPr>
          <p:cNvSpPr>
            <a:spLocks noGrp="1"/>
          </p:cNvSpPr>
          <p:nvPr>
            <p:ph idx="1"/>
          </p:nvPr>
        </p:nvSpPr>
        <p:spPr/>
        <p:txBody>
          <a:bodyPr/>
          <a:lstStyle/>
          <a:p>
            <a:pPr marL="0" indent="0" algn="just">
              <a:lnSpc>
                <a:spcPct val="150000"/>
              </a:lnSpc>
              <a:buNone/>
            </a:pPr>
            <a:r>
              <a:rPr lang="en-IN" dirty="0"/>
              <a:t>Backtracking concept and its examples like 8 queen’s problem, Hamiltonian cycle, Graph </a:t>
            </a:r>
            <a:r>
              <a:rPr lang="en-IN" dirty="0" err="1"/>
              <a:t>coloring</a:t>
            </a:r>
            <a:r>
              <a:rPr lang="en-IN" dirty="0"/>
              <a:t> problem etc. </a:t>
            </a:r>
          </a:p>
          <a:p>
            <a:pPr marL="0" indent="0" algn="just">
              <a:lnSpc>
                <a:spcPct val="150000"/>
              </a:lnSpc>
              <a:buNone/>
            </a:pPr>
            <a:r>
              <a:rPr lang="en-IN" dirty="0"/>
              <a:t>Introduction to branch &amp; bound method, examples of branch and bound method like traveling salesman problem etc. Meaning of lower bound theory and its use in solving algebraic problem, introduction to parallel algorithms. </a:t>
            </a:r>
          </a:p>
        </p:txBody>
      </p:sp>
      <p:sp>
        <p:nvSpPr>
          <p:cNvPr id="4" name="Slide Number Placeholder 3">
            <a:extLst>
              <a:ext uri="{FF2B5EF4-FFF2-40B4-BE49-F238E27FC236}">
                <a16:creationId xmlns:a16="http://schemas.microsoft.com/office/drawing/2014/main" id="{B2C0577D-AE15-C3BB-BDD6-BEAB095DC88A}"/>
              </a:ext>
            </a:extLst>
          </p:cNvPr>
          <p:cNvSpPr>
            <a:spLocks noGrp="1"/>
          </p:cNvSpPr>
          <p:nvPr>
            <p:ph type="sldNum" sz="quarter" idx="12"/>
          </p:nvPr>
        </p:nvSpPr>
        <p:spPr/>
        <p:txBody>
          <a:bodyPr/>
          <a:lstStyle/>
          <a:p>
            <a:fld id="{000E18F7-2402-4720-BFF4-341E476333D4}" type="slidenum">
              <a:rPr lang="en-IN" smtClean="0"/>
              <a:t>2</a:t>
            </a:fld>
            <a:endParaRPr lang="en-IN"/>
          </a:p>
        </p:txBody>
      </p:sp>
    </p:spTree>
    <p:extLst>
      <p:ext uri="{BB962C8B-B14F-4D97-AF65-F5344CB8AC3E}">
        <p14:creationId xmlns:p14="http://schemas.microsoft.com/office/powerpoint/2010/main" val="33701296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5BFDB-2A55-DC22-FADB-45D80AF41B9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72D1A44-A586-2095-C6FC-C1EE346186AA}"/>
              </a:ext>
            </a:extLst>
          </p:cNvPr>
          <p:cNvSpPr>
            <a:spLocks noGrp="1"/>
          </p:cNvSpPr>
          <p:nvPr>
            <p:ph type="ctrTitle"/>
          </p:nvPr>
        </p:nvSpPr>
        <p:spPr>
          <a:xfrm>
            <a:off x="1524000" y="1528763"/>
            <a:ext cx="9144000" cy="2387600"/>
          </a:xfrm>
        </p:spPr>
        <p:txBody>
          <a:bodyPr/>
          <a:lstStyle/>
          <a:p>
            <a:r>
              <a:rPr lang="en-IN" b="1" dirty="0"/>
              <a:t>Backtracking</a:t>
            </a:r>
            <a:endParaRPr lang="en-IN" dirty="0"/>
          </a:p>
        </p:txBody>
      </p:sp>
      <p:sp>
        <p:nvSpPr>
          <p:cNvPr id="2" name="Slide Number Placeholder 1">
            <a:extLst>
              <a:ext uri="{FF2B5EF4-FFF2-40B4-BE49-F238E27FC236}">
                <a16:creationId xmlns:a16="http://schemas.microsoft.com/office/drawing/2014/main" id="{5A3DA3AB-8944-9335-EB73-A054BE5BCF30}"/>
              </a:ext>
            </a:extLst>
          </p:cNvPr>
          <p:cNvSpPr>
            <a:spLocks noGrp="1"/>
          </p:cNvSpPr>
          <p:nvPr>
            <p:ph type="sldNum" sz="quarter" idx="12"/>
          </p:nvPr>
        </p:nvSpPr>
        <p:spPr/>
        <p:txBody>
          <a:bodyPr/>
          <a:lstStyle/>
          <a:p>
            <a:fld id="{000E18F7-2402-4720-BFF4-341E476333D4}" type="slidenum">
              <a:rPr lang="en-IN" smtClean="0"/>
              <a:t>3</a:t>
            </a:fld>
            <a:endParaRPr lang="en-IN"/>
          </a:p>
        </p:txBody>
      </p:sp>
    </p:spTree>
    <p:extLst>
      <p:ext uri="{BB962C8B-B14F-4D97-AF65-F5344CB8AC3E}">
        <p14:creationId xmlns:p14="http://schemas.microsoft.com/office/powerpoint/2010/main" val="1019508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AD2CB8-60B9-7D8A-8B0C-CE41467F9967}"/>
              </a:ext>
            </a:extLst>
          </p:cNvPr>
          <p:cNvSpPr>
            <a:spLocks noGrp="1"/>
          </p:cNvSpPr>
          <p:nvPr>
            <p:ph type="title"/>
          </p:nvPr>
        </p:nvSpPr>
        <p:spPr/>
        <p:txBody>
          <a:bodyPr/>
          <a:lstStyle/>
          <a:p>
            <a:r>
              <a:rPr lang="en-IN" b="1" dirty="0"/>
              <a:t>Backtracking</a:t>
            </a:r>
          </a:p>
        </p:txBody>
      </p:sp>
      <p:sp>
        <p:nvSpPr>
          <p:cNvPr id="3" name="Content Placeholder 2">
            <a:extLst>
              <a:ext uri="{FF2B5EF4-FFF2-40B4-BE49-F238E27FC236}">
                <a16:creationId xmlns:a16="http://schemas.microsoft.com/office/drawing/2014/main" id="{3965C1F3-1E64-F15E-01B6-B0A48B32858C}"/>
              </a:ext>
            </a:extLst>
          </p:cNvPr>
          <p:cNvSpPr>
            <a:spLocks noGrp="1"/>
          </p:cNvSpPr>
          <p:nvPr>
            <p:ph idx="1"/>
          </p:nvPr>
        </p:nvSpPr>
        <p:spPr>
          <a:xfrm>
            <a:off x="838200" y="1544320"/>
            <a:ext cx="10515600" cy="5069839"/>
          </a:xfrm>
        </p:spPr>
        <p:txBody>
          <a:bodyPr>
            <a:normAutofit fontScale="92500" lnSpcReduction="20000"/>
          </a:bodyPr>
          <a:lstStyle/>
          <a:p>
            <a:pPr algn="just" fontAlgn="base">
              <a:lnSpc>
                <a:spcPct val="170000"/>
              </a:lnSpc>
            </a:pPr>
            <a:r>
              <a:rPr lang="en-IN" sz="2000" dirty="0"/>
              <a:t>The backtracking approach is generally used in the cases where there are possibilities of multiple solutions.</a:t>
            </a:r>
          </a:p>
          <a:p>
            <a:pPr algn="just" fontAlgn="base">
              <a:lnSpc>
                <a:spcPct val="170000"/>
              </a:lnSpc>
            </a:pPr>
            <a:r>
              <a:rPr lang="en-IN" sz="2000" dirty="0"/>
              <a:t>Backtracking is an algorithmic technique that considers searching in every possible combination for solving a computational problem.</a:t>
            </a:r>
          </a:p>
          <a:p>
            <a:pPr algn="just" fontAlgn="base">
              <a:lnSpc>
                <a:spcPct val="170000"/>
              </a:lnSpc>
            </a:pPr>
            <a:r>
              <a:rPr lang="en-IN" sz="2000" dirty="0"/>
              <a:t>Backtracking is an important tool for solving </a:t>
            </a:r>
            <a:r>
              <a:rPr lang="en-IN" sz="2000" b="1" dirty="0"/>
              <a:t>constraint satisfaction problems,</a:t>
            </a:r>
            <a:r>
              <a:rPr lang="en-IN" sz="2000" dirty="0"/>
              <a:t> such as crosswords, Sudoku, and many other puzzles. </a:t>
            </a:r>
          </a:p>
          <a:p>
            <a:pPr algn="just" fontAlgn="base">
              <a:lnSpc>
                <a:spcPct val="170000"/>
              </a:lnSpc>
            </a:pPr>
            <a:r>
              <a:rPr lang="en-IN" sz="2000" dirty="0"/>
              <a:t>It is known for solving problems recursively one step at a time and removing those solutions that that do not satisfy the problem constraints at any point of time.</a:t>
            </a:r>
          </a:p>
          <a:p>
            <a:pPr algn="just" fontAlgn="base">
              <a:lnSpc>
                <a:spcPct val="170000"/>
              </a:lnSpc>
            </a:pPr>
            <a:r>
              <a:rPr lang="en-IN" sz="2000" dirty="0"/>
              <a:t>It is a</a:t>
            </a:r>
            <a:r>
              <a:rPr lang="en-IN" sz="2000" b="1" dirty="0"/>
              <a:t> brute force</a:t>
            </a:r>
            <a:r>
              <a:rPr lang="en-IN" sz="2000" dirty="0"/>
              <a:t> </a:t>
            </a:r>
            <a:r>
              <a:rPr lang="en-IN" sz="2000" b="1" dirty="0"/>
              <a:t>approach </a:t>
            </a:r>
            <a:r>
              <a:rPr lang="en-IN" sz="2000" dirty="0"/>
              <a:t>that tries out all the possible solutions using </a:t>
            </a:r>
            <a:r>
              <a:rPr lang="en-IN" sz="2000" b="1" dirty="0"/>
              <a:t>depth first search (DFS)</a:t>
            </a:r>
            <a:r>
              <a:rPr lang="en-IN" sz="2000" dirty="0"/>
              <a:t> and chooses the best possible ones out of them.</a:t>
            </a:r>
          </a:p>
        </p:txBody>
      </p:sp>
      <p:sp>
        <p:nvSpPr>
          <p:cNvPr id="4" name="Slide Number Placeholder 3">
            <a:extLst>
              <a:ext uri="{FF2B5EF4-FFF2-40B4-BE49-F238E27FC236}">
                <a16:creationId xmlns:a16="http://schemas.microsoft.com/office/drawing/2014/main" id="{594632EE-397F-7705-8ECC-4A6EAE00FD6D}"/>
              </a:ext>
            </a:extLst>
          </p:cNvPr>
          <p:cNvSpPr>
            <a:spLocks noGrp="1"/>
          </p:cNvSpPr>
          <p:nvPr>
            <p:ph type="sldNum" sz="quarter" idx="12"/>
          </p:nvPr>
        </p:nvSpPr>
        <p:spPr/>
        <p:txBody>
          <a:bodyPr/>
          <a:lstStyle/>
          <a:p>
            <a:fld id="{000E18F7-2402-4720-BFF4-341E476333D4}" type="slidenum">
              <a:rPr lang="en-IN" smtClean="0"/>
              <a:t>4</a:t>
            </a:fld>
            <a:endParaRPr lang="en-IN"/>
          </a:p>
        </p:txBody>
      </p:sp>
    </p:spTree>
    <p:extLst>
      <p:ext uri="{BB962C8B-B14F-4D97-AF65-F5344CB8AC3E}">
        <p14:creationId xmlns:p14="http://schemas.microsoft.com/office/powerpoint/2010/main" val="23299326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8ACAB-3453-4D4C-A1BF-43C1D1D830E3}"/>
              </a:ext>
            </a:extLst>
          </p:cNvPr>
          <p:cNvSpPr>
            <a:spLocks noGrp="1"/>
          </p:cNvSpPr>
          <p:nvPr>
            <p:ph type="title"/>
          </p:nvPr>
        </p:nvSpPr>
        <p:spPr/>
        <p:txBody>
          <a:bodyPr/>
          <a:lstStyle/>
          <a:p>
            <a:r>
              <a:rPr lang="en-IN" b="1" dirty="0"/>
              <a:t>Backtracking</a:t>
            </a:r>
            <a:endParaRPr lang="en-IN" dirty="0"/>
          </a:p>
        </p:txBody>
      </p:sp>
      <p:sp>
        <p:nvSpPr>
          <p:cNvPr id="9" name="TextBox 8">
            <a:extLst>
              <a:ext uri="{FF2B5EF4-FFF2-40B4-BE49-F238E27FC236}">
                <a16:creationId xmlns:a16="http://schemas.microsoft.com/office/drawing/2014/main" id="{A38F270D-C856-1516-A060-29CB3BB8CD77}"/>
              </a:ext>
            </a:extLst>
          </p:cNvPr>
          <p:cNvSpPr txBox="1"/>
          <p:nvPr/>
        </p:nvSpPr>
        <p:spPr>
          <a:xfrm>
            <a:off x="533400" y="3340736"/>
            <a:ext cx="3622040" cy="3270126"/>
          </a:xfrm>
          <a:prstGeom prst="rect">
            <a:avLst/>
          </a:prstGeom>
          <a:noFill/>
          <a:ln>
            <a:solidFill>
              <a:schemeClr val="accent1"/>
            </a:solidFill>
          </a:ln>
        </p:spPr>
        <p:txBody>
          <a:bodyPr wrap="square">
            <a:spAutoFit/>
          </a:bodyPr>
          <a:lstStyle/>
          <a:p>
            <a:pPr>
              <a:spcBef>
                <a:spcPts val="900"/>
              </a:spcBef>
              <a:spcAft>
                <a:spcPts val="1200"/>
              </a:spcAft>
            </a:pPr>
            <a:r>
              <a:rPr lang="en-IN" b="0" u="none" strike="noStrike" dirty="0">
                <a:effectLst/>
                <a:latin typeface="Google Sans"/>
              </a:rPr>
              <a:t>We have three distinct brothers:</a:t>
            </a:r>
          </a:p>
          <a:p>
            <a:pPr marL="285750" indent="-285750">
              <a:spcBef>
                <a:spcPts val="900"/>
              </a:spcBef>
              <a:spcAft>
                <a:spcPts val="900"/>
              </a:spcAft>
              <a:buFont typeface="Arial" panose="020B0604020202020204" pitchFamily="34" charset="0"/>
              <a:buChar char="•"/>
            </a:pPr>
            <a:r>
              <a:rPr lang="en-IN" b="1" u="none" strike="noStrike" dirty="0">
                <a:effectLst/>
                <a:latin typeface="Google Sans"/>
              </a:rPr>
              <a:t>B</a:t>
            </a:r>
            <a:r>
              <a:rPr lang="en-IN" b="0" u="none" strike="noStrike" dirty="0">
                <a:effectLst/>
                <a:latin typeface="Google Sans"/>
              </a:rPr>
              <a:t> (Big Brother)</a:t>
            </a:r>
          </a:p>
          <a:p>
            <a:pPr marL="285750" indent="-285750">
              <a:spcBef>
                <a:spcPts val="900"/>
              </a:spcBef>
              <a:spcAft>
                <a:spcPts val="900"/>
              </a:spcAft>
              <a:buFont typeface="Arial" panose="020B0604020202020204" pitchFamily="34" charset="0"/>
              <a:buChar char="•"/>
            </a:pPr>
            <a:r>
              <a:rPr lang="en-IN" b="1" u="none" strike="noStrike" dirty="0">
                <a:effectLst/>
                <a:latin typeface="Google Sans"/>
              </a:rPr>
              <a:t>M</a:t>
            </a:r>
            <a:r>
              <a:rPr lang="en-IN" b="0" u="none" strike="noStrike" dirty="0">
                <a:effectLst/>
                <a:latin typeface="Google Sans"/>
              </a:rPr>
              <a:t> (Middle Brother)</a:t>
            </a:r>
          </a:p>
          <a:p>
            <a:pPr marL="285750" indent="-285750">
              <a:spcBef>
                <a:spcPts val="900"/>
              </a:spcBef>
              <a:spcAft>
                <a:spcPts val="900"/>
              </a:spcAft>
              <a:buFont typeface="Arial" panose="020B0604020202020204" pitchFamily="34" charset="0"/>
              <a:buChar char="•"/>
            </a:pPr>
            <a:r>
              <a:rPr lang="en-IN" b="1" u="none" strike="noStrike" dirty="0">
                <a:effectLst/>
                <a:latin typeface="Google Sans"/>
              </a:rPr>
              <a:t>L</a:t>
            </a:r>
            <a:r>
              <a:rPr lang="en-IN" b="0" u="none" strike="noStrike" dirty="0">
                <a:effectLst/>
                <a:latin typeface="Google Sans"/>
              </a:rPr>
              <a:t> (Little Brother)</a:t>
            </a:r>
          </a:p>
          <a:p>
            <a:pPr>
              <a:spcBef>
                <a:spcPts val="900"/>
              </a:spcBef>
              <a:spcAft>
                <a:spcPts val="1200"/>
              </a:spcAft>
              <a:buNone/>
            </a:pPr>
            <a:r>
              <a:rPr lang="en-IN" b="0" u="none" strike="noStrike" dirty="0">
                <a:effectLst/>
                <a:latin typeface="Google Sans"/>
              </a:rPr>
              <a:t>Since there are 3 positions on the horse (Front, Middle, and Back), the total number of unique ways they can sit is 3! (3 factorial): 3 x 2 x 1 = 6</a:t>
            </a:r>
          </a:p>
        </p:txBody>
      </p:sp>
      <p:pic>
        <p:nvPicPr>
          <p:cNvPr id="5" name="Content Placeholder 4">
            <a:extLst>
              <a:ext uri="{FF2B5EF4-FFF2-40B4-BE49-F238E27FC236}">
                <a16:creationId xmlns:a16="http://schemas.microsoft.com/office/drawing/2014/main" id="{E878A5B0-AE18-CEE8-6C59-881D90889E5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33400" y="1468756"/>
            <a:ext cx="3186905" cy="1738312"/>
          </a:xfrm>
          <a:prstGeom prst="rect">
            <a:avLst/>
          </a:prstGeom>
        </p:spPr>
      </p:pic>
      <p:pic>
        <p:nvPicPr>
          <p:cNvPr id="11" name="Picture 10">
            <a:extLst>
              <a:ext uri="{FF2B5EF4-FFF2-40B4-BE49-F238E27FC236}">
                <a16:creationId xmlns:a16="http://schemas.microsoft.com/office/drawing/2014/main" id="{14FCB603-1A1B-5403-47F7-7AA9EFFACC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06631" y="1513840"/>
            <a:ext cx="7095995" cy="4734560"/>
          </a:xfrm>
          <a:prstGeom prst="rect">
            <a:avLst/>
          </a:prstGeom>
        </p:spPr>
      </p:pic>
      <p:sp>
        <p:nvSpPr>
          <p:cNvPr id="3" name="Slide Number Placeholder 2">
            <a:extLst>
              <a:ext uri="{FF2B5EF4-FFF2-40B4-BE49-F238E27FC236}">
                <a16:creationId xmlns:a16="http://schemas.microsoft.com/office/drawing/2014/main" id="{DBD2675E-6A68-4BE8-831D-F43F80DE5AC7}"/>
              </a:ext>
            </a:extLst>
          </p:cNvPr>
          <p:cNvSpPr>
            <a:spLocks noGrp="1"/>
          </p:cNvSpPr>
          <p:nvPr>
            <p:ph type="sldNum" sz="quarter" idx="12"/>
          </p:nvPr>
        </p:nvSpPr>
        <p:spPr/>
        <p:txBody>
          <a:bodyPr/>
          <a:lstStyle/>
          <a:p>
            <a:fld id="{000E18F7-2402-4720-BFF4-341E476333D4}" type="slidenum">
              <a:rPr lang="en-IN" smtClean="0"/>
              <a:t>5</a:t>
            </a:fld>
            <a:endParaRPr lang="en-IN"/>
          </a:p>
        </p:txBody>
      </p:sp>
    </p:spTree>
    <p:extLst>
      <p:ext uri="{BB962C8B-B14F-4D97-AF65-F5344CB8AC3E}">
        <p14:creationId xmlns:p14="http://schemas.microsoft.com/office/powerpoint/2010/main" val="30502855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F9B00D-BF0F-9B25-EC9D-19CCEEF9D360}"/>
              </a:ext>
            </a:extLst>
          </p:cNvPr>
          <p:cNvSpPr>
            <a:spLocks noGrp="1"/>
          </p:cNvSpPr>
          <p:nvPr>
            <p:ph type="title"/>
          </p:nvPr>
        </p:nvSpPr>
        <p:spPr/>
        <p:txBody>
          <a:bodyPr/>
          <a:lstStyle/>
          <a:p>
            <a:r>
              <a:rPr lang="en-IN" b="1" dirty="0"/>
              <a:t>Backtracking </a:t>
            </a:r>
            <a:endParaRPr lang="en-IN" dirty="0"/>
          </a:p>
        </p:txBody>
      </p:sp>
      <p:sp>
        <p:nvSpPr>
          <p:cNvPr id="3" name="Content Placeholder 2">
            <a:extLst>
              <a:ext uri="{FF2B5EF4-FFF2-40B4-BE49-F238E27FC236}">
                <a16:creationId xmlns:a16="http://schemas.microsoft.com/office/drawing/2014/main" id="{559B0CA7-296C-D95F-CE40-30174FC9437F}"/>
              </a:ext>
            </a:extLst>
          </p:cNvPr>
          <p:cNvSpPr>
            <a:spLocks noGrp="1"/>
          </p:cNvSpPr>
          <p:nvPr>
            <p:ph idx="1"/>
          </p:nvPr>
        </p:nvSpPr>
        <p:spPr>
          <a:xfrm>
            <a:off x="594360" y="1446848"/>
            <a:ext cx="4048760" cy="4351338"/>
          </a:xfrm>
          <a:ln>
            <a:solidFill>
              <a:schemeClr val="accent1"/>
            </a:solidFill>
          </a:ln>
        </p:spPr>
        <p:txBody>
          <a:bodyPr>
            <a:normAutofit fontScale="92500" lnSpcReduction="20000"/>
          </a:bodyPr>
          <a:lstStyle/>
          <a:p>
            <a:pPr marL="0" indent="0">
              <a:buNone/>
            </a:pPr>
            <a:r>
              <a:rPr lang="en-IN" sz="2000" b="1" dirty="0"/>
              <a:t>Constraint: </a:t>
            </a:r>
            <a:r>
              <a:rPr lang="en-IN" sz="2000" dirty="0"/>
              <a:t>Little Brother (L) </a:t>
            </a:r>
            <a:r>
              <a:rPr lang="en-IN" sz="2000" b="1" dirty="0"/>
              <a:t>cannot</a:t>
            </a:r>
            <a:r>
              <a:rPr lang="en-IN" sz="2000" dirty="0"/>
              <a:t> sit in the back seat,</a:t>
            </a:r>
          </a:p>
          <a:p>
            <a:pPr marL="0" indent="0">
              <a:buNone/>
            </a:pPr>
            <a:r>
              <a:rPr lang="en-IN" sz="2000" dirty="0"/>
              <a:t>Now there are exactly </a:t>
            </a:r>
            <a:r>
              <a:rPr lang="en-IN" sz="2000" b="1" dirty="0"/>
              <a:t>4 valid ways</a:t>
            </a:r>
            <a:r>
              <a:rPr lang="en-IN" sz="2000" dirty="0"/>
              <a:t> for them to sit.</a:t>
            </a:r>
          </a:p>
          <a:p>
            <a:pPr marL="0" indent="0">
              <a:buNone/>
            </a:pPr>
            <a:endParaRPr lang="en-IN" sz="2000" dirty="0"/>
          </a:p>
          <a:p>
            <a:r>
              <a:rPr lang="en-IN" sz="2000" dirty="0"/>
              <a:t>Total possible seating ways = 6</a:t>
            </a:r>
          </a:p>
          <a:p>
            <a:r>
              <a:rPr lang="en-IN" sz="2000" dirty="0"/>
              <a:t>Ways with L in the back = 2</a:t>
            </a:r>
          </a:p>
          <a:p>
            <a:r>
              <a:rPr lang="en-IN" sz="2000" b="1" dirty="0"/>
              <a:t>Valid ways remaining = 4</a:t>
            </a:r>
            <a:br>
              <a:rPr lang="en-IN" sz="2000" dirty="0"/>
            </a:br>
            <a:endParaRPr lang="en-IN" sz="2000" dirty="0"/>
          </a:p>
          <a:p>
            <a:pPr marL="0" indent="0">
              <a:buNone/>
            </a:pPr>
            <a:r>
              <a:rPr lang="en-IN" sz="2000" b="1" dirty="0"/>
              <a:t>Invalid Arrangements (Filtered Out)</a:t>
            </a:r>
          </a:p>
          <a:p>
            <a:pPr marL="0" indent="0">
              <a:buNone/>
            </a:pPr>
            <a:r>
              <a:rPr lang="en-IN" sz="2000" dirty="0"/>
              <a:t>The algorithm will reject these two options because L is in the back:</a:t>
            </a:r>
          </a:p>
          <a:p>
            <a:pPr marL="0" indent="0">
              <a:buNone/>
            </a:pPr>
            <a:r>
              <a:rPr lang="en-IN" sz="2000" dirty="0"/>
              <a:t>[B, M, L] ❌</a:t>
            </a:r>
          </a:p>
          <a:p>
            <a:pPr marL="0" indent="0">
              <a:buNone/>
            </a:pPr>
            <a:r>
              <a:rPr lang="en-IN" sz="2000" dirty="0"/>
              <a:t>[M, B, L] ❌</a:t>
            </a:r>
          </a:p>
        </p:txBody>
      </p:sp>
      <p:pic>
        <p:nvPicPr>
          <p:cNvPr id="5" name="Picture 4">
            <a:extLst>
              <a:ext uri="{FF2B5EF4-FFF2-40B4-BE49-F238E27FC236}">
                <a16:creationId xmlns:a16="http://schemas.microsoft.com/office/drawing/2014/main" id="{0D038373-DA28-F9A4-1F39-9232DA3057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02266" y="1416368"/>
            <a:ext cx="7167937" cy="5167312"/>
          </a:xfrm>
          <a:prstGeom prst="rect">
            <a:avLst/>
          </a:prstGeom>
        </p:spPr>
      </p:pic>
      <p:sp>
        <p:nvSpPr>
          <p:cNvPr id="4" name="Slide Number Placeholder 3">
            <a:extLst>
              <a:ext uri="{FF2B5EF4-FFF2-40B4-BE49-F238E27FC236}">
                <a16:creationId xmlns:a16="http://schemas.microsoft.com/office/drawing/2014/main" id="{C94B86C7-8CC5-5BBD-279B-3AC02963A7C8}"/>
              </a:ext>
            </a:extLst>
          </p:cNvPr>
          <p:cNvSpPr>
            <a:spLocks noGrp="1"/>
          </p:cNvSpPr>
          <p:nvPr>
            <p:ph type="sldNum" sz="quarter" idx="12"/>
          </p:nvPr>
        </p:nvSpPr>
        <p:spPr/>
        <p:txBody>
          <a:bodyPr/>
          <a:lstStyle/>
          <a:p>
            <a:fld id="{000E18F7-2402-4720-BFF4-341E476333D4}" type="slidenum">
              <a:rPr lang="en-IN" smtClean="0"/>
              <a:t>6</a:t>
            </a:fld>
            <a:endParaRPr lang="en-IN"/>
          </a:p>
        </p:txBody>
      </p:sp>
    </p:spTree>
    <p:extLst>
      <p:ext uri="{BB962C8B-B14F-4D97-AF65-F5344CB8AC3E}">
        <p14:creationId xmlns:p14="http://schemas.microsoft.com/office/powerpoint/2010/main" val="1034648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23347B-0929-4714-5403-48F629AB9E03}"/>
              </a:ext>
            </a:extLst>
          </p:cNvPr>
          <p:cNvSpPr>
            <a:spLocks noGrp="1"/>
          </p:cNvSpPr>
          <p:nvPr>
            <p:ph type="title"/>
          </p:nvPr>
        </p:nvSpPr>
        <p:spPr/>
        <p:txBody>
          <a:bodyPr>
            <a:normAutofit/>
          </a:bodyPr>
          <a:lstStyle/>
          <a:p>
            <a:r>
              <a:rPr lang="en-IN" sz="4000" b="1" dirty="0"/>
              <a:t>Backtracking helps to solve following  computer science problems</a:t>
            </a:r>
          </a:p>
        </p:txBody>
      </p:sp>
      <p:sp>
        <p:nvSpPr>
          <p:cNvPr id="3" name="Content Placeholder 2">
            <a:extLst>
              <a:ext uri="{FF2B5EF4-FFF2-40B4-BE49-F238E27FC236}">
                <a16:creationId xmlns:a16="http://schemas.microsoft.com/office/drawing/2014/main" id="{3DA0C263-2DF1-593D-EBDE-DCD78504D362}"/>
              </a:ext>
            </a:extLst>
          </p:cNvPr>
          <p:cNvSpPr>
            <a:spLocks noGrp="1"/>
          </p:cNvSpPr>
          <p:nvPr>
            <p:ph idx="1"/>
          </p:nvPr>
        </p:nvSpPr>
        <p:spPr/>
        <p:txBody>
          <a:bodyPr/>
          <a:lstStyle/>
          <a:p>
            <a:pPr>
              <a:lnSpc>
                <a:spcPct val="150000"/>
              </a:lnSpc>
            </a:pPr>
            <a:r>
              <a:rPr lang="en-IN" dirty="0"/>
              <a:t>The N-Queens Problem (For Example 4-Queens or 8-Queens)</a:t>
            </a:r>
          </a:p>
          <a:p>
            <a:pPr>
              <a:lnSpc>
                <a:spcPct val="150000"/>
              </a:lnSpc>
            </a:pPr>
            <a:r>
              <a:rPr lang="en-IN" dirty="0"/>
              <a:t>The Hamiltonian Cycle</a:t>
            </a:r>
          </a:p>
          <a:p>
            <a:pPr>
              <a:lnSpc>
                <a:spcPct val="150000"/>
              </a:lnSpc>
            </a:pPr>
            <a:r>
              <a:rPr lang="en-IN" dirty="0"/>
              <a:t>The Graph </a:t>
            </a:r>
            <a:r>
              <a:rPr lang="en-IN" dirty="0" err="1"/>
              <a:t>Coloring</a:t>
            </a:r>
            <a:r>
              <a:rPr lang="en-IN" dirty="0"/>
              <a:t> Problem</a:t>
            </a:r>
          </a:p>
        </p:txBody>
      </p:sp>
      <p:sp>
        <p:nvSpPr>
          <p:cNvPr id="4" name="Slide Number Placeholder 3">
            <a:extLst>
              <a:ext uri="{FF2B5EF4-FFF2-40B4-BE49-F238E27FC236}">
                <a16:creationId xmlns:a16="http://schemas.microsoft.com/office/drawing/2014/main" id="{9092363A-DC4A-31D6-8F06-81AE9C21FBE7}"/>
              </a:ext>
            </a:extLst>
          </p:cNvPr>
          <p:cNvSpPr>
            <a:spLocks noGrp="1"/>
          </p:cNvSpPr>
          <p:nvPr>
            <p:ph type="sldNum" sz="quarter" idx="12"/>
          </p:nvPr>
        </p:nvSpPr>
        <p:spPr/>
        <p:txBody>
          <a:bodyPr/>
          <a:lstStyle/>
          <a:p>
            <a:fld id="{000E18F7-2402-4720-BFF4-341E476333D4}" type="slidenum">
              <a:rPr lang="en-IN" smtClean="0"/>
              <a:t>7</a:t>
            </a:fld>
            <a:endParaRPr lang="en-IN"/>
          </a:p>
        </p:txBody>
      </p:sp>
    </p:spTree>
    <p:extLst>
      <p:ext uri="{BB962C8B-B14F-4D97-AF65-F5344CB8AC3E}">
        <p14:creationId xmlns:p14="http://schemas.microsoft.com/office/powerpoint/2010/main" val="34575427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A2155-A548-2074-727D-1969E8AF3BDB}"/>
              </a:ext>
            </a:extLst>
          </p:cNvPr>
          <p:cNvSpPr>
            <a:spLocks noGrp="1"/>
          </p:cNvSpPr>
          <p:nvPr>
            <p:ph type="title"/>
          </p:nvPr>
        </p:nvSpPr>
        <p:spPr/>
        <p:txBody>
          <a:bodyPr>
            <a:normAutofit/>
          </a:bodyPr>
          <a:lstStyle/>
          <a:p>
            <a:r>
              <a:rPr lang="en-IN" sz="4000" b="1" dirty="0"/>
              <a:t>Backtracking Algorithm: The 4-Queens Problem</a:t>
            </a:r>
            <a:endParaRPr lang="en-IN" sz="4000" dirty="0"/>
          </a:p>
        </p:txBody>
      </p:sp>
      <p:graphicFrame>
        <p:nvGraphicFramePr>
          <p:cNvPr id="5" name="Table 4">
            <a:extLst>
              <a:ext uri="{FF2B5EF4-FFF2-40B4-BE49-F238E27FC236}">
                <a16:creationId xmlns:a16="http://schemas.microsoft.com/office/drawing/2014/main" id="{006C8A58-0A15-A223-DE19-760C1195A934}"/>
              </a:ext>
            </a:extLst>
          </p:cNvPr>
          <p:cNvGraphicFramePr>
            <a:graphicFrameLocks noGrp="1"/>
          </p:cNvGraphicFramePr>
          <p:nvPr>
            <p:extLst>
              <p:ext uri="{D42A27DB-BD31-4B8C-83A1-F6EECF244321}">
                <p14:modId xmlns:p14="http://schemas.microsoft.com/office/powerpoint/2010/main" val="2720702529"/>
              </p:ext>
            </p:extLst>
          </p:nvPr>
        </p:nvGraphicFramePr>
        <p:xfrm>
          <a:off x="7746999" y="1904048"/>
          <a:ext cx="3450875" cy="2505393"/>
        </p:xfrm>
        <a:graphic>
          <a:graphicData uri="http://schemas.openxmlformats.org/drawingml/2006/table">
            <a:tbl>
              <a:tblPr firstRow="1" bandRow="1">
                <a:tableStyleId>{5940675A-B579-460E-94D1-54222C63F5DA}</a:tableStyleId>
              </a:tblPr>
              <a:tblGrid>
                <a:gridCol w="397794">
                  <a:extLst>
                    <a:ext uri="{9D8B030D-6E8A-4147-A177-3AD203B41FA5}">
                      <a16:colId xmlns:a16="http://schemas.microsoft.com/office/drawing/2014/main" val="2835415117"/>
                    </a:ext>
                  </a:extLst>
                </a:gridCol>
                <a:gridCol w="796080">
                  <a:extLst>
                    <a:ext uri="{9D8B030D-6E8A-4147-A177-3AD203B41FA5}">
                      <a16:colId xmlns:a16="http://schemas.microsoft.com/office/drawing/2014/main" val="1304507083"/>
                    </a:ext>
                  </a:extLst>
                </a:gridCol>
                <a:gridCol w="742541">
                  <a:extLst>
                    <a:ext uri="{9D8B030D-6E8A-4147-A177-3AD203B41FA5}">
                      <a16:colId xmlns:a16="http://schemas.microsoft.com/office/drawing/2014/main" val="719428449"/>
                    </a:ext>
                  </a:extLst>
                </a:gridCol>
                <a:gridCol w="757230">
                  <a:extLst>
                    <a:ext uri="{9D8B030D-6E8A-4147-A177-3AD203B41FA5}">
                      <a16:colId xmlns:a16="http://schemas.microsoft.com/office/drawing/2014/main" val="639983479"/>
                    </a:ext>
                  </a:extLst>
                </a:gridCol>
                <a:gridCol w="757230">
                  <a:extLst>
                    <a:ext uri="{9D8B030D-6E8A-4147-A177-3AD203B41FA5}">
                      <a16:colId xmlns:a16="http://schemas.microsoft.com/office/drawing/2014/main" val="825097739"/>
                    </a:ext>
                  </a:extLst>
                </a:gridCol>
              </a:tblGrid>
              <a:tr h="475176">
                <a:tc>
                  <a:txBody>
                    <a:bodyPr/>
                    <a:lstStyle/>
                    <a:p>
                      <a:pPr algn="ctr"/>
                      <a:endParaRPr lang="en-IN"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604689">
                <a:tc>
                  <a:txBody>
                    <a:bodyPr/>
                    <a:lstStyle/>
                    <a:p>
                      <a:pPr algn="ctr"/>
                      <a:r>
                        <a:rPr lang="en-IN"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97796"/>
                  </a:ext>
                </a:extLst>
              </a:tr>
              <a:tr h="475176">
                <a:tc>
                  <a:txBody>
                    <a:bodyPr/>
                    <a:lstStyle/>
                    <a:p>
                      <a:pPr algn="ctr"/>
                      <a:r>
                        <a:rPr lang="en-IN"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IN" dirty="0"/>
                        <a:t>-</a:t>
                      </a:r>
                    </a:p>
                  </a:txBody>
                  <a:tcPr anchor="ctr">
                    <a:lnT w="12700" cap="flat" cmpd="sng" algn="ctr">
                      <a:solidFill>
                        <a:schemeClr val="tx1"/>
                      </a:solidFill>
                      <a:prstDash val="solid"/>
                      <a:round/>
                      <a:headEnd type="none" w="med" len="med"/>
                      <a:tailEnd type="none" w="med" len="med"/>
                    </a:lnT>
                  </a:tcPr>
                </a:tc>
                <a:tc>
                  <a:txBody>
                    <a:bodyPr/>
                    <a:lstStyle/>
                    <a:p>
                      <a:pPr algn="ctr"/>
                      <a:r>
                        <a:rPr lang="en-IN" dirty="0"/>
                        <a:t>Q2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253939358"/>
                  </a:ext>
                </a:extLst>
              </a:tr>
              <a:tr h="475176">
                <a:tc>
                  <a:txBody>
                    <a:bodyPr/>
                    <a:lstStyle/>
                    <a:p>
                      <a:pPr algn="ctr"/>
                      <a:r>
                        <a:rPr lang="en-IN"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Q3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a:t>
                      </a:r>
                    </a:p>
                  </a:txBody>
                  <a:tcPr anchor="ctr"/>
                </a:tc>
                <a:tc>
                  <a:txBody>
                    <a:bodyPr/>
                    <a:lstStyle/>
                    <a:p>
                      <a:pPr algn="ctr"/>
                      <a:r>
                        <a:rPr lang="en-IN" dirty="0"/>
                        <a:t>-</a:t>
                      </a:r>
                    </a:p>
                  </a:txBody>
                  <a:tcPr anchor="ctr"/>
                </a:tc>
                <a:extLst>
                  <a:ext uri="{0D108BD9-81ED-4DB2-BD59-A6C34878D82A}">
                    <a16:rowId xmlns:a16="http://schemas.microsoft.com/office/drawing/2014/main" val="206229420"/>
                  </a:ext>
                </a:extLst>
              </a:tr>
              <a:tr h="475176">
                <a:tc>
                  <a:txBody>
                    <a:bodyPr/>
                    <a:lstStyle/>
                    <a:p>
                      <a:pPr algn="ctr"/>
                      <a:r>
                        <a:rPr lang="en-IN"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Q4</a:t>
                      </a:r>
                    </a:p>
                  </a:txBody>
                  <a:tcPr anchor="ctr"/>
                </a:tc>
                <a:tc>
                  <a:txBody>
                    <a:bodyPr/>
                    <a:lstStyle/>
                    <a:p>
                      <a:pPr algn="ctr"/>
                      <a:r>
                        <a:rPr lang="en-IN" dirty="0"/>
                        <a:t>-</a:t>
                      </a:r>
                    </a:p>
                  </a:txBody>
                  <a:tcPr anchor="ctr"/>
                </a:tc>
                <a:extLst>
                  <a:ext uri="{0D108BD9-81ED-4DB2-BD59-A6C34878D82A}">
                    <a16:rowId xmlns:a16="http://schemas.microsoft.com/office/drawing/2014/main" val="2840274321"/>
                  </a:ext>
                </a:extLst>
              </a:tr>
            </a:tbl>
          </a:graphicData>
        </a:graphic>
      </p:graphicFrame>
      <p:sp>
        <p:nvSpPr>
          <p:cNvPr id="7" name="TextBox 6">
            <a:extLst>
              <a:ext uri="{FF2B5EF4-FFF2-40B4-BE49-F238E27FC236}">
                <a16:creationId xmlns:a16="http://schemas.microsoft.com/office/drawing/2014/main" id="{34AECA88-95B7-0432-31D8-63F3C2B01355}"/>
              </a:ext>
            </a:extLst>
          </p:cNvPr>
          <p:cNvSpPr txBox="1"/>
          <p:nvPr/>
        </p:nvSpPr>
        <p:spPr>
          <a:xfrm>
            <a:off x="8067273" y="4653280"/>
            <a:ext cx="3231975" cy="923330"/>
          </a:xfrm>
          <a:prstGeom prst="rect">
            <a:avLst/>
          </a:prstGeom>
          <a:noFill/>
        </p:spPr>
        <p:txBody>
          <a:bodyPr wrap="none" rtlCol="0">
            <a:spAutoFit/>
          </a:bodyPr>
          <a:lstStyle/>
          <a:p>
            <a:pPr algn="ctr"/>
            <a:r>
              <a:rPr lang="en-IN" b="1" dirty="0"/>
              <a:t>4 x 4 chessboard</a:t>
            </a:r>
          </a:p>
          <a:p>
            <a:r>
              <a:rPr lang="en-IN" b="1" dirty="0"/>
              <a:t>One of the solution is: x[2 4 1 3]</a:t>
            </a:r>
          </a:p>
          <a:p>
            <a:r>
              <a:rPr lang="en-IN" b="1" dirty="0"/>
              <a:t>                 </a:t>
            </a:r>
          </a:p>
        </p:txBody>
      </p:sp>
      <p:sp>
        <p:nvSpPr>
          <p:cNvPr id="8" name="Content Placeholder 2">
            <a:extLst>
              <a:ext uri="{FF2B5EF4-FFF2-40B4-BE49-F238E27FC236}">
                <a16:creationId xmlns:a16="http://schemas.microsoft.com/office/drawing/2014/main" id="{544B941B-8106-B310-DFF9-17DA40742B2E}"/>
              </a:ext>
            </a:extLst>
          </p:cNvPr>
          <p:cNvSpPr>
            <a:spLocks noGrp="1"/>
          </p:cNvSpPr>
          <p:nvPr>
            <p:ph idx="1"/>
          </p:nvPr>
        </p:nvSpPr>
        <p:spPr>
          <a:xfrm>
            <a:off x="552916" y="1623696"/>
            <a:ext cx="6763040" cy="4604384"/>
          </a:xfrm>
          <a:ln>
            <a:solidFill>
              <a:schemeClr val="accent1"/>
            </a:solidFill>
          </a:ln>
        </p:spPr>
        <p:txBody>
          <a:bodyPr>
            <a:normAutofit fontScale="85000" lnSpcReduction="20000"/>
          </a:bodyPr>
          <a:lstStyle/>
          <a:p>
            <a:pPr marL="0" indent="0" algn="just">
              <a:buNone/>
            </a:pPr>
            <a:r>
              <a:rPr lang="en-IN" b="1" dirty="0">
                <a:solidFill>
                  <a:srgbClr val="FF0000"/>
                </a:solidFill>
              </a:rPr>
              <a:t>Problem: </a:t>
            </a:r>
            <a:r>
              <a:rPr lang="en-IN" dirty="0"/>
              <a:t>Place 4-Queens into 4x4 chessboard so that no two queens can attack each other means no two queens are on  the same row, same column or same diagonal.</a:t>
            </a:r>
            <a:endParaRPr lang="en-IN" sz="3200" dirty="0"/>
          </a:p>
          <a:p>
            <a:pPr marL="0" indent="0" algn="just">
              <a:buNone/>
            </a:pPr>
            <a:r>
              <a:rPr lang="en-IN" b="1" dirty="0"/>
              <a:t>Constraints:</a:t>
            </a:r>
          </a:p>
          <a:p>
            <a:pPr marL="538163" indent="-138113" algn="just"/>
            <a:r>
              <a:rPr lang="en-IN" sz="3200" dirty="0"/>
              <a:t> </a:t>
            </a:r>
            <a:r>
              <a:rPr lang="en-IN" b="1" dirty="0"/>
              <a:t>Explicit Constraints</a:t>
            </a:r>
          </a:p>
          <a:p>
            <a:pPr marL="1314450" lvl="1" indent="-457200" algn="just">
              <a:buFont typeface="+mj-lt"/>
              <a:buAutoNum type="arabicPeriod"/>
            </a:pPr>
            <a:r>
              <a:rPr lang="en-IN" dirty="0"/>
              <a:t>Given 4 x 4 chessboard</a:t>
            </a:r>
          </a:p>
          <a:p>
            <a:pPr marL="1314450" lvl="1" indent="-457200" algn="just">
              <a:buFont typeface="+mj-lt"/>
              <a:buAutoNum type="arabicPeriod"/>
            </a:pPr>
            <a:r>
              <a:rPr lang="en-IN" dirty="0"/>
              <a:t>Where 4 is the no. of queens </a:t>
            </a:r>
          </a:p>
          <a:p>
            <a:pPr marL="1314450" lvl="2" indent="0" algn="just">
              <a:buNone/>
            </a:pPr>
            <a:r>
              <a:rPr lang="en-IN" sz="2400" b="1" dirty="0"/>
              <a:t>1 &lt;= xi &lt;=4</a:t>
            </a:r>
            <a:endParaRPr lang="en-IN" sz="1800" b="1" dirty="0"/>
          </a:p>
          <a:p>
            <a:pPr marL="857250" lvl="1" indent="0" algn="just">
              <a:buNone/>
            </a:pPr>
            <a:endParaRPr lang="en-IN" sz="2800" dirty="0"/>
          </a:p>
          <a:p>
            <a:pPr lvl="1" algn="just"/>
            <a:r>
              <a:rPr lang="en-IN" sz="2800" b="1" dirty="0"/>
              <a:t>Implicit constraints:</a:t>
            </a:r>
          </a:p>
          <a:p>
            <a:pPr marL="457200" lvl="1" indent="0" algn="just">
              <a:buNone/>
            </a:pPr>
            <a:r>
              <a:rPr lang="en-IN" sz="2600" dirty="0"/>
              <a:t>We have to place all the queens in such a way that:</a:t>
            </a:r>
            <a:endParaRPr lang="en-IN" sz="2800" dirty="0"/>
          </a:p>
          <a:p>
            <a:pPr marL="1371600" lvl="2" indent="-457200" algn="just">
              <a:buFont typeface="+mj-lt"/>
              <a:buAutoNum type="arabicPeriod"/>
            </a:pPr>
            <a:r>
              <a:rPr lang="en-IN" sz="2400" dirty="0"/>
              <a:t>No two queens should be in same row</a:t>
            </a:r>
          </a:p>
          <a:p>
            <a:pPr marL="1371600" lvl="2" indent="-457200" algn="just">
              <a:buFont typeface="+mj-lt"/>
              <a:buAutoNum type="arabicPeriod"/>
            </a:pPr>
            <a:r>
              <a:rPr lang="en-IN" sz="2400" dirty="0"/>
              <a:t>No two queens should be in same column</a:t>
            </a:r>
          </a:p>
          <a:p>
            <a:pPr marL="1371600" lvl="2" indent="-457200" algn="just">
              <a:buFont typeface="+mj-lt"/>
              <a:buAutoNum type="arabicPeriod"/>
            </a:pPr>
            <a:r>
              <a:rPr lang="en-IN" sz="2400" dirty="0"/>
              <a:t>No two queens should be in same diagonal</a:t>
            </a:r>
          </a:p>
        </p:txBody>
      </p:sp>
      <p:sp>
        <p:nvSpPr>
          <p:cNvPr id="3" name="Slide Number Placeholder 2">
            <a:extLst>
              <a:ext uri="{FF2B5EF4-FFF2-40B4-BE49-F238E27FC236}">
                <a16:creationId xmlns:a16="http://schemas.microsoft.com/office/drawing/2014/main" id="{7F203ACE-AC2A-C8A4-AED7-447BC90006AF}"/>
              </a:ext>
            </a:extLst>
          </p:cNvPr>
          <p:cNvSpPr>
            <a:spLocks noGrp="1"/>
          </p:cNvSpPr>
          <p:nvPr>
            <p:ph type="sldNum" sz="quarter" idx="12"/>
          </p:nvPr>
        </p:nvSpPr>
        <p:spPr/>
        <p:txBody>
          <a:bodyPr/>
          <a:lstStyle/>
          <a:p>
            <a:fld id="{000E18F7-2402-4720-BFF4-341E476333D4}" type="slidenum">
              <a:rPr lang="en-IN" smtClean="0"/>
              <a:t>8</a:t>
            </a:fld>
            <a:endParaRPr lang="en-IN"/>
          </a:p>
        </p:txBody>
      </p:sp>
    </p:spTree>
    <p:extLst>
      <p:ext uri="{BB962C8B-B14F-4D97-AF65-F5344CB8AC3E}">
        <p14:creationId xmlns:p14="http://schemas.microsoft.com/office/powerpoint/2010/main" val="41956940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E89FBF1D-3441-08D0-96D3-D4315600747E}"/>
              </a:ext>
            </a:extLst>
          </p:cNvPr>
          <p:cNvPicPr>
            <a:picLocks noChangeAspect="1"/>
          </p:cNvPicPr>
          <p:nvPr/>
        </p:nvPicPr>
        <p:blipFill>
          <a:blip r:embed="rId2"/>
          <a:stretch>
            <a:fillRect/>
          </a:stretch>
        </p:blipFill>
        <p:spPr>
          <a:xfrm>
            <a:off x="0" y="0"/>
            <a:ext cx="12192000" cy="6858000"/>
          </a:xfrm>
          <a:prstGeom prst="rect">
            <a:avLst/>
          </a:prstGeom>
        </p:spPr>
      </p:pic>
      <p:sp>
        <p:nvSpPr>
          <p:cNvPr id="2" name="Slide Number Placeholder 1">
            <a:extLst>
              <a:ext uri="{FF2B5EF4-FFF2-40B4-BE49-F238E27FC236}">
                <a16:creationId xmlns:a16="http://schemas.microsoft.com/office/drawing/2014/main" id="{FFA3EE74-45A8-3BBC-C33D-C99CBBBEFABA}"/>
              </a:ext>
            </a:extLst>
          </p:cNvPr>
          <p:cNvSpPr>
            <a:spLocks noGrp="1"/>
          </p:cNvSpPr>
          <p:nvPr>
            <p:ph type="sldNum" sz="quarter" idx="12"/>
          </p:nvPr>
        </p:nvSpPr>
        <p:spPr/>
        <p:txBody>
          <a:bodyPr/>
          <a:lstStyle/>
          <a:p>
            <a:fld id="{000E18F7-2402-4720-BFF4-341E476333D4}" type="slidenum">
              <a:rPr lang="en-IN" smtClean="0"/>
              <a:t>9</a:t>
            </a:fld>
            <a:endParaRPr lang="en-IN"/>
          </a:p>
        </p:txBody>
      </p:sp>
    </p:spTree>
    <p:extLst>
      <p:ext uri="{BB962C8B-B14F-4D97-AF65-F5344CB8AC3E}">
        <p14:creationId xmlns:p14="http://schemas.microsoft.com/office/powerpoint/2010/main" val="40252307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567CFD9F-B5E5-17C5-4509-82F69CAF09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287871"/>
            <a:ext cx="12192000" cy="5501457"/>
          </a:xfrm>
          <a:prstGeom prst="rect">
            <a:avLst/>
          </a:prstGeom>
        </p:spPr>
      </p:pic>
      <p:sp>
        <p:nvSpPr>
          <p:cNvPr id="9" name="Title 1">
            <a:extLst>
              <a:ext uri="{FF2B5EF4-FFF2-40B4-BE49-F238E27FC236}">
                <a16:creationId xmlns:a16="http://schemas.microsoft.com/office/drawing/2014/main" id="{06C196FC-445B-73BC-2F47-30BA6CE190FB}"/>
              </a:ext>
            </a:extLst>
          </p:cNvPr>
          <p:cNvSpPr>
            <a:spLocks noGrp="1"/>
          </p:cNvSpPr>
          <p:nvPr>
            <p:ph type="title"/>
          </p:nvPr>
        </p:nvSpPr>
        <p:spPr>
          <a:xfrm>
            <a:off x="838200" y="50165"/>
            <a:ext cx="10515600" cy="1325563"/>
          </a:xfrm>
        </p:spPr>
        <p:txBody>
          <a:bodyPr>
            <a:normAutofit/>
          </a:bodyPr>
          <a:lstStyle/>
          <a:p>
            <a:r>
              <a:rPr lang="en-IN" sz="4000" b="1" dirty="0"/>
              <a:t>Backtracking Algorithm: The 4-Queens Problem</a:t>
            </a:r>
            <a:endParaRPr lang="en-IN" sz="4000" dirty="0"/>
          </a:p>
        </p:txBody>
      </p:sp>
      <p:sp>
        <p:nvSpPr>
          <p:cNvPr id="2" name="Slide Number Placeholder 1">
            <a:extLst>
              <a:ext uri="{FF2B5EF4-FFF2-40B4-BE49-F238E27FC236}">
                <a16:creationId xmlns:a16="http://schemas.microsoft.com/office/drawing/2014/main" id="{FBA7C667-62D7-F87C-2D64-FDA92CE83673}"/>
              </a:ext>
            </a:extLst>
          </p:cNvPr>
          <p:cNvSpPr>
            <a:spLocks noGrp="1"/>
          </p:cNvSpPr>
          <p:nvPr>
            <p:ph type="sldNum" sz="quarter" idx="12"/>
          </p:nvPr>
        </p:nvSpPr>
        <p:spPr/>
        <p:txBody>
          <a:bodyPr/>
          <a:lstStyle/>
          <a:p>
            <a:fld id="{000E18F7-2402-4720-BFF4-341E476333D4}" type="slidenum">
              <a:rPr lang="en-IN" smtClean="0"/>
              <a:t>10</a:t>
            </a:fld>
            <a:endParaRPr lang="en-IN"/>
          </a:p>
        </p:txBody>
      </p:sp>
    </p:spTree>
    <p:extLst>
      <p:ext uri="{BB962C8B-B14F-4D97-AF65-F5344CB8AC3E}">
        <p14:creationId xmlns:p14="http://schemas.microsoft.com/office/powerpoint/2010/main" val="21684389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55805-B38E-6A99-B14D-09DFFBFAA942}"/>
            </a:ext>
          </a:extLst>
        </p:cNvPr>
        <p:cNvGrpSpPr/>
        <p:nvPr/>
      </p:nvGrpSpPr>
      <p:grpSpPr>
        <a:xfrm>
          <a:off x="0" y="0"/>
          <a:ext cx="0" cy="0"/>
          <a:chOff x="0" y="0"/>
          <a:chExt cx="0" cy="0"/>
        </a:xfrm>
      </p:grpSpPr>
      <p:pic>
        <p:nvPicPr>
          <p:cNvPr id="111" name="Picture 110">
            <a:extLst>
              <a:ext uri="{FF2B5EF4-FFF2-40B4-BE49-F238E27FC236}">
                <a16:creationId xmlns:a16="http://schemas.microsoft.com/office/drawing/2014/main" id="{A862502A-695C-EB48-5FFD-F74F71B108BC}"/>
              </a:ext>
            </a:extLst>
          </p:cNvPr>
          <p:cNvPicPr>
            <a:picLocks noChangeAspect="1"/>
          </p:cNvPicPr>
          <p:nvPr/>
        </p:nvPicPr>
        <p:blipFill>
          <a:blip r:embed="rId2"/>
          <a:stretch>
            <a:fillRect/>
          </a:stretch>
        </p:blipFill>
        <p:spPr>
          <a:xfrm>
            <a:off x="426719" y="142240"/>
            <a:ext cx="10775403" cy="6061164"/>
          </a:xfrm>
          <a:prstGeom prst="rect">
            <a:avLst/>
          </a:prstGeom>
        </p:spPr>
      </p:pic>
      <p:graphicFrame>
        <p:nvGraphicFramePr>
          <p:cNvPr id="112" name="Table 111">
            <a:extLst>
              <a:ext uri="{FF2B5EF4-FFF2-40B4-BE49-F238E27FC236}">
                <a16:creationId xmlns:a16="http://schemas.microsoft.com/office/drawing/2014/main" id="{497B4CB3-8E44-684C-8DB8-038436D8712D}"/>
              </a:ext>
            </a:extLst>
          </p:cNvPr>
          <p:cNvGraphicFramePr>
            <a:graphicFrameLocks noGrp="1"/>
          </p:cNvGraphicFramePr>
          <p:nvPr/>
        </p:nvGraphicFramePr>
        <p:xfrm>
          <a:off x="10007600" y="132080"/>
          <a:ext cx="1696721" cy="1373036"/>
        </p:xfrm>
        <a:graphic>
          <a:graphicData uri="http://schemas.openxmlformats.org/drawingml/2006/table">
            <a:tbl>
              <a:tblPr firstRow="1" bandRow="1">
                <a:tableStyleId>{5940675A-B579-460E-94D1-54222C63F5DA}</a:tableStyleId>
              </a:tblPr>
              <a:tblGrid>
                <a:gridCol w="239288">
                  <a:extLst>
                    <a:ext uri="{9D8B030D-6E8A-4147-A177-3AD203B41FA5}">
                      <a16:colId xmlns:a16="http://schemas.microsoft.com/office/drawing/2014/main" val="2835415117"/>
                    </a:ext>
                  </a:extLst>
                </a:gridCol>
                <a:gridCol w="380021">
                  <a:extLst>
                    <a:ext uri="{9D8B030D-6E8A-4147-A177-3AD203B41FA5}">
                      <a16:colId xmlns:a16="http://schemas.microsoft.com/office/drawing/2014/main" val="1304507083"/>
                    </a:ext>
                  </a:extLst>
                </a:gridCol>
                <a:gridCol w="354462">
                  <a:extLst>
                    <a:ext uri="{9D8B030D-6E8A-4147-A177-3AD203B41FA5}">
                      <a16:colId xmlns:a16="http://schemas.microsoft.com/office/drawing/2014/main" val="719428449"/>
                    </a:ext>
                  </a:extLst>
                </a:gridCol>
                <a:gridCol w="361475">
                  <a:extLst>
                    <a:ext uri="{9D8B030D-6E8A-4147-A177-3AD203B41FA5}">
                      <a16:colId xmlns:a16="http://schemas.microsoft.com/office/drawing/2014/main" val="639983479"/>
                    </a:ext>
                  </a:extLst>
                </a:gridCol>
                <a:gridCol w="361475">
                  <a:extLst>
                    <a:ext uri="{9D8B030D-6E8A-4147-A177-3AD203B41FA5}">
                      <a16:colId xmlns:a16="http://schemas.microsoft.com/office/drawing/2014/main" val="825097739"/>
                    </a:ext>
                  </a:extLst>
                </a:gridCol>
              </a:tblGrid>
              <a:tr h="242404">
                <a:tc>
                  <a:txBody>
                    <a:bodyPr/>
                    <a:lstStyle/>
                    <a:p>
                      <a:pPr algn="ctr"/>
                      <a:endParaRPr lang="en-IN" sz="1000"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282299">
                <a:tc>
                  <a:txBody>
                    <a:bodyPr/>
                    <a:lstStyle/>
                    <a:p>
                      <a:pPr algn="ctr"/>
                      <a:r>
                        <a:rPr lang="en-IN" sz="1000"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97796"/>
                  </a:ext>
                </a:extLst>
              </a:tr>
              <a:tr h="282299">
                <a:tc>
                  <a:txBody>
                    <a:bodyPr/>
                    <a:lstStyle/>
                    <a:p>
                      <a:pPr algn="ctr"/>
                      <a:r>
                        <a:rPr lang="en-IN" sz="1000"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Q2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IN" sz="1000" dirty="0"/>
                        <a:t>-</a:t>
                      </a:r>
                    </a:p>
                  </a:txBody>
                  <a:tcPr anchor="ctr">
                    <a:lnT w="12700" cap="flat" cmpd="sng" algn="ctr">
                      <a:solidFill>
                        <a:schemeClr val="tx1"/>
                      </a:solidFill>
                      <a:prstDash val="solid"/>
                      <a:round/>
                      <a:headEnd type="none" w="med" len="med"/>
                      <a:tailEnd type="none" w="med" len="med"/>
                    </a:lnT>
                  </a:tcPr>
                </a:tc>
                <a:tc>
                  <a:txBody>
                    <a:bodyPr/>
                    <a:lstStyle/>
                    <a:p>
                      <a:pPr algn="ctr"/>
                      <a:r>
                        <a:rPr lang="en-IN" sz="1000" dirty="0"/>
                        <a: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253939358"/>
                  </a:ext>
                </a:extLst>
              </a:tr>
              <a:tr h="282299">
                <a:tc>
                  <a:txBody>
                    <a:bodyPr/>
                    <a:lstStyle/>
                    <a:p>
                      <a:pPr algn="ctr"/>
                      <a:r>
                        <a:rPr lang="en-IN" sz="1000"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sz="1000" dirty="0"/>
                        <a:t>-</a:t>
                      </a:r>
                    </a:p>
                  </a:txBody>
                  <a:tcPr anchor="ctr"/>
                </a:tc>
                <a:tc>
                  <a:txBody>
                    <a:bodyPr/>
                    <a:lstStyle/>
                    <a:p>
                      <a:pPr algn="ctr"/>
                      <a:r>
                        <a:rPr lang="en-IN" sz="1000" dirty="0"/>
                        <a:t>Q3</a:t>
                      </a:r>
                    </a:p>
                  </a:txBody>
                  <a:tcPr anchor="ctr"/>
                </a:tc>
                <a:extLst>
                  <a:ext uri="{0D108BD9-81ED-4DB2-BD59-A6C34878D82A}">
                    <a16:rowId xmlns:a16="http://schemas.microsoft.com/office/drawing/2014/main" val="206229420"/>
                  </a:ext>
                </a:extLst>
              </a:tr>
              <a:tr h="282299">
                <a:tc>
                  <a:txBody>
                    <a:bodyPr/>
                    <a:lstStyle/>
                    <a:p>
                      <a:pPr algn="ctr"/>
                      <a:r>
                        <a:rPr lang="en-IN" sz="1000"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Q4</a:t>
                      </a:r>
                    </a:p>
                  </a:txBody>
                  <a:tcPr anchor="ctr">
                    <a:lnL w="12700" cap="flat" cmpd="sng" algn="ctr">
                      <a:solidFill>
                        <a:schemeClr val="tx1"/>
                      </a:solidFill>
                      <a:prstDash val="solid"/>
                      <a:round/>
                      <a:headEnd type="none" w="med" len="med"/>
                      <a:tailEnd type="none" w="med" len="med"/>
                    </a:lnL>
                  </a:tcPr>
                </a:tc>
                <a:tc>
                  <a:txBody>
                    <a:bodyPr/>
                    <a:lstStyle/>
                    <a:p>
                      <a:pPr algn="ctr"/>
                      <a:r>
                        <a:rPr lang="en-IN" sz="1000" dirty="0"/>
                        <a:t>-</a:t>
                      </a:r>
                    </a:p>
                  </a:txBody>
                  <a:tcPr anchor="ctr"/>
                </a:tc>
                <a:tc>
                  <a:txBody>
                    <a:bodyPr/>
                    <a:lstStyle/>
                    <a:p>
                      <a:pPr algn="ctr"/>
                      <a:r>
                        <a:rPr lang="en-IN" sz="1000" dirty="0"/>
                        <a:t>-</a:t>
                      </a:r>
                    </a:p>
                  </a:txBody>
                  <a:tcPr anchor="ctr"/>
                </a:tc>
                <a:extLst>
                  <a:ext uri="{0D108BD9-81ED-4DB2-BD59-A6C34878D82A}">
                    <a16:rowId xmlns:a16="http://schemas.microsoft.com/office/drawing/2014/main" val="2840274321"/>
                  </a:ext>
                </a:extLst>
              </a:tr>
            </a:tbl>
          </a:graphicData>
        </a:graphic>
      </p:graphicFrame>
      <p:graphicFrame>
        <p:nvGraphicFramePr>
          <p:cNvPr id="113" name="Table 112">
            <a:extLst>
              <a:ext uri="{FF2B5EF4-FFF2-40B4-BE49-F238E27FC236}">
                <a16:creationId xmlns:a16="http://schemas.microsoft.com/office/drawing/2014/main" id="{BBDDC6BA-F2A8-FA3D-6539-5528DF04072D}"/>
              </a:ext>
            </a:extLst>
          </p:cNvPr>
          <p:cNvGraphicFramePr>
            <a:graphicFrameLocks noGrp="1"/>
          </p:cNvGraphicFramePr>
          <p:nvPr/>
        </p:nvGraphicFramePr>
        <p:xfrm>
          <a:off x="7955280" y="172720"/>
          <a:ext cx="1696721" cy="1373036"/>
        </p:xfrm>
        <a:graphic>
          <a:graphicData uri="http://schemas.openxmlformats.org/drawingml/2006/table">
            <a:tbl>
              <a:tblPr firstRow="1" bandRow="1">
                <a:tableStyleId>{5940675A-B579-460E-94D1-54222C63F5DA}</a:tableStyleId>
              </a:tblPr>
              <a:tblGrid>
                <a:gridCol w="239288">
                  <a:extLst>
                    <a:ext uri="{9D8B030D-6E8A-4147-A177-3AD203B41FA5}">
                      <a16:colId xmlns:a16="http://schemas.microsoft.com/office/drawing/2014/main" val="2835415117"/>
                    </a:ext>
                  </a:extLst>
                </a:gridCol>
                <a:gridCol w="380021">
                  <a:extLst>
                    <a:ext uri="{9D8B030D-6E8A-4147-A177-3AD203B41FA5}">
                      <a16:colId xmlns:a16="http://schemas.microsoft.com/office/drawing/2014/main" val="1304507083"/>
                    </a:ext>
                  </a:extLst>
                </a:gridCol>
                <a:gridCol w="354462">
                  <a:extLst>
                    <a:ext uri="{9D8B030D-6E8A-4147-A177-3AD203B41FA5}">
                      <a16:colId xmlns:a16="http://schemas.microsoft.com/office/drawing/2014/main" val="719428449"/>
                    </a:ext>
                  </a:extLst>
                </a:gridCol>
                <a:gridCol w="361475">
                  <a:extLst>
                    <a:ext uri="{9D8B030D-6E8A-4147-A177-3AD203B41FA5}">
                      <a16:colId xmlns:a16="http://schemas.microsoft.com/office/drawing/2014/main" val="639983479"/>
                    </a:ext>
                  </a:extLst>
                </a:gridCol>
                <a:gridCol w="361475">
                  <a:extLst>
                    <a:ext uri="{9D8B030D-6E8A-4147-A177-3AD203B41FA5}">
                      <a16:colId xmlns:a16="http://schemas.microsoft.com/office/drawing/2014/main" val="825097739"/>
                    </a:ext>
                  </a:extLst>
                </a:gridCol>
              </a:tblGrid>
              <a:tr h="242404">
                <a:tc>
                  <a:txBody>
                    <a:bodyPr/>
                    <a:lstStyle/>
                    <a:p>
                      <a:pPr algn="ctr"/>
                      <a:endParaRPr lang="en-IN" sz="1000"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282299">
                <a:tc>
                  <a:txBody>
                    <a:bodyPr/>
                    <a:lstStyle/>
                    <a:p>
                      <a:pPr algn="ctr"/>
                      <a:r>
                        <a:rPr lang="en-IN" sz="1000"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97796"/>
                  </a:ext>
                </a:extLst>
              </a:tr>
              <a:tr h="282299">
                <a:tc>
                  <a:txBody>
                    <a:bodyPr/>
                    <a:lstStyle/>
                    <a:p>
                      <a:pPr algn="ctr"/>
                      <a:r>
                        <a:rPr lang="en-IN" sz="1000"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IN" sz="1000" dirty="0"/>
                        <a:t>-</a:t>
                      </a:r>
                    </a:p>
                  </a:txBody>
                  <a:tcPr anchor="ctr">
                    <a:lnT w="12700" cap="flat" cmpd="sng" algn="ctr">
                      <a:solidFill>
                        <a:schemeClr val="tx1"/>
                      </a:solidFill>
                      <a:prstDash val="solid"/>
                      <a:round/>
                      <a:headEnd type="none" w="med" len="med"/>
                      <a:tailEnd type="none" w="med" len="med"/>
                    </a:lnT>
                  </a:tcPr>
                </a:tc>
                <a:tc>
                  <a:txBody>
                    <a:bodyPr/>
                    <a:lstStyle/>
                    <a:p>
                      <a:pPr algn="ctr"/>
                      <a:r>
                        <a:rPr lang="en-IN" sz="1000" dirty="0"/>
                        <a:t>Q2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253939358"/>
                  </a:ext>
                </a:extLst>
              </a:tr>
              <a:tr h="282299">
                <a:tc>
                  <a:txBody>
                    <a:bodyPr/>
                    <a:lstStyle/>
                    <a:p>
                      <a:pPr algn="ctr"/>
                      <a:r>
                        <a:rPr lang="en-IN" sz="1000"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Q3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sz="1000" dirty="0"/>
                        <a:t>-</a:t>
                      </a:r>
                    </a:p>
                  </a:txBody>
                  <a:tcPr anchor="ctr"/>
                </a:tc>
                <a:tc>
                  <a:txBody>
                    <a:bodyPr/>
                    <a:lstStyle/>
                    <a:p>
                      <a:pPr algn="ctr"/>
                      <a:r>
                        <a:rPr lang="en-IN" sz="1000" dirty="0"/>
                        <a:t>-</a:t>
                      </a:r>
                    </a:p>
                  </a:txBody>
                  <a:tcPr anchor="ctr"/>
                </a:tc>
                <a:extLst>
                  <a:ext uri="{0D108BD9-81ED-4DB2-BD59-A6C34878D82A}">
                    <a16:rowId xmlns:a16="http://schemas.microsoft.com/office/drawing/2014/main" val="206229420"/>
                  </a:ext>
                </a:extLst>
              </a:tr>
              <a:tr h="282299">
                <a:tc>
                  <a:txBody>
                    <a:bodyPr/>
                    <a:lstStyle/>
                    <a:p>
                      <a:pPr algn="ctr"/>
                      <a:r>
                        <a:rPr lang="en-IN" sz="1000"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sz="1000"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sz="1000" dirty="0"/>
                        <a:t>Q4</a:t>
                      </a:r>
                    </a:p>
                  </a:txBody>
                  <a:tcPr anchor="ctr"/>
                </a:tc>
                <a:tc>
                  <a:txBody>
                    <a:bodyPr/>
                    <a:lstStyle/>
                    <a:p>
                      <a:pPr algn="ctr"/>
                      <a:r>
                        <a:rPr lang="en-IN" sz="1000" dirty="0"/>
                        <a:t>-</a:t>
                      </a:r>
                    </a:p>
                  </a:txBody>
                  <a:tcPr anchor="ctr"/>
                </a:tc>
                <a:extLst>
                  <a:ext uri="{0D108BD9-81ED-4DB2-BD59-A6C34878D82A}">
                    <a16:rowId xmlns:a16="http://schemas.microsoft.com/office/drawing/2014/main" val="2840274321"/>
                  </a:ext>
                </a:extLst>
              </a:tr>
            </a:tbl>
          </a:graphicData>
        </a:graphic>
      </p:graphicFrame>
      <p:sp>
        <p:nvSpPr>
          <p:cNvPr id="114" name="TextBox 113">
            <a:extLst>
              <a:ext uri="{FF2B5EF4-FFF2-40B4-BE49-F238E27FC236}">
                <a16:creationId xmlns:a16="http://schemas.microsoft.com/office/drawing/2014/main" id="{275AAB73-9CC2-3528-93B2-7173FE7B121B}"/>
              </a:ext>
            </a:extLst>
          </p:cNvPr>
          <p:cNvSpPr txBox="1"/>
          <p:nvPr/>
        </p:nvSpPr>
        <p:spPr>
          <a:xfrm>
            <a:off x="8546973" y="1524000"/>
            <a:ext cx="829843" cy="577081"/>
          </a:xfrm>
          <a:prstGeom prst="rect">
            <a:avLst/>
          </a:prstGeom>
          <a:noFill/>
        </p:spPr>
        <p:txBody>
          <a:bodyPr wrap="none" rtlCol="0">
            <a:spAutoFit/>
          </a:bodyPr>
          <a:lstStyle/>
          <a:p>
            <a:pPr algn="ctr"/>
            <a:r>
              <a:rPr lang="en-IN" sz="1050" b="1" dirty="0"/>
              <a:t>solution </a:t>
            </a:r>
          </a:p>
          <a:p>
            <a:pPr algn="ctr"/>
            <a:r>
              <a:rPr lang="en-IN" sz="1050" b="1" dirty="0"/>
              <a:t>x[2 4 1 3]</a:t>
            </a:r>
          </a:p>
          <a:p>
            <a:r>
              <a:rPr lang="en-IN" sz="1050" b="1" dirty="0"/>
              <a:t>                 </a:t>
            </a:r>
          </a:p>
        </p:txBody>
      </p:sp>
      <p:sp>
        <p:nvSpPr>
          <p:cNvPr id="115" name="TextBox 114">
            <a:extLst>
              <a:ext uri="{FF2B5EF4-FFF2-40B4-BE49-F238E27FC236}">
                <a16:creationId xmlns:a16="http://schemas.microsoft.com/office/drawing/2014/main" id="{A0C5CBA5-67CF-D713-5894-FFA89BCB283A}"/>
              </a:ext>
            </a:extLst>
          </p:cNvPr>
          <p:cNvSpPr txBox="1"/>
          <p:nvPr/>
        </p:nvSpPr>
        <p:spPr>
          <a:xfrm>
            <a:off x="10645622" y="1493520"/>
            <a:ext cx="716863" cy="577081"/>
          </a:xfrm>
          <a:prstGeom prst="rect">
            <a:avLst/>
          </a:prstGeom>
          <a:noFill/>
        </p:spPr>
        <p:txBody>
          <a:bodyPr wrap="none" rtlCol="0">
            <a:spAutoFit/>
          </a:bodyPr>
          <a:lstStyle/>
          <a:p>
            <a:pPr algn="ctr"/>
            <a:r>
              <a:rPr lang="en-IN" sz="1050" b="1" dirty="0"/>
              <a:t>solution </a:t>
            </a:r>
          </a:p>
          <a:p>
            <a:pPr algn="ctr"/>
            <a:r>
              <a:rPr lang="en-IN" sz="1050" b="1" dirty="0"/>
              <a:t>x[3 1 4 2]</a:t>
            </a:r>
          </a:p>
          <a:p>
            <a:r>
              <a:rPr lang="en-IN" sz="1050" b="1" dirty="0"/>
              <a:t>                 </a:t>
            </a:r>
          </a:p>
        </p:txBody>
      </p:sp>
      <p:sp>
        <p:nvSpPr>
          <p:cNvPr id="3" name="TextBox 2">
            <a:extLst>
              <a:ext uri="{FF2B5EF4-FFF2-40B4-BE49-F238E27FC236}">
                <a16:creationId xmlns:a16="http://schemas.microsoft.com/office/drawing/2014/main" id="{47DD0AB1-4879-05CF-FBC8-9CB239A708A0}"/>
              </a:ext>
            </a:extLst>
          </p:cNvPr>
          <p:cNvSpPr txBox="1"/>
          <p:nvPr/>
        </p:nvSpPr>
        <p:spPr>
          <a:xfrm>
            <a:off x="3199536" y="883642"/>
            <a:ext cx="3018384" cy="461665"/>
          </a:xfrm>
          <a:prstGeom prst="rect">
            <a:avLst/>
          </a:prstGeom>
          <a:noFill/>
        </p:spPr>
        <p:txBody>
          <a:bodyPr wrap="square">
            <a:spAutoFit/>
          </a:bodyPr>
          <a:lstStyle/>
          <a:p>
            <a:r>
              <a:rPr lang="en-IN" sz="2400" b="1" dirty="0">
                <a:latin typeface="+mj-lt"/>
              </a:rPr>
              <a:t>or Permutation tree</a:t>
            </a:r>
          </a:p>
        </p:txBody>
      </p:sp>
      <p:sp>
        <p:nvSpPr>
          <p:cNvPr id="2" name="Slide Number Placeholder 1">
            <a:extLst>
              <a:ext uri="{FF2B5EF4-FFF2-40B4-BE49-F238E27FC236}">
                <a16:creationId xmlns:a16="http://schemas.microsoft.com/office/drawing/2014/main" id="{A6B3130A-D02D-C190-C1BD-7705D26B584C}"/>
              </a:ext>
            </a:extLst>
          </p:cNvPr>
          <p:cNvSpPr>
            <a:spLocks noGrp="1"/>
          </p:cNvSpPr>
          <p:nvPr>
            <p:ph type="sldNum" sz="quarter" idx="12"/>
          </p:nvPr>
        </p:nvSpPr>
        <p:spPr/>
        <p:txBody>
          <a:bodyPr/>
          <a:lstStyle/>
          <a:p>
            <a:fld id="{000E18F7-2402-4720-BFF4-341E476333D4}" type="slidenum">
              <a:rPr lang="en-IN" smtClean="0"/>
              <a:t>11</a:t>
            </a:fld>
            <a:endParaRPr lang="en-IN"/>
          </a:p>
        </p:txBody>
      </p:sp>
    </p:spTree>
    <p:extLst>
      <p:ext uri="{BB962C8B-B14F-4D97-AF65-F5344CB8AC3E}">
        <p14:creationId xmlns:p14="http://schemas.microsoft.com/office/powerpoint/2010/main" val="35216957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68500-5E9E-3AA5-AA26-F310B88957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87487E-3C36-A554-043D-B6D72B4C9E07}"/>
              </a:ext>
            </a:extLst>
          </p:cNvPr>
          <p:cNvSpPr>
            <a:spLocks noGrp="1"/>
          </p:cNvSpPr>
          <p:nvPr>
            <p:ph type="title"/>
          </p:nvPr>
        </p:nvSpPr>
        <p:spPr>
          <a:xfrm>
            <a:off x="563880" y="304165"/>
            <a:ext cx="10515600" cy="417195"/>
          </a:xfrm>
        </p:spPr>
        <p:txBody>
          <a:bodyPr>
            <a:noAutofit/>
          </a:bodyPr>
          <a:lstStyle/>
          <a:p>
            <a:r>
              <a:rPr lang="en-IN" sz="3600" b="1" dirty="0"/>
              <a:t>Backtracking Algorithm: The 4-Queens Problem</a:t>
            </a:r>
            <a:endParaRPr lang="en-IN" sz="3600" dirty="0"/>
          </a:p>
        </p:txBody>
      </p:sp>
      <p:graphicFrame>
        <p:nvGraphicFramePr>
          <p:cNvPr id="3" name="Table 2">
            <a:extLst>
              <a:ext uri="{FF2B5EF4-FFF2-40B4-BE49-F238E27FC236}">
                <a16:creationId xmlns:a16="http://schemas.microsoft.com/office/drawing/2014/main" id="{29C9AAC4-39E2-A60E-FA48-470AFA7D0C2B}"/>
              </a:ext>
            </a:extLst>
          </p:cNvPr>
          <p:cNvGraphicFramePr>
            <a:graphicFrameLocks noGrp="1"/>
          </p:cNvGraphicFramePr>
          <p:nvPr>
            <p:extLst>
              <p:ext uri="{D42A27DB-BD31-4B8C-83A1-F6EECF244321}">
                <p14:modId xmlns:p14="http://schemas.microsoft.com/office/powerpoint/2010/main" val="1172076095"/>
              </p:ext>
            </p:extLst>
          </p:nvPr>
        </p:nvGraphicFramePr>
        <p:xfrm>
          <a:off x="5740401" y="792481"/>
          <a:ext cx="3048000" cy="2129010"/>
        </p:xfrm>
        <a:graphic>
          <a:graphicData uri="http://schemas.openxmlformats.org/drawingml/2006/table">
            <a:tbl>
              <a:tblPr firstRow="1" bandRow="1">
                <a:tableStyleId>{5940675A-B579-460E-94D1-54222C63F5DA}</a:tableStyleId>
              </a:tblPr>
              <a:tblGrid>
                <a:gridCol w="351353">
                  <a:extLst>
                    <a:ext uri="{9D8B030D-6E8A-4147-A177-3AD203B41FA5}">
                      <a16:colId xmlns:a16="http://schemas.microsoft.com/office/drawing/2014/main" val="2835415117"/>
                    </a:ext>
                  </a:extLst>
                </a:gridCol>
                <a:gridCol w="703141">
                  <a:extLst>
                    <a:ext uri="{9D8B030D-6E8A-4147-A177-3AD203B41FA5}">
                      <a16:colId xmlns:a16="http://schemas.microsoft.com/office/drawing/2014/main" val="1304507083"/>
                    </a:ext>
                  </a:extLst>
                </a:gridCol>
                <a:gridCol w="655852">
                  <a:extLst>
                    <a:ext uri="{9D8B030D-6E8A-4147-A177-3AD203B41FA5}">
                      <a16:colId xmlns:a16="http://schemas.microsoft.com/office/drawing/2014/main" val="719428449"/>
                    </a:ext>
                  </a:extLst>
                </a:gridCol>
                <a:gridCol w="668827">
                  <a:extLst>
                    <a:ext uri="{9D8B030D-6E8A-4147-A177-3AD203B41FA5}">
                      <a16:colId xmlns:a16="http://schemas.microsoft.com/office/drawing/2014/main" val="639983479"/>
                    </a:ext>
                  </a:extLst>
                </a:gridCol>
                <a:gridCol w="668827">
                  <a:extLst>
                    <a:ext uri="{9D8B030D-6E8A-4147-A177-3AD203B41FA5}">
                      <a16:colId xmlns:a16="http://schemas.microsoft.com/office/drawing/2014/main" val="825097739"/>
                    </a:ext>
                  </a:extLst>
                </a:gridCol>
              </a:tblGrid>
              <a:tr h="497839">
                <a:tc>
                  <a:txBody>
                    <a:bodyPr/>
                    <a:lstStyle/>
                    <a:p>
                      <a:pPr algn="ctr"/>
                      <a:endParaRPr lang="en-IN"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436880">
                <a:tc>
                  <a:txBody>
                    <a:bodyPr/>
                    <a:lstStyle/>
                    <a:p>
                      <a:pPr algn="ctr"/>
                      <a:r>
                        <a:rPr lang="en-IN"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97796"/>
                  </a:ext>
                </a:extLst>
              </a:tr>
              <a:tr h="398097">
                <a:tc>
                  <a:txBody>
                    <a:bodyPr/>
                    <a:lstStyle/>
                    <a:p>
                      <a:pPr algn="ctr"/>
                      <a:r>
                        <a:rPr lang="en-IN"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IN" dirty="0"/>
                        <a:t>Q2</a:t>
                      </a:r>
                    </a:p>
                  </a:txBody>
                  <a:tcPr anchor="ctr">
                    <a:lnT w="12700" cap="flat" cmpd="sng" algn="ctr">
                      <a:solidFill>
                        <a:schemeClr val="tx1"/>
                      </a:solidFill>
                      <a:prstDash val="solid"/>
                      <a:round/>
                      <a:headEnd type="none" w="med" len="med"/>
                      <a:tailEnd type="none" w="med" len="med"/>
                    </a:lnT>
                  </a:tcPr>
                </a:tc>
                <a:tc>
                  <a:txBody>
                    <a:bodyPr/>
                    <a:lstStyle/>
                    <a:p>
                      <a:pPr algn="ctr"/>
                      <a:r>
                        <a:rPr lang="en-IN" dirty="0"/>
                        <a:t>Q2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253939358"/>
                  </a:ext>
                </a:extLst>
              </a:tr>
              <a:tr h="398097">
                <a:tc>
                  <a:txBody>
                    <a:bodyPr/>
                    <a:lstStyle/>
                    <a:p>
                      <a:pPr algn="ctr"/>
                      <a:r>
                        <a:rPr lang="en-IN"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Q3</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Q3</a:t>
                      </a:r>
                    </a:p>
                  </a:txBody>
                  <a:tcPr anchor="ctr"/>
                </a:tc>
                <a:tc>
                  <a:txBody>
                    <a:bodyPr/>
                    <a:lstStyle/>
                    <a:p>
                      <a:pPr algn="ctr"/>
                      <a:endParaRPr lang="en-IN" dirty="0"/>
                    </a:p>
                  </a:txBody>
                  <a:tcPr anchor="ctr"/>
                </a:tc>
                <a:extLst>
                  <a:ext uri="{0D108BD9-81ED-4DB2-BD59-A6C34878D82A}">
                    <a16:rowId xmlns:a16="http://schemas.microsoft.com/office/drawing/2014/main" val="206229420"/>
                  </a:ext>
                </a:extLst>
              </a:tr>
              <a:tr h="398097">
                <a:tc>
                  <a:txBody>
                    <a:bodyPr/>
                    <a:lstStyle/>
                    <a:p>
                      <a:pPr algn="ctr"/>
                      <a:r>
                        <a:rPr lang="en-IN"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Q4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Q4</a:t>
                      </a:r>
                    </a:p>
                  </a:txBody>
                  <a:tcPr anchor="ctr">
                    <a:lnL w="12700" cap="flat" cmpd="sng" algn="ctr">
                      <a:solidFill>
                        <a:schemeClr val="tx1"/>
                      </a:solidFill>
                      <a:prstDash val="solid"/>
                      <a:round/>
                      <a:headEnd type="none" w="med" len="med"/>
                      <a:tailEnd type="none" w="med" len="med"/>
                    </a:lnL>
                  </a:tcPr>
                </a:tc>
                <a:tc>
                  <a:txBody>
                    <a:bodyPr/>
                    <a:lstStyle/>
                    <a:p>
                      <a:pPr algn="ctr"/>
                      <a:endParaRPr lang="en-IN" dirty="0"/>
                    </a:p>
                  </a:txBody>
                  <a:tcPr anchor="ctr"/>
                </a:tc>
                <a:tc>
                  <a:txBody>
                    <a:bodyPr/>
                    <a:lstStyle/>
                    <a:p>
                      <a:pPr algn="ctr"/>
                      <a:endParaRPr lang="en-IN" dirty="0"/>
                    </a:p>
                  </a:txBody>
                  <a:tcPr anchor="ctr"/>
                </a:tc>
                <a:extLst>
                  <a:ext uri="{0D108BD9-81ED-4DB2-BD59-A6C34878D82A}">
                    <a16:rowId xmlns:a16="http://schemas.microsoft.com/office/drawing/2014/main" val="2840274321"/>
                  </a:ext>
                </a:extLst>
              </a:tr>
            </a:tbl>
          </a:graphicData>
        </a:graphic>
      </p:graphicFrame>
      <p:graphicFrame>
        <p:nvGraphicFramePr>
          <p:cNvPr id="5" name="Table 4">
            <a:extLst>
              <a:ext uri="{FF2B5EF4-FFF2-40B4-BE49-F238E27FC236}">
                <a16:creationId xmlns:a16="http://schemas.microsoft.com/office/drawing/2014/main" id="{88C9276D-F5AC-BD07-1E4D-69DA42D59633}"/>
              </a:ext>
            </a:extLst>
          </p:cNvPr>
          <p:cNvGraphicFramePr>
            <a:graphicFrameLocks noGrp="1"/>
          </p:cNvGraphicFramePr>
          <p:nvPr>
            <p:extLst>
              <p:ext uri="{D42A27DB-BD31-4B8C-83A1-F6EECF244321}">
                <p14:modId xmlns:p14="http://schemas.microsoft.com/office/powerpoint/2010/main" val="4038211111"/>
              </p:ext>
            </p:extLst>
          </p:nvPr>
        </p:nvGraphicFramePr>
        <p:xfrm>
          <a:off x="2194560" y="888052"/>
          <a:ext cx="2921002" cy="1966871"/>
        </p:xfrm>
        <a:graphic>
          <a:graphicData uri="http://schemas.openxmlformats.org/drawingml/2006/table">
            <a:tbl>
              <a:tblPr firstRow="1" bandRow="1">
                <a:tableStyleId>{5940675A-B579-460E-94D1-54222C63F5DA}</a:tableStyleId>
              </a:tblPr>
              <a:tblGrid>
                <a:gridCol w="336714">
                  <a:extLst>
                    <a:ext uri="{9D8B030D-6E8A-4147-A177-3AD203B41FA5}">
                      <a16:colId xmlns:a16="http://schemas.microsoft.com/office/drawing/2014/main" val="2835415117"/>
                    </a:ext>
                  </a:extLst>
                </a:gridCol>
                <a:gridCol w="673844">
                  <a:extLst>
                    <a:ext uri="{9D8B030D-6E8A-4147-A177-3AD203B41FA5}">
                      <a16:colId xmlns:a16="http://schemas.microsoft.com/office/drawing/2014/main" val="1304507083"/>
                    </a:ext>
                  </a:extLst>
                </a:gridCol>
                <a:gridCol w="628526">
                  <a:extLst>
                    <a:ext uri="{9D8B030D-6E8A-4147-A177-3AD203B41FA5}">
                      <a16:colId xmlns:a16="http://schemas.microsoft.com/office/drawing/2014/main" val="719428449"/>
                    </a:ext>
                  </a:extLst>
                </a:gridCol>
                <a:gridCol w="640959">
                  <a:extLst>
                    <a:ext uri="{9D8B030D-6E8A-4147-A177-3AD203B41FA5}">
                      <a16:colId xmlns:a16="http://schemas.microsoft.com/office/drawing/2014/main" val="639983479"/>
                    </a:ext>
                  </a:extLst>
                </a:gridCol>
                <a:gridCol w="640959">
                  <a:extLst>
                    <a:ext uri="{9D8B030D-6E8A-4147-A177-3AD203B41FA5}">
                      <a16:colId xmlns:a16="http://schemas.microsoft.com/office/drawing/2014/main" val="825097739"/>
                    </a:ext>
                  </a:extLst>
                </a:gridCol>
              </a:tblGrid>
              <a:tr h="382681">
                <a:tc>
                  <a:txBody>
                    <a:bodyPr/>
                    <a:lstStyle/>
                    <a:p>
                      <a:pPr algn="ctr"/>
                      <a:endParaRPr lang="en-IN"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436147">
                <a:tc>
                  <a:txBody>
                    <a:bodyPr/>
                    <a:lstStyle/>
                    <a:p>
                      <a:pPr algn="ctr"/>
                      <a:r>
                        <a:rPr lang="en-IN"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97796"/>
                  </a:ext>
                </a:extLst>
              </a:tr>
              <a:tr h="382681">
                <a:tc>
                  <a:txBody>
                    <a:bodyPr/>
                    <a:lstStyle/>
                    <a:p>
                      <a:pPr algn="ctr"/>
                      <a:r>
                        <a:rPr lang="en-IN"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Q2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Q2</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endParaRPr lang="en-IN" dirty="0"/>
                    </a:p>
                  </a:txBody>
                  <a:tcPr anchor="ctr">
                    <a:lnT w="12700" cap="flat" cmpd="sng" algn="ctr">
                      <a:solidFill>
                        <a:schemeClr val="tx1"/>
                      </a:solidFill>
                      <a:prstDash val="solid"/>
                      <a:round/>
                      <a:headEnd type="none" w="med" len="med"/>
                      <a:tailEnd type="none" w="med" len="med"/>
                    </a:lnT>
                  </a:tcPr>
                </a:tc>
                <a:tc>
                  <a:txBody>
                    <a:bodyPr/>
                    <a:lstStyle/>
                    <a:p>
                      <a:pPr algn="ctr"/>
                      <a:endParaRPr lang="en-IN"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253939358"/>
                  </a:ext>
                </a:extLst>
              </a:tr>
              <a:tr h="382681">
                <a:tc>
                  <a:txBody>
                    <a:bodyPr/>
                    <a:lstStyle/>
                    <a:p>
                      <a:pPr algn="ctr"/>
                      <a:r>
                        <a:rPr lang="en-IN"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Q3</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Q3</a:t>
                      </a:r>
                    </a:p>
                  </a:txBody>
                  <a:tcPr anchor="ctr"/>
                </a:tc>
                <a:tc>
                  <a:txBody>
                    <a:bodyPr/>
                    <a:lstStyle/>
                    <a:p>
                      <a:pPr algn="ctr"/>
                      <a:endParaRPr lang="en-IN" dirty="0"/>
                    </a:p>
                  </a:txBody>
                  <a:tcPr anchor="ctr"/>
                </a:tc>
                <a:extLst>
                  <a:ext uri="{0D108BD9-81ED-4DB2-BD59-A6C34878D82A}">
                    <a16:rowId xmlns:a16="http://schemas.microsoft.com/office/drawing/2014/main" val="206229420"/>
                  </a:ext>
                </a:extLst>
              </a:tr>
              <a:tr h="382681">
                <a:tc>
                  <a:txBody>
                    <a:bodyPr/>
                    <a:lstStyle/>
                    <a:p>
                      <a:pPr algn="ctr"/>
                      <a:r>
                        <a:rPr lang="en-IN"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tcPr>
                </a:tc>
                <a:tc>
                  <a:txBody>
                    <a:bodyPr/>
                    <a:lstStyle/>
                    <a:p>
                      <a:pPr algn="ctr"/>
                      <a:r>
                        <a:rPr lang="en-IN" dirty="0"/>
                        <a:t>Q4</a:t>
                      </a:r>
                    </a:p>
                  </a:txBody>
                  <a:tcPr anchor="ctr"/>
                </a:tc>
                <a:tc>
                  <a:txBody>
                    <a:bodyPr/>
                    <a:lstStyle/>
                    <a:p>
                      <a:pPr algn="ctr"/>
                      <a:endParaRPr lang="en-IN" dirty="0"/>
                    </a:p>
                  </a:txBody>
                  <a:tcPr anchor="ctr"/>
                </a:tc>
                <a:extLst>
                  <a:ext uri="{0D108BD9-81ED-4DB2-BD59-A6C34878D82A}">
                    <a16:rowId xmlns:a16="http://schemas.microsoft.com/office/drawing/2014/main" val="2840274321"/>
                  </a:ext>
                </a:extLst>
              </a:tr>
            </a:tbl>
          </a:graphicData>
        </a:graphic>
      </p:graphicFrame>
      <p:cxnSp>
        <p:nvCxnSpPr>
          <p:cNvPr id="9" name="Straight Connector 8">
            <a:extLst>
              <a:ext uri="{FF2B5EF4-FFF2-40B4-BE49-F238E27FC236}">
                <a16:creationId xmlns:a16="http://schemas.microsoft.com/office/drawing/2014/main" id="{BDE77266-08D1-D485-202C-81189F24F056}"/>
              </a:ext>
            </a:extLst>
          </p:cNvPr>
          <p:cNvCxnSpPr>
            <a:cxnSpLocks/>
          </p:cNvCxnSpPr>
          <p:nvPr/>
        </p:nvCxnSpPr>
        <p:spPr>
          <a:xfrm>
            <a:off x="2712720" y="1371600"/>
            <a:ext cx="1696720" cy="1097280"/>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FA792F38-D806-C0B6-201A-E131AEC06DE7}"/>
              </a:ext>
            </a:extLst>
          </p:cNvPr>
          <p:cNvCxnSpPr>
            <a:cxnSpLocks/>
          </p:cNvCxnSpPr>
          <p:nvPr/>
        </p:nvCxnSpPr>
        <p:spPr>
          <a:xfrm>
            <a:off x="2743200" y="1856264"/>
            <a:ext cx="1615440" cy="968216"/>
          </a:xfrm>
          <a:prstGeom prst="line">
            <a:avLst/>
          </a:prstGeom>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150023C0-1B92-37C7-C043-028E8F99B73C}"/>
              </a:ext>
            </a:extLst>
          </p:cNvPr>
          <p:cNvSpPr txBox="1"/>
          <p:nvPr/>
        </p:nvSpPr>
        <p:spPr>
          <a:xfrm>
            <a:off x="2377440" y="3088640"/>
            <a:ext cx="6644636" cy="3477875"/>
          </a:xfrm>
          <a:prstGeom prst="rect">
            <a:avLst/>
          </a:prstGeom>
          <a:noFill/>
          <a:ln>
            <a:solidFill>
              <a:schemeClr val="accent1"/>
            </a:solidFill>
          </a:ln>
        </p:spPr>
        <p:txBody>
          <a:bodyPr wrap="square" rtlCol="0">
            <a:spAutoFit/>
          </a:bodyPr>
          <a:lstStyle/>
          <a:p>
            <a:pPr algn="ctr"/>
            <a:r>
              <a:rPr lang="en-IN" sz="2000" b="1" dirty="0"/>
              <a:t>Check for two queens can not be in same diagonal</a:t>
            </a:r>
          </a:p>
          <a:p>
            <a:r>
              <a:rPr lang="en-IN" sz="2000" dirty="0"/>
              <a:t>(1,1) (2,2) (3,3)                               (2,4) (3,3) (4,2)                                           </a:t>
            </a:r>
          </a:p>
          <a:p>
            <a:r>
              <a:rPr lang="en-IN" sz="2000" dirty="0"/>
              <a:t>(2,1) (3,2) (4,3)                               (2,3) (3,2) (4,1)</a:t>
            </a:r>
          </a:p>
          <a:p>
            <a:r>
              <a:rPr lang="en-IN" sz="2000" dirty="0"/>
              <a:t>Lets consider any two points       Lets consider any two points</a:t>
            </a:r>
          </a:p>
          <a:p>
            <a:r>
              <a:rPr lang="en-IN" sz="2000" dirty="0"/>
              <a:t>(3,2) </a:t>
            </a:r>
            <a:r>
              <a:rPr lang="en-IN" sz="2000" dirty="0">
                <a:sym typeface="Wingdings" panose="05000000000000000000" pitchFamily="2" charset="2"/>
              </a:rPr>
              <a:t> (</a:t>
            </a:r>
            <a:r>
              <a:rPr lang="en-IN" sz="2000" dirty="0" err="1">
                <a:sym typeface="Wingdings" panose="05000000000000000000" pitchFamily="2" charset="2"/>
              </a:rPr>
              <a:t>i,j</a:t>
            </a:r>
            <a:r>
              <a:rPr lang="en-IN" sz="2000" dirty="0">
                <a:sym typeface="Wingdings" panose="05000000000000000000" pitchFamily="2" charset="2"/>
              </a:rPr>
              <a:t>)                                     (3,3)  (</a:t>
            </a:r>
            <a:r>
              <a:rPr lang="en-IN" sz="2000" dirty="0" err="1">
                <a:sym typeface="Wingdings" panose="05000000000000000000" pitchFamily="2" charset="2"/>
              </a:rPr>
              <a:t>i,j</a:t>
            </a:r>
            <a:r>
              <a:rPr lang="en-IN" sz="2000" dirty="0">
                <a:sym typeface="Wingdings" panose="05000000000000000000" pitchFamily="2" charset="2"/>
              </a:rPr>
              <a:t>)</a:t>
            </a:r>
          </a:p>
          <a:p>
            <a:r>
              <a:rPr lang="en-IN" sz="2000" dirty="0"/>
              <a:t>(4,3) </a:t>
            </a:r>
            <a:r>
              <a:rPr lang="en-IN" sz="2000" dirty="0">
                <a:sym typeface="Wingdings" panose="05000000000000000000" pitchFamily="2" charset="2"/>
              </a:rPr>
              <a:t> (</a:t>
            </a:r>
            <a:r>
              <a:rPr lang="en-IN" sz="2000" dirty="0" err="1">
                <a:sym typeface="Wingdings" panose="05000000000000000000" pitchFamily="2" charset="2"/>
              </a:rPr>
              <a:t>k,l</a:t>
            </a:r>
            <a:r>
              <a:rPr lang="en-IN" sz="2000" dirty="0">
                <a:sym typeface="Wingdings" panose="05000000000000000000" pitchFamily="2" charset="2"/>
              </a:rPr>
              <a:t>)                                    (4,2)  (</a:t>
            </a:r>
            <a:r>
              <a:rPr lang="en-IN" sz="2000" dirty="0" err="1">
                <a:sym typeface="Wingdings" panose="05000000000000000000" pitchFamily="2" charset="2"/>
              </a:rPr>
              <a:t>k,l</a:t>
            </a:r>
            <a:r>
              <a:rPr lang="en-IN" sz="2000" dirty="0">
                <a:sym typeface="Wingdings" panose="05000000000000000000" pitchFamily="2" charset="2"/>
              </a:rPr>
              <a:t>)</a:t>
            </a:r>
          </a:p>
          <a:p>
            <a:r>
              <a:rPr lang="en-IN" sz="2000" dirty="0" err="1"/>
              <a:t>i</a:t>
            </a:r>
            <a:r>
              <a:rPr lang="en-IN" sz="2000" dirty="0"/>
              <a:t>-j = k-l                                              </a:t>
            </a:r>
            <a:r>
              <a:rPr lang="en-IN" sz="2000" dirty="0" err="1"/>
              <a:t>i+j</a:t>
            </a:r>
            <a:r>
              <a:rPr lang="en-IN" sz="2000" dirty="0"/>
              <a:t> = </a:t>
            </a:r>
            <a:r>
              <a:rPr lang="en-IN" sz="2000" dirty="0" err="1"/>
              <a:t>k+l</a:t>
            </a:r>
            <a:endParaRPr lang="en-IN" sz="2000" dirty="0"/>
          </a:p>
          <a:p>
            <a:r>
              <a:rPr lang="en-IN" sz="2000" dirty="0"/>
              <a:t>3-2 = 4-3                                          3+3  = 4+2</a:t>
            </a:r>
          </a:p>
          <a:p>
            <a:r>
              <a:rPr lang="en-IN" sz="2000" dirty="0"/>
              <a:t>1  =  1                                                6   =  6</a:t>
            </a:r>
          </a:p>
          <a:p>
            <a:r>
              <a:rPr lang="en-IN" sz="2000" dirty="0"/>
              <a:t>J-l = </a:t>
            </a:r>
            <a:r>
              <a:rPr lang="en-IN" sz="2000" dirty="0" err="1"/>
              <a:t>i</a:t>
            </a:r>
            <a:r>
              <a:rPr lang="en-IN" sz="2000" dirty="0"/>
              <a:t>-k                                             j-l = k-</a:t>
            </a:r>
            <a:r>
              <a:rPr lang="en-IN" sz="2000" dirty="0" err="1"/>
              <a:t>i</a:t>
            </a:r>
            <a:endParaRPr lang="en-IN" sz="2000" dirty="0"/>
          </a:p>
          <a:p>
            <a:r>
              <a:rPr lang="en-IN" sz="2000" dirty="0"/>
              <a:t>                            (abs(j- l) == abs(k - </a:t>
            </a:r>
            <a:r>
              <a:rPr lang="en-IN" sz="2000" dirty="0" err="1"/>
              <a:t>i</a:t>
            </a:r>
            <a:r>
              <a:rPr lang="en-IN" sz="2000" dirty="0"/>
              <a:t>)))</a:t>
            </a:r>
          </a:p>
        </p:txBody>
      </p:sp>
      <p:cxnSp>
        <p:nvCxnSpPr>
          <p:cNvPr id="15" name="Straight Connector 14">
            <a:extLst>
              <a:ext uri="{FF2B5EF4-FFF2-40B4-BE49-F238E27FC236}">
                <a16:creationId xmlns:a16="http://schemas.microsoft.com/office/drawing/2014/main" id="{CA4FC38D-481C-7712-8EC7-F91BD0F6F5C9}"/>
              </a:ext>
            </a:extLst>
          </p:cNvPr>
          <p:cNvCxnSpPr>
            <a:cxnSpLocks/>
          </p:cNvCxnSpPr>
          <p:nvPr/>
        </p:nvCxnSpPr>
        <p:spPr>
          <a:xfrm flipH="1">
            <a:off x="7132320" y="1876584"/>
            <a:ext cx="1300480" cy="846296"/>
          </a:xfrm>
          <a:prstGeom prst="line">
            <a:avLst/>
          </a:prstGeom>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C2D7051C-C42F-32CE-3A0B-90BAE47BBD2E}"/>
              </a:ext>
            </a:extLst>
          </p:cNvPr>
          <p:cNvCxnSpPr>
            <a:cxnSpLocks/>
          </p:cNvCxnSpPr>
          <p:nvPr/>
        </p:nvCxnSpPr>
        <p:spPr>
          <a:xfrm>
            <a:off x="5537200" y="3464560"/>
            <a:ext cx="0" cy="2733040"/>
          </a:xfrm>
          <a:prstGeom prst="line">
            <a:avLst/>
          </a:prstGeom>
          <a:ln w="12700"/>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8DC4E05A-B042-EACD-1492-9A0B3FD1A33F}"/>
              </a:ext>
            </a:extLst>
          </p:cNvPr>
          <p:cNvCxnSpPr>
            <a:cxnSpLocks/>
          </p:cNvCxnSpPr>
          <p:nvPr/>
        </p:nvCxnSpPr>
        <p:spPr>
          <a:xfrm flipH="1">
            <a:off x="6482080" y="1876584"/>
            <a:ext cx="1300480" cy="846296"/>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C128879F-06AD-804C-ACED-97F454C5F837}"/>
              </a:ext>
            </a:extLst>
          </p:cNvPr>
          <p:cNvCxnSpPr>
            <a:cxnSpLocks/>
          </p:cNvCxnSpPr>
          <p:nvPr/>
        </p:nvCxnSpPr>
        <p:spPr>
          <a:xfrm>
            <a:off x="5547360" y="1016000"/>
            <a:ext cx="0" cy="1950720"/>
          </a:xfrm>
          <a:prstGeom prst="line">
            <a:avLst/>
          </a:prstGeom>
          <a:ln w="12700"/>
        </p:spPr>
        <p:style>
          <a:lnRef idx="1">
            <a:schemeClr val="dk1"/>
          </a:lnRef>
          <a:fillRef idx="0">
            <a:schemeClr val="dk1"/>
          </a:fillRef>
          <a:effectRef idx="0">
            <a:schemeClr val="dk1"/>
          </a:effectRef>
          <a:fontRef idx="minor">
            <a:schemeClr val="tx1"/>
          </a:fontRef>
        </p:style>
      </p:cxnSp>
      <p:sp>
        <p:nvSpPr>
          <p:cNvPr id="4" name="Slide Number Placeholder 3">
            <a:extLst>
              <a:ext uri="{FF2B5EF4-FFF2-40B4-BE49-F238E27FC236}">
                <a16:creationId xmlns:a16="http://schemas.microsoft.com/office/drawing/2014/main" id="{27856DED-4B7F-1F52-2D1F-E8C4BE27B505}"/>
              </a:ext>
            </a:extLst>
          </p:cNvPr>
          <p:cNvSpPr>
            <a:spLocks noGrp="1"/>
          </p:cNvSpPr>
          <p:nvPr>
            <p:ph type="sldNum" sz="quarter" idx="12"/>
          </p:nvPr>
        </p:nvSpPr>
        <p:spPr/>
        <p:txBody>
          <a:bodyPr/>
          <a:lstStyle/>
          <a:p>
            <a:fld id="{000E18F7-2402-4720-BFF4-341E476333D4}" type="slidenum">
              <a:rPr lang="en-IN" smtClean="0"/>
              <a:t>12</a:t>
            </a:fld>
            <a:endParaRPr lang="en-IN"/>
          </a:p>
        </p:txBody>
      </p:sp>
    </p:spTree>
    <p:extLst>
      <p:ext uri="{BB962C8B-B14F-4D97-AF65-F5344CB8AC3E}">
        <p14:creationId xmlns:p14="http://schemas.microsoft.com/office/powerpoint/2010/main" val="27005101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AC62B-31A4-185A-1899-6780214EF0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24F4E9-3370-073C-8373-DD2017578C50}"/>
              </a:ext>
            </a:extLst>
          </p:cNvPr>
          <p:cNvSpPr>
            <a:spLocks noGrp="1"/>
          </p:cNvSpPr>
          <p:nvPr>
            <p:ph type="title"/>
          </p:nvPr>
        </p:nvSpPr>
        <p:spPr>
          <a:xfrm>
            <a:off x="563880" y="304165"/>
            <a:ext cx="10515600" cy="417195"/>
          </a:xfrm>
        </p:spPr>
        <p:txBody>
          <a:bodyPr>
            <a:noAutofit/>
          </a:bodyPr>
          <a:lstStyle/>
          <a:p>
            <a:r>
              <a:rPr lang="en-IN" sz="3600" b="1" dirty="0"/>
              <a:t>Backtracking Algorithm: The 4-Queens Problem</a:t>
            </a:r>
            <a:endParaRPr lang="en-IN" sz="3600" dirty="0"/>
          </a:p>
        </p:txBody>
      </p:sp>
      <p:sp>
        <p:nvSpPr>
          <p:cNvPr id="6" name="TextBox 5">
            <a:extLst>
              <a:ext uri="{FF2B5EF4-FFF2-40B4-BE49-F238E27FC236}">
                <a16:creationId xmlns:a16="http://schemas.microsoft.com/office/drawing/2014/main" id="{1721D700-00D8-2AAD-F413-76D932C2C4C5}"/>
              </a:ext>
            </a:extLst>
          </p:cNvPr>
          <p:cNvSpPr txBox="1"/>
          <p:nvPr/>
        </p:nvSpPr>
        <p:spPr>
          <a:xfrm>
            <a:off x="508000" y="3949558"/>
            <a:ext cx="3149600" cy="2002728"/>
          </a:xfrm>
          <a:prstGeom prst="rect">
            <a:avLst/>
          </a:prstGeom>
          <a:noFill/>
          <a:ln>
            <a:solidFill>
              <a:schemeClr val="accent1"/>
            </a:solidFill>
          </a:ln>
        </p:spPr>
        <p:txBody>
          <a:bodyPr wrap="square">
            <a:spAutoFit/>
          </a:bodyPr>
          <a:lstStyle/>
          <a:p>
            <a:pPr>
              <a:lnSpc>
                <a:spcPct val="150000"/>
              </a:lnSpc>
            </a:pPr>
            <a:r>
              <a:rPr lang="en-IN" sz="1200" b="1" dirty="0"/>
              <a:t>// Algorithm : Can a new queen be placed?</a:t>
            </a:r>
          </a:p>
          <a:p>
            <a:pPr>
              <a:lnSpc>
                <a:spcPct val="150000"/>
              </a:lnSpc>
            </a:pPr>
            <a:r>
              <a:rPr lang="en-IN" sz="1200" dirty="0"/>
              <a:t>Place(</a:t>
            </a:r>
            <a:r>
              <a:rPr lang="en-IN" sz="1200" dirty="0" err="1"/>
              <a:t>k,i</a:t>
            </a:r>
            <a:r>
              <a:rPr lang="en-IN" sz="1200" dirty="0"/>
              <a:t>) </a:t>
            </a:r>
          </a:p>
          <a:p>
            <a:pPr>
              <a:lnSpc>
                <a:spcPct val="150000"/>
              </a:lnSpc>
            </a:pPr>
            <a:r>
              <a:rPr lang="en-IN" sz="1200" dirty="0"/>
              <a:t>    for (j = 1 to  k - 1) do</a:t>
            </a:r>
          </a:p>
          <a:p>
            <a:pPr>
              <a:lnSpc>
                <a:spcPct val="150000"/>
              </a:lnSpc>
            </a:pPr>
            <a:r>
              <a:rPr lang="en-IN" sz="1200" dirty="0"/>
              <a:t>        // Check if same column or same diagonal</a:t>
            </a:r>
          </a:p>
          <a:p>
            <a:pPr>
              <a:lnSpc>
                <a:spcPct val="150000"/>
              </a:lnSpc>
            </a:pPr>
            <a:r>
              <a:rPr lang="en-IN" sz="1200" dirty="0"/>
              <a:t>        if ((x[j] == </a:t>
            </a:r>
            <a:r>
              <a:rPr lang="en-IN" sz="1200" dirty="0" err="1"/>
              <a:t>i</a:t>
            </a:r>
            <a:r>
              <a:rPr lang="en-IN" sz="1200" dirty="0"/>
              <a:t>) || (abs(x[j] - </a:t>
            </a:r>
            <a:r>
              <a:rPr lang="en-IN" sz="1200" dirty="0" err="1"/>
              <a:t>i</a:t>
            </a:r>
            <a:r>
              <a:rPr lang="en-IN" sz="1200" dirty="0"/>
              <a:t>) == abs(j - k))) </a:t>
            </a:r>
          </a:p>
          <a:p>
            <a:pPr>
              <a:lnSpc>
                <a:spcPct val="150000"/>
              </a:lnSpc>
            </a:pPr>
            <a:r>
              <a:rPr lang="en-IN" sz="1200" dirty="0"/>
              <a:t>            return false; </a:t>
            </a:r>
          </a:p>
          <a:p>
            <a:pPr>
              <a:lnSpc>
                <a:spcPct val="150000"/>
              </a:lnSpc>
            </a:pPr>
            <a:r>
              <a:rPr lang="en-IN" sz="1200" dirty="0"/>
              <a:t>    return true; </a:t>
            </a:r>
          </a:p>
        </p:txBody>
      </p:sp>
      <p:sp>
        <p:nvSpPr>
          <p:cNvPr id="4" name="TextBox 3">
            <a:extLst>
              <a:ext uri="{FF2B5EF4-FFF2-40B4-BE49-F238E27FC236}">
                <a16:creationId xmlns:a16="http://schemas.microsoft.com/office/drawing/2014/main" id="{79966C8C-B0B4-A66B-ACED-4B7806410DC8}"/>
              </a:ext>
            </a:extLst>
          </p:cNvPr>
          <p:cNvSpPr txBox="1"/>
          <p:nvPr/>
        </p:nvSpPr>
        <p:spPr>
          <a:xfrm>
            <a:off x="508000" y="1115834"/>
            <a:ext cx="3149600" cy="2833724"/>
          </a:xfrm>
          <a:prstGeom prst="rect">
            <a:avLst/>
          </a:prstGeom>
          <a:noFill/>
          <a:ln>
            <a:solidFill>
              <a:schemeClr val="accent1"/>
            </a:solidFill>
          </a:ln>
        </p:spPr>
        <p:txBody>
          <a:bodyPr wrap="square">
            <a:spAutoFit/>
          </a:bodyPr>
          <a:lstStyle/>
          <a:p>
            <a:pPr>
              <a:lnSpc>
                <a:spcPct val="150000"/>
              </a:lnSpc>
            </a:pPr>
            <a:r>
              <a:rPr lang="en-IN" sz="1200" b="1" dirty="0"/>
              <a:t>// Algorithm : All solutions to the n-queens problem</a:t>
            </a:r>
          </a:p>
          <a:p>
            <a:pPr>
              <a:lnSpc>
                <a:spcPct val="150000"/>
              </a:lnSpc>
            </a:pPr>
            <a:r>
              <a:rPr lang="en-IN" sz="1200" dirty="0" err="1"/>
              <a:t>NQueens</a:t>
            </a:r>
            <a:r>
              <a:rPr lang="en-IN" sz="1200" dirty="0"/>
              <a:t>(</a:t>
            </a:r>
            <a:r>
              <a:rPr lang="en-IN" sz="1200" dirty="0" err="1"/>
              <a:t>k,n</a:t>
            </a:r>
            <a:r>
              <a:rPr lang="en-IN" sz="1200" dirty="0"/>
              <a:t>) </a:t>
            </a:r>
          </a:p>
          <a:p>
            <a:pPr>
              <a:lnSpc>
                <a:spcPct val="150000"/>
              </a:lnSpc>
            </a:pPr>
            <a:r>
              <a:rPr lang="en-IN" sz="1200" dirty="0"/>
              <a:t>    for (</a:t>
            </a:r>
            <a:r>
              <a:rPr lang="en-IN" sz="1200" dirty="0" err="1"/>
              <a:t>i</a:t>
            </a:r>
            <a:r>
              <a:rPr lang="en-IN" sz="1200" dirty="0"/>
              <a:t> = 1 to n) do</a:t>
            </a:r>
          </a:p>
          <a:p>
            <a:pPr>
              <a:lnSpc>
                <a:spcPct val="150000"/>
              </a:lnSpc>
            </a:pPr>
            <a:r>
              <a:rPr lang="en-IN" sz="1200" dirty="0"/>
              <a:t>        if (Place(k, </a:t>
            </a:r>
            <a:r>
              <a:rPr lang="en-IN" sz="1200" dirty="0" err="1"/>
              <a:t>i</a:t>
            </a:r>
            <a:r>
              <a:rPr lang="en-IN" sz="1200" dirty="0"/>
              <a:t>)) </a:t>
            </a:r>
          </a:p>
          <a:p>
            <a:pPr>
              <a:lnSpc>
                <a:spcPct val="150000"/>
              </a:lnSpc>
            </a:pPr>
            <a:r>
              <a:rPr lang="en-IN" sz="1200" dirty="0"/>
              <a:t>            x[k] = </a:t>
            </a:r>
            <a:r>
              <a:rPr lang="en-IN" sz="1200" dirty="0" err="1"/>
              <a:t>i</a:t>
            </a:r>
            <a:endParaRPr lang="en-IN" sz="1200" dirty="0"/>
          </a:p>
          <a:p>
            <a:pPr>
              <a:lnSpc>
                <a:spcPct val="150000"/>
              </a:lnSpc>
            </a:pPr>
            <a:r>
              <a:rPr lang="en-IN" sz="1200" dirty="0"/>
              <a:t>            if (k == n)  // If all queens are placed</a:t>
            </a:r>
          </a:p>
          <a:p>
            <a:pPr>
              <a:lnSpc>
                <a:spcPct val="150000"/>
              </a:lnSpc>
            </a:pPr>
            <a:r>
              <a:rPr lang="en-IN" sz="1200" dirty="0"/>
              <a:t>               print( x[1:n])</a:t>
            </a:r>
          </a:p>
          <a:p>
            <a:pPr>
              <a:lnSpc>
                <a:spcPct val="150000"/>
              </a:lnSpc>
            </a:pPr>
            <a:r>
              <a:rPr lang="en-IN" sz="1200" dirty="0"/>
              <a:t>               else </a:t>
            </a:r>
          </a:p>
          <a:p>
            <a:pPr>
              <a:lnSpc>
                <a:spcPct val="150000"/>
              </a:lnSpc>
            </a:pPr>
            <a:r>
              <a:rPr lang="en-IN" sz="1200" dirty="0"/>
              <a:t>                </a:t>
            </a:r>
            <a:r>
              <a:rPr lang="en-IN" sz="1200" dirty="0" err="1"/>
              <a:t>NQueens</a:t>
            </a:r>
            <a:r>
              <a:rPr lang="en-IN" sz="1200" dirty="0"/>
              <a:t>(k + 1, n)</a:t>
            </a:r>
          </a:p>
        </p:txBody>
      </p:sp>
      <p:graphicFrame>
        <p:nvGraphicFramePr>
          <p:cNvPr id="3" name="Table 2">
            <a:extLst>
              <a:ext uri="{FF2B5EF4-FFF2-40B4-BE49-F238E27FC236}">
                <a16:creationId xmlns:a16="http://schemas.microsoft.com/office/drawing/2014/main" id="{0A4CCA64-4831-7897-F339-721178FE85C1}"/>
              </a:ext>
            </a:extLst>
          </p:cNvPr>
          <p:cNvGraphicFramePr>
            <a:graphicFrameLocks noGrp="1"/>
          </p:cNvGraphicFramePr>
          <p:nvPr>
            <p:extLst>
              <p:ext uri="{D42A27DB-BD31-4B8C-83A1-F6EECF244321}">
                <p14:modId xmlns:p14="http://schemas.microsoft.com/office/powerpoint/2010/main" val="521370829"/>
              </p:ext>
            </p:extLst>
          </p:nvPr>
        </p:nvGraphicFramePr>
        <p:xfrm>
          <a:off x="3749040" y="1070115"/>
          <a:ext cx="2346960" cy="2318245"/>
        </p:xfrm>
        <a:graphic>
          <a:graphicData uri="http://schemas.openxmlformats.org/drawingml/2006/table">
            <a:tbl>
              <a:tblPr firstRow="1" bandRow="1">
                <a:tableStyleId>{5940675A-B579-460E-94D1-54222C63F5DA}</a:tableStyleId>
              </a:tblPr>
              <a:tblGrid>
                <a:gridCol w="469392">
                  <a:extLst>
                    <a:ext uri="{9D8B030D-6E8A-4147-A177-3AD203B41FA5}">
                      <a16:colId xmlns:a16="http://schemas.microsoft.com/office/drawing/2014/main" val="4062790188"/>
                    </a:ext>
                  </a:extLst>
                </a:gridCol>
                <a:gridCol w="469392">
                  <a:extLst>
                    <a:ext uri="{9D8B030D-6E8A-4147-A177-3AD203B41FA5}">
                      <a16:colId xmlns:a16="http://schemas.microsoft.com/office/drawing/2014/main" val="3340735479"/>
                    </a:ext>
                  </a:extLst>
                </a:gridCol>
                <a:gridCol w="469392">
                  <a:extLst>
                    <a:ext uri="{9D8B030D-6E8A-4147-A177-3AD203B41FA5}">
                      <a16:colId xmlns:a16="http://schemas.microsoft.com/office/drawing/2014/main" val="572287918"/>
                    </a:ext>
                  </a:extLst>
                </a:gridCol>
                <a:gridCol w="469392">
                  <a:extLst>
                    <a:ext uri="{9D8B030D-6E8A-4147-A177-3AD203B41FA5}">
                      <a16:colId xmlns:a16="http://schemas.microsoft.com/office/drawing/2014/main" val="3307020802"/>
                    </a:ext>
                  </a:extLst>
                </a:gridCol>
                <a:gridCol w="469392">
                  <a:extLst>
                    <a:ext uri="{9D8B030D-6E8A-4147-A177-3AD203B41FA5}">
                      <a16:colId xmlns:a16="http://schemas.microsoft.com/office/drawing/2014/main" val="2360265911"/>
                    </a:ext>
                  </a:extLst>
                </a:gridCol>
              </a:tblGrid>
              <a:tr h="463649">
                <a:tc>
                  <a:txBody>
                    <a:bodyPr/>
                    <a:lstStyle/>
                    <a:p>
                      <a:pPr algn="ctr"/>
                      <a:endParaRPr lang="en-IN" dirty="0"/>
                    </a:p>
                  </a:txBody>
                  <a:tcP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1</a:t>
                      </a:r>
                    </a:p>
                  </a:txBody>
                  <a:tcP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3</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4</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50128669"/>
                  </a:ext>
                </a:extLst>
              </a:tr>
              <a:tr h="463649">
                <a:tc>
                  <a:txBody>
                    <a:bodyPr/>
                    <a:lstStyle/>
                    <a:p>
                      <a:pPr algn="ctr"/>
                      <a:r>
                        <a:rPr lang="en-IN" dirty="0"/>
                        <a:t>1</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endParaRPr lang="en-IN" dirty="0"/>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IN" dirty="0"/>
                        <a:t>Q1</a:t>
                      </a:r>
                    </a:p>
                  </a:txBody>
                  <a:tcPr>
                    <a:lnT w="12700" cap="flat" cmpd="sng" algn="ctr">
                      <a:solidFill>
                        <a:schemeClr val="tx1"/>
                      </a:solidFill>
                      <a:prstDash val="solid"/>
                      <a:round/>
                      <a:headEnd type="none" w="med" len="med"/>
                      <a:tailEnd type="none" w="med" len="med"/>
                    </a:lnT>
                  </a:tcPr>
                </a:tc>
                <a:tc>
                  <a:txBody>
                    <a:bodyPr/>
                    <a:lstStyle/>
                    <a:p>
                      <a:pPr algn="ctr"/>
                      <a:endParaRPr lang="en-IN" dirty="0"/>
                    </a:p>
                  </a:txBody>
                  <a:tcPr>
                    <a:lnT w="12700" cap="flat" cmpd="sng" algn="ctr">
                      <a:solidFill>
                        <a:schemeClr val="tx1"/>
                      </a:solidFill>
                      <a:prstDash val="solid"/>
                      <a:round/>
                      <a:headEnd type="none" w="med" len="med"/>
                      <a:tailEnd type="none" w="med" len="med"/>
                    </a:lnT>
                  </a:tcPr>
                </a:tc>
                <a:tc>
                  <a:txBody>
                    <a:bodyPr/>
                    <a:lstStyle/>
                    <a:p>
                      <a:pPr algn="ctr"/>
                      <a:endParaRPr lang="en-IN" dirty="0"/>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141973094"/>
                  </a:ext>
                </a:extLst>
              </a:tr>
              <a:tr h="463649">
                <a:tc>
                  <a:txBody>
                    <a:bodyPr/>
                    <a:lstStyle/>
                    <a:p>
                      <a:pPr algn="ctr"/>
                      <a:r>
                        <a:rPr lang="en-IN" dirty="0"/>
                        <a:t>2</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x</a:t>
                      </a:r>
                    </a:p>
                  </a:txBody>
                  <a:tcPr>
                    <a:lnL w="12700" cap="flat" cmpd="sng" algn="ctr">
                      <a:solidFill>
                        <a:schemeClr val="tx1"/>
                      </a:solidFill>
                      <a:prstDash val="solid"/>
                      <a:round/>
                      <a:headEnd type="none" w="med" len="med"/>
                      <a:tailEnd type="none" w="med" len="med"/>
                    </a:lnL>
                  </a:tcPr>
                </a:tc>
                <a:tc>
                  <a:txBody>
                    <a:bodyPr/>
                    <a:lstStyle/>
                    <a:p>
                      <a:pPr algn="ctr"/>
                      <a:r>
                        <a:rPr lang="en-IN" dirty="0"/>
                        <a:t>x</a:t>
                      </a:r>
                    </a:p>
                  </a:txBody>
                  <a:tcPr/>
                </a:tc>
                <a:tc>
                  <a:txBody>
                    <a:bodyPr/>
                    <a:lstStyle/>
                    <a:p>
                      <a:pPr algn="ctr"/>
                      <a:r>
                        <a:rPr lang="en-IN" dirty="0"/>
                        <a:t>x</a:t>
                      </a:r>
                    </a:p>
                  </a:txBody>
                  <a:tcPr/>
                </a:tc>
                <a:tc>
                  <a:txBody>
                    <a:bodyPr/>
                    <a:lstStyle/>
                    <a:p>
                      <a:pPr algn="ctr"/>
                      <a:r>
                        <a:rPr lang="en-IN" dirty="0"/>
                        <a:t>Q2</a:t>
                      </a:r>
                    </a:p>
                  </a:txBody>
                  <a:tcPr/>
                </a:tc>
                <a:extLst>
                  <a:ext uri="{0D108BD9-81ED-4DB2-BD59-A6C34878D82A}">
                    <a16:rowId xmlns:a16="http://schemas.microsoft.com/office/drawing/2014/main" val="1819331015"/>
                  </a:ext>
                </a:extLst>
              </a:tr>
              <a:tr h="463649">
                <a:tc>
                  <a:txBody>
                    <a:bodyPr/>
                    <a:lstStyle/>
                    <a:p>
                      <a:pPr algn="ctr"/>
                      <a:r>
                        <a:rPr lang="en-IN" dirty="0"/>
                        <a:t>3</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Q3</a:t>
                      </a:r>
                    </a:p>
                  </a:txBody>
                  <a:tcPr>
                    <a:lnL w="12700" cap="flat" cmpd="sng" algn="ctr">
                      <a:solidFill>
                        <a:schemeClr val="tx1"/>
                      </a:solidFill>
                      <a:prstDash val="solid"/>
                      <a:round/>
                      <a:headEnd type="none" w="med" len="med"/>
                      <a:tailEnd type="none" w="med" len="med"/>
                    </a:lnL>
                  </a:tcPr>
                </a:tc>
                <a:tc>
                  <a:txBody>
                    <a:bodyPr/>
                    <a:lstStyle/>
                    <a:p>
                      <a:pPr algn="ctr"/>
                      <a:endParaRPr lang="en-IN" dirty="0"/>
                    </a:p>
                  </a:txBody>
                  <a:tcPr/>
                </a:tc>
                <a:tc>
                  <a:txBody>
                    <a:bodyPr/>
                    <a:lstStyle/>
                    <a:p>
                      <a:pPr algn="ctr"/>
                      <a:endParaRPr lang="en-IN" dirty="0"/>
                    </a:p>
                  </a:txBody>
                  <a:tcPr/>
                </a:tc>
                <a:tc>
                  <a:txBody>
                    <a:bodyPr/>
                    <a:lstStyle/>
                    <a:p>
                      <a:pPr algn="ctr"/>
                      <a:endParaRPr lang="en-IN" dirty="0"/>
                    </a:p>
                  </a:txBody>
                  <a:tcPr/>
                </a:tc>
                <a:extLst>
                  <a:ext uri="{0D108BD9-81ED-4DB2-BD59-A6C34878D82A}">
                    <a16:rowId xmlns:a16="http://schemas.microsoft.com/office/drawing/2014/main" val="3662734282"/>
                  </a:ext>
                </a:extLst>
              </a:tr>
              <a:tr h="463649">
                <a:tc>
                  <a:txBody>
                    <a:bodyPr/>
                    <a:lstStyle/>
                    <a:p>
                      <a:pPr algn="ctr"/>
                      <a:r>
                        <a:rPr lang="en-IN" dirty="0"/>
                        <a:t>4</a:t>
                      </a:r>
                    </a:p>
                  </a:txBody>
                  <a:tcP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x</a:t>
                      </a:r>
                    </a:p>
                  </a:txBody>
                  <a:tcPr>
                    <a:lnL w="12700" cap="flat" cmpd="sng" algn="ctr">
                      <a:solidFill>
                        <a:schemeClr val="tx1"/>
                      </a:solidFill>
                      <a:prstDash val="solid"/>
                      <a:round/>
                      <a:headEnd type="none" w="med" len="med"/>
                      <a:tailEnd type="none" w="med" len="med"/>
                    </a:lnL>
                  </a:tcPr>
                </a:tc>
                <a:tc>
                  <a:txBody>
                    <a:bodyPr/>
                    <a:lstStyle/>
                    <a:p>
                      <a:pPr algn="ctr"/>
                      <a:r>
                        <a:rPr lang="en-IN" dirty="0"/>
                        <a:t>x</a:t>
                      </a:r>
                    </a:p>
                  </a:txBody>
                  <a:tcPr/>
                </a:tc>
                <a:tc>
                  <a:txBody>
                    <a:bodyPr/>
                    <a:lstStyle/>
                    <a:p>
                      <a:pPr algn="ctr"/>
                      <a:r>
                        <a:rPr lang="en-IN" dirty="0"/>
                        <a:t>Q4</a:t>
                      </a:r>
                    </a:p>
                  </a:txBody>
                  <a:tcPr/>
                </a:tc>
                <a:tc>
                  <a:txBody>
                    <a:bodyPr/>
                    <a:lstStyle/>
                    <a:p>
                      <a:pPr algn="ctr"/>
                      <a:endParaRPr lang="en-IN" dirty="0"/>
                    </a:p>
                  </a:txBody>
                  <a:tcPr/>
                </a:tc>
                <a:extLst>
                  <a:ext uri="{0D108BD9-81ED-4DB2-BD59-A6C34878D82A}">
                    <a16:rowId xmlns:a16="http://schemas.microsoft.com/office/drawing/2014/main" val="736089555"/>
                  </a:ext>
                </a:extLst>
              </a:tr>
            </a:tbl>
          </a:graphicData>
        </a:graphic>
      </p:graphicFrame>
      <p:graphicFrame>
        <p:nvGraphicFramePr>
          <p:cNvPr id="8" name="Table 7">
            <a:extLst>
              <a:ext uri="{FF2B5EF4-FFF2-40B4-BE49-F238E27FC236}">
                <a16:creationId xmlns:a16="http://schemas.microsoft.com/office/drawing/2014/main" id="{0A3E9953-7F97-5491-5F50-8C9328D4DB1E}"/>
              </a:ext>
            </a:extLst>
          </p:cNvPr>
          <p:cNvGraphicFramePr>
            <a:graphicFrameLocks noGrp="1"/>
          </p:cNvGraphicFramePr>
          <p:nvPr>
            <p:extLst>
              <p:ext uri="{D42A27DB-BD31-4B8C-83A1-F6EECF244321}">
                <p14:modId xmlns:p14="http://schemas.microsoft.com/office/powerpoint/2010/main" val="68166354"/>
              </p:ext>
            </p:extLst>
          </p:nvPr>
        </p:nvGraphicFramePr>
        <p:xfrm>
          <a:off x="6319520" y="1080275"/>
          <a:ext cx="4759960" cy="2318245"/>
        </p:xfrm>
        <a:graphic>
          <a:graphicData uri="http://schemas.openxmlformats.org/drawingml/2006/table">
            <a:tbl>
              <a:tblPr firstRow="1" bandRow="1">
                <a:tableStyleId>{5940675A-B579-460E-94D1-54222C63F5DA}</a:tableStyleId>
              </a:tblPr>
              <a:tblGrid>
                <a:gridCol w="2052320">
                  <a:extLst>
                    <a:ext uri="{9D8B030D-6E8A-4147-A177-3AD203B41FA5}">
                      <a16:colId xmlns:a16="http://schemas.microsoft.com/office/drawing/2014/main" val="4062790188"/>
                    </a:ext>
                  </a:extLst>
                </a:gridCol>
                <a:gridCol w="660400">
                  <a:extLst>
                    <a:ext uri="{9D8B030D-6E8A-4147-A177-3AD203B41FA5}">
                      <a16:colId xmlns:a16="http://schemas.microsoft.com/office/drawing/2014/main" val="3340735479"/>
                    </a:ext>
                  </a:extLst>
                </a:gridCol>
                <a:gridCol w="701040">
                  <a:extLst>
                    <a:ext uri="{9D8B030D-6E8A-4147-A177-3AD203B41FA5}">
                      <a16:colId xmlns:a16="http://schemas.microsoft.com/office/drawing/2014/main" val="572287918"/>
                    </a:ext>
                  </a:extLst>
                </a:gridCol>
                <a:gridCol w="701040">
                  <a:extLst>
                    <a:ext uri="{9D8B030D-6E8A-4147-A177-3AD203B41FA5}">
                      <a16:colId xmlns:a16="http://schemas.microsoft.com/office/drawing/2014/main" val="3307020802"/>
                    </a:ext>
                  </a:extLst>
                </a:gridCol>
                <a:gridCol w="645160">
                  <a:extLst>
                    <a:ext uri="{9D8B030D-6E8A-4147-A177-3AD203B41FA5}">
                      <a16:colId xmlns:a16="http://schemas.microsoft.com/office/drawing/2014/main" val="2360265911"/>
                    </a:ext>
                  </a:extLst>
                </a:gridCol>
              </a:tblGrid>
              <a:tr h="463649">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600" b="1" dirty="0" err="1"/>
                        <a:t>i</a:t>
                      </a:r>
                      <a:r>
                        <a:rPr lang="en-IN" sz="1600" b="1"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600" b="1" dirty="0" err="1"/>
                        <a:t>i</a:t>
                      </a:r>
                      <a:r>
                        <a:rPr lang="en-IN" sz="1600" b="1"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600" b="1" dirty="0" err="1"/>
                        <a:t>i</a:t>
                      </a:r>
                      <a:r>
                        <a:rPr lang="en-IN" sz="1600" b="1"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600" b="1" dirty="0" err="1"/>
                        <a:t>i</a:t>
                      </a:r>
                      <a:r>
                        <a:rPr lang="en-IN" sz="1600" b="1"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50128669"/>
                  </a:ext>
                </a:extLst>
              </a:tr>
              <a:tr h="463649">
                <a:tc>
                  <a:txBody>
                    <a:bodyPr/>
                    <a:lstStyle/>
                    <a:p>
                      <a:pPr algn="l"/>
                      <a:r>
                        <a:rPr lang="en-IN" sz="1600" b="1" dirty="0" err="1"/>
                        <a:t>NQueens</a:t>
                      </a:r>
                      <a:r>
                        <a:rPr lang="en-IN" sz="1600" b="1" dirty="0"/>
                        <a:t> (1,4)    x[1]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1973094"/>
                  </a:ext>
                </a:extLst>
              </a:tr>
              <a:tr h="463649">
                <a:tc>
                  <a:txBody>
                    <a:bodyPr/>
                    <a:lstStyle/>
                    <a:p>
                      <a:pPr algn="l"/>
                      <a:r>
                        <a:rPr lang="en-IN" sz="1600" b="1" dirty="0" err="1"/>
                        <a:t>NQueens</a:t>
                      </a:r>
                      <a:r>
                        <a:rPr lang="en-IN" sz="1600" b="1" dirty="0"/>
                        <a:t> (2,4)    x[2]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19331015"/>
                  </a:ext>
                </a:extLst>
              </a:tr>
              <a:tr h="4636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b="1" dirty="0" err="1"/>
                        <a:t>NQueens</a:t>
                      </a:r>
                      <a:r>
                        <a:rPr lang="en-IN" sz="1600" b="1" dirty="0"/>
                        <a:t> (3,4)    x[3]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62734282"/>
                  </a:ext>
                </a:extLst>
              </a:tr>
              <a:tr h="46364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b="1" dirty="0" err="1"/>
                        <a:t>NQueens</a:t>
                      </a:r>
                      <a:r>
                        <a:rPr lang="en-IN" sz="1600" b="1" dirty="0"/>
                        <a:t> (4,4)    x[4]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36089555"/>
                  </a:ext>
                </a:extLst>
              </a:tr>
            </a:tbl>
          </a:graphicData>
        </a:graphic>
      </p:graphicFrame>
      <p:sp>
        <p:nvSpPr>
          <p:cNvPr id="10" name="TextBox 9">
            <a:extLst>
              <a:ext uri="{FF2B5EF4-FFF2-40B4-BE49-F238E27FC236}">
                <a16:creationId xmlns:a16="http://schemas.microsoft.com/office/drawing/2014/main" id="{8C2F684F-3AF9-1A71-F751-26CDC17230B0}"/>
              </a:ext>
            </a:extLst>
          </p:cNvPr>
          <p:cNvSpPr txBox="1"/>
          <p:nvPr/>
        </p:nvSpPr>
        <p:spPr>
          <a:xfrm>
            <a:off x="4516120" y="4379387"/>
            <a:ext cx="6563360" cy="1143070"/>
          </a:xfrm>
          <a:prstGeom prst="rect">
            <a:avLst/>
          </a:prstGeom>
          <a:noFill/>
          <a:ln>
            <a:solidFill>
              <a:schemeClr val="accent1"/>
            </a:solidFill>
          </a:ln>
        </p:spPr>
        <p:txBody>
          <a:bodyPr wrap="square">
            <a:spAutoFit/>
          </a:bodyPr>
          <a:lstStyle/>
          <a:p>
            <a:pPr>
              <a:lnSpc>
                <a:spcPct val="150000"/>
              </a:lnSpc>
            </a:pPr>
            <a:r>
              <a:rPr lang="en-IN" sz="2400" dirty="0"/>
              <a:t> if ((x[j] == </a:t>
            </a:r>
            <a:r>
              <a:rPr lang="en-IN" sz="2400" dirty="0" err="1"/>
              <a:t>i</a:t>
            </a:r>
            <a:r>
              <a:rPr lang="en-IN" sz="2400" dirty="0"/>
              <a:t>)   || (abs(x[j] - </a:t>
            </a:r>
            <a:r>
              <a:rPr lang="en-IN" sz="2400" dirty="0" err="1"/>
              <a:t>i</a:t>
            </a:r>
            <a:r>
              <a:rPr lang="en-IN" sz="2400" dirty="0"/>
              <a:t>) == abs(j - k)))</a:t>
            </a:r>
          </a:p>
          <a:p>
            <a:pPr>
              <a:lnSpc>
                <a:spcPct val="150000"/>
              </a:lnSpc>
            </a:pPr>
            <a:r>
              <a:rPr lang="en-IN" sz="2400" dirty="0"/>
              <a:t> same column|| same diagonal</a:t>
            </a:r>
          </a:p>
        </p:txBody>
      </p:sp>
      <p:sp>
        <p:nvSpPr>
          <p:cNvPr id="12" name="TextBox 11">
            <a:extLst>
              <a:ext uri="{FF2B5EF4-FFF2-40B4-BE49-F238E27FC236}">
                <a16:creationId xmlns:a16="http://schemas.microsoft.com/office/drawing/2014/main" id="{84B79250-4B50-21DE-DFC7-841104AA63CF}"/>
              </a:ext>
            </a:extLst>
          </p:cNvPr>
          <p:cNvSpPr txBox="1"/>
          <p:nvPr/>
        </p:nvSpPr>
        <p:spPr>
          <a:xfrm>
            <a:off x="8351520" y="3459481"/>
            <a:ext cx="2727960" cy="506292"/>
          </a:xfrm>
          <a:prstGeom prst="rect">
            <a:avLst/>
          </a:prstGeom>
          <a:noFill/>
          <a:ln>
            <a:noFill/>
          </a:ln>
        </p:spPr>
        <p:txBody>
          <a:bodyPr wrap="square" anchor="ctr">
            <a:spAutoFit/>
          </a:bodyPr>
          <a:lstStyle/>
          <a:p>
            <a:pPr algn="ctr">
              <a:lnSpc>
                <a:spcPct val="150000"/>
              </a:lnSpc>
            </a:pPr>
            <a:r>
              <a:rPr lang="en-IN" sz="2000" b="1" dirty="0"/>
              <a:t> Solution: x[2 4 1 3]</a:t>
            </a:r>
          </a:p>
        </p:txBody>
      </p:sp>
      <p:sp>
        <p:nvSpPr>
          <p:cNvPr id="14" name="TextBox 13">
            <a:extLst>
              <a:ext uri="{FF2B5EF4-FFF2-40B4-BE49-F238E27FC236}">
                <a16:creationId xmlns:a16="http://schemas.microsoft.com/office/drawing/2014/main" id="{175E5C66-F44A-EEF2-D983-105822C8C40E}"/>
              </a:ext>
            </a:extLst>
          </p:cNvPr>
          <p:cNvSpPr txBox="1"/>
          <p:nvPr/>
        </p:nvSpPr>
        <p:spPr>
          <a:xfrm>
            <a:off x="695960" y="6063650"/>
            <a:ext cx="10515600" cy="523220"/>
          </a:xfrm>
          <a:prstGeom prst="rect">
            <a:avLst/>
          </a:prstGeom>
          <a:noFill/>
        </p:spPr>
        <p:txBody>
          <a:bodyPr wrap="square">
            <a:spAutoFit/>
          </a:bodyPr>
          <a:lstStyle/>
          <a:p>
            <a:r>
              <a:rPr lang="en-IN" sz="1400" b="1" dirty="0"/>
              <a:t>C Program Link</a:t>
            </a:r>
          </a:p>
          <a:p>
            <a:r>
              <a:rPr lang="en-IN" sz="1400" dirty="0">
                <a:hlinkClick r:id="rId2"/>
              </a:rPr>
              <a:t>https://github.com/dayanandyadav205/CS-402-ADA/blob/main/PPT_Notes/Unit-4_Backtracking_Branch_and_Bound/N-Queens_Problem.c</a:t>
            </a:r>
            <a:r>
              <a:rPr lang="en-IN" sz="1400" dirty="0"/>
              <a:t> </a:t>
            </a:r>
          </a:p>
        </p:txBody>
      </p:sp>
      <p:sp>
        <p:nvSpPr>
          <p:cNvPr id="7" name="TextBox 6">
            <a:extLst>
              <a:ext uri="{FF2B5EF4-FFF2-40B4-BE49-F238E27FC236}">
                <a16:creationId xmlns:a16="http://schemas.microsoft.com/office/drawing/2014/main" id="{FA202E92-AB3B-6328-5682-65BA9B54B37D}"/>
              </a:ext>
            </a:extLst>
          </p:cNvPr>
          <p:cNvSpPr txBox="1"/>
          <p:nvPr/>
        </p:nvSpPr>
        <p:spPr>
          <a:xfrm>
            <a:off x="5204909" y="5722336"/>
            <a:ext cx="3786691" cy="369332"/>
          </a:xfrm>
          <a:prstGeom prst="rect">
            <a:avLst/>
          </a:prstGeom>
          <a:noFill/>
        </p:spPr>
        <p:txBody>
          <a:bodyPr wrap="square">
            <a:spAutoFit/>
          </a:bodyPr>
          <a:lstStyle/>
          <a:p>
            <a:r>
              <a:rPr lang="en-IN" b="1" dirty="0"/>
              <a:t>Worst-Case Time Complexity is:</a:t>
            </a:r>
            <a:r>
              <a:rPr lang="en-IN" dirty="0"/>
              <a:t> O(n!)</a:t>
            </a:r>
          </a:p>
        </p:txBody>
      </p:sp>
      <p:sp>
        <p:nvSpPr>
          <p:cNvPr id="5" name="Slide Number Placeholder 4">
            <a:extLst>
              <a:ext uri="{FF2B5EF4-FFF2-40B4-BE49-F238E27FC236}">
                <a16:creationId xmlns:a16="http://schemas.microsoft.com/office/drawing/2014/main" id="{10F7A636-1851-9AF2-5858-5CB7F49A8732}"/>
              </a:ext>
            </a:extLst>
          </p:cNvPr>
          <p:cNvSpPr>
            <a:spLocks noGrp="1"/>
          </p:cNvSpPr>
          <p:nvPr>
            <p:ph type="sldNum" sz="quarter" idx="12"/>
          </p:nvPr>
        </p:nvSpPr>
        <p:spPr/>
        <p:txBody>
          <a:bodyPr/>
          <a:lstStyle/>
          <a:p>
            <a:fld id="{000E18F7-2402-4720-BFF4-341E476333D4}" type="slidenum">
              <a:rPr lang="en-IN" smtClean="0"/>
              <a:t>13</a:t>
            </a:fld>
            <a:endParaRPr lang="en-IN"/>
          </a:p>
        </p:txBody>
      </p:sp>
    </p:spTree>
    <p:extLst>
      <p:ext uri="{BB962C8B-B14F-4D97-AF65-F5344CB8AC3E}">
        <p14:creationId xmlns:p14="http://schemas.microsoft.com/office/powerpoint/2010/main" val="22384947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41BEB-7276-898D-EB85-E617EBCFA5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79C8B5-47DA-9CD0-3632-A4F7A5B2098E}"/>
              </a:ext>
            </a:extLst>
          </p:cNvPr>
          <p:cNvSpPr>
            <a:spLocks noGrp="1"/>
          </p:cNvSpPr>
          <p:nvPr>
            <p:ph type="title"/>
          </p:nvPr>
        </p:nvSpPr>
        <p:spPr/>
        <p:txBody>
          <a:bodyPr>
            <a:normAutofit/>
          </a:bodyPr>
          <a:lstStyle/>
          <a:p>
            <a:r>
              <a:rPr lang="en-IN" sz="4000" b="1" dirty="0"/>
              <a:t>Backtracking Algorithm: The 8-Queens Problem</a:t>
            </a:r>
          </a:p>
        </p:txBody>
      </p:sp>
      <p:graphicFrame>
        <p:nvGraphicFramePr>
          <p:cNvPr id="5" name="Table 4">
            <a:extLst>
              <a:ext uri="{FF2B5EF4-FFF2-40B4-BE49-F238E27FC236}">
                <a16:creationId xmlns:a16="http://schemas.microsoft.com/office/drawing/2014/main" id="{912D79B0-78CB-9B6B-9982-FFF47CD1859B}"/>
              </a:ext>
            </a:extLst>
          </p:cNvPr>
          <p:cNvGraphicFramePr>
            <a:graphicFrameLocks noGrp="1"/>
          </p:cNvGraphicFramePr>
          <p:nvPr/>
        </p:nvGraphicFramePr>
        <p:xfrm>
          <a:off x="7543799" y="1690688"/>
          <a:ext cx="4221481" cy="3511972"/>
        </p:xfrm>
        <a:graphic>
          <a:graphicData uri="http://schemas.openxmlformats.org/drawingml/2006/table">
            <a:tbl>
              <a:tblPr firstRow="1" bandRow="1">
                <a:tableStyleId>{5940675A-B579-460E-94D1-54222C63F5DA}</a:tableStyleId>
              </a:tblPr>
              <a:tblGrid>
                <a:gridCol w="259081">
                  <a:extLst>
                    <a:ext uri="{9D8B030D-6E8A-4147-A177-3AD203B41FA5}">
                      <a16:colId xmlns:a16="http://schemas.microsoft.com/office/drawing/2014/main" val="2835415117"/>
                    </a:ext>
                  </a:extLst>
                </a:gridCol>
                <a:gridCol w="518482">
                  <a:extLst>
                    <a:ext uri="{9D8B030D-6E8A-4147-A177-3AD203B41FA5}">
                      <a16:colId xmlns:a16="http://schemas.microsoft.com/office/drawing/2014/main" val="1304507083"/>
                    </a:ext>
                  </a:extLst>
                </a:gridCol>
                <a:gridCol w="483612">
                  <a:extLst>
                    <a:ext uri="{9D8B030D-6E8A-4147-A177-3AD203B41FA5}">
                      <a16:colId xmlns:a16="http://schemas.microsoft.com/office/drawing/2014/main" val="719428449"/>
                    </a:ext>
                  </a:extLst>
                </a:gridCol>
                <a:gridCol w="493179">
                  <a:extLst>
                    <a:ext uri="{9D8B030D-6E8A-4147-A177-3AD203B41FA5}">
                      <a16:colId xmlns:a16="http://schemas.microsoft.com/office/drawing/2014/main" val="639983479"/>
                    </a:ext>
                  </a:extLst>
                </a:gridCol>
                <a:gridCol w="493179">
                  <a:extLst>
                    <a:ext uri="{9D8B030D-6E8A-4147-A177-3AD203B41FA5}">
                      <a16:colId xmlns:a16="http://schemas.microsoft.com/office/drawing/2014/main" val="825097739"/>
                    </a:ext>
                  </a:extLst>
                </a:gridCol>
                <a:gridCol w="493179">
                  <a:extLst>
                    <a:ext uri="{9D8B030D-6E8A-4147-A177-3AD203B41FA5}">
                      <a16:colId xmlns:a16="http://schemas.microsoft.com/office/drawing/2014/main" val="2936793895"/>
                    </a:ext>
                  </a:extLst>
                </a:gridCol>
                <a:gridCol w="493179">
                  <a:extLst>
                    <a:ext uri="{9D8B030D-6E8A-4147-A177-3AD203B41FA5}">
                      <a16:colId xmlns:a16="http://schemas.microsoft.com/office/drawing/2014/main" val="2026578532"/>
                    </a:ext>
                  </a:extLst>
                </a:gridCol>
                <a:gridCol w="530390">
                  <a:extLst>
                    <a:ext uri="{9D8B030D-6E8A-4147-A177-3AD203B41FA5}">
                      <a16:colId xmlns:a16="http://schemas.microsoft.com/office/drawing/2014/main" val="1784111147"/>
                    </a:ext>
                  </a:extLst>
                </a:gridCol>
                <a:gridCol w="457200">
                  <a:extLst>
                    <a:ext uri="{9D8B030D-6E8A-4147-A177-3AD203B41FA5}">
                      <a16:colId xmlns:a16="http://schemas.microsoft.com/office/drawing/2014/main" val="356645724"/>
                    </a:ext>
                  </a:extLst>
                </a:gridCol>
              </a:tblGrid>
              <a:tr h="378749">
                <a:tc>
                  <a:txBody>
                    <a:bodyPr/>
                    <a:lstStyle/>
                    <a:p>
                      <a:pPr algn="ctr"/>
                      <a:endParaRPr lang="en-IN"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5</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6</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7</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8</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481980">
                <a:tc>
                  <a:txBody>
                    <a:bodyPr/>
                    <a:lstStyle/>
                    <a:p>
                      <a:pPr algn="ctr"/>
                      <a:r>
                        <a:rPr lang="en-IN"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97796"/>
                  </a:ext>
                </a:extLst>
              </a:tr>
              <a:tr h="378749">
                <a:tc>
                  <a:txBody>
                    <a:bodyPr/>
                    <a:lstStyle/>
                    <a:p>
                      <a:pPr algn="ctr"/>
                      <a:r>
                        <a:rPr lang="en-IN"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r>
                        <a:rPr lang="en-IN" dirty="0"/>
                        <a:t>-</a:t>
                      </a:r>
                    </a:p>
                  </a:txBody>
                  <a:tcPr anchor="ctr">
                    <a:lnT w="12700" cap="flat" cmpd="sng" algn="ctr">
                      <a:solidFill>
                        <a:schemeClr val="tx1"/>
                      </a:solidFill>
                      <a:prstDash val="solid"/>
                      <a:round/>
                      <a:headEnd type="none" w="med" len="med"/>
                      <a:tailEnd type="none" w="med" len="med"/>
                    </a:lnT>
                  </a:tcPr>
                </a:tc>
                <a:tc>
                  <a:txBody>
                    <a:bodyPr/>
                    <a:lstStyle/>
                    <a:p>
                      <a:pPr algn="ctr"/>
                      <a:r>
                        <a:rPr lang="en-IN" dirty="0"/>
                        <a:t>-</a:t>
                      </a:r>
                    </a:p>
                  </a:txBody>
                  <a:tcPr anchor="ctr">
                    <a:lnT w="12700" cap="flat" cmpd="sng" algn="ctr">
                      <a:solidFill>
                        <a:schemeClr val="tx1"/>
                      </a:solidFill>
                      <a:prstDash val="solid"/>
                      <a:round/>
                      <a:headEnd type="none" w="med" len="med"/>
                      <a:tailEnd type="none" w="med" len="med"/>
                    </a:lnT>
                  </a:tcPr>
                </a:tc>
                <a:tc>
                  <a:txBody>
                    <a:bodyPr/>
                    <a:lstStyle/>
                    <a:p>
                      <a:pPr algn="ctr"/>
                      <a:r>
                        <a:rPr lang="en-IN" dirty="0"/>
                        <a:t>-</a:t>
                      </a:r>
                    </a:p>
                  </a:txBody>
                  <a:tcPr anchor="ctr">
                    <a:lnT w="12700" cap="flat" cmpd="sng" algn="ctr">
                      <a:solidFill>
                        <a:schemeClr val="tx1"/>
                      </a:solidFill>
                      <a:prstDash val="solid"/>
                      <a:round/>
                      <a:headEnd type="none" w="med" len="med"/>
                      <a:tailEnd type="none" w="med" len="med"/>
                    </a:lnT>
                  </a:tcPr>
                </a:tc>
                <a:tc>
                  <a:txBody>
                    <a:bodyPr/>
                    <a:lstStyle/>
                    <a:p>
                      <a:pPr algn="ctr"/>
                      <a:r>
                        <a:rPr lang="en-IN" dirty="0"/>
                        <a:t>Q2</a:t>
                      </a:r>
                    </a:p>
                  </a:txBody>
                  <a:tcPr anchor="ctr">
                    <a:lnT w="12700" cap="flat" cmpd="sng" algn="ctr">
                      <a:solidFill>
                        <a:schemeClr val="tx1"/>
                      </a:solidFill>
                      <a:prstDash val="solid"/>
                      <a:round/>
                      <a:headEnd type="none" w="med" len="med"/>
                      <a:tailEnd type="none" w="med" len="med"/>
                    </a:lnT>
                  </a:tcPr>
                </a:tc>
                <a:tc>
                  <a:txBody>
                    <a:bodyPr/>
                    <a:lstStyle/>
                    <a:p>
                      <a:pPr algn="ctr"/>
                      <a:r>
                        <a:rPr lang="en-IN" dirty="0"/>
                        <a:t>-</a:t>
                      </a:r>
                    </a:p>
                  </a:txBody>
                  <a:tcPr anchor="ctr">
                    <a:lnT w="12700" cap="flat" cmpd="sng" algn="ctr">
                      <a:solidFill>
                        <a:schemeClr val="tx1"/>
                      </a:solidFill>
                      <a:prstDash val="solid"/>
                      <a:round/>
                      <a:headEnd type="none" w="med" len="med"/>
                      <a:tailEnd type="none" w="med" len="med"/>
                    </a:lnT>
                  </a:tcPr>
                </a:tc>
                <a:tc>
                  <a:txBody>
                    <a:bodyPr/>
                    <a:lstStyle/>
                    <a:p>
                      <a:pPr algn="ctr"/>
                      <a:r>
                        <a:rPr lang="en-IN" dirty="0"/>
                        <a: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253939358"/>
                  </a:ext>
                </a:extLst>
              </a:tr>
              <a:tr h="378749">
                <a:tc>
                  <a:txBody>
                    <a:bodyPr/>
                    <a:lstStyle/>
                    <a:p>
                      <a:pPr algn="ctr"/>
                      <a:r>
                        <a:rPr lang="en-IN"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Q3</a:t>
                      </a:r>
                    </a:p>
                  </a:txBody>
                  <a:tcPr anchor="ctr"/>
                </a:tc>
                <a:extLst>
                  <a:ext uri="{0D108BD9-81ED-4DB2-BD59-A6C34878D82A}">
                    <a16:rowId xmlns:a16="http://schemas.microsoft.com/office/drawing/2014/main" val="206229420"/>
                  </a:ext>
                </a:extLst>
              </a:tr>
              <a:tr h="378749">
                <a:tc>
                  <a:txBody>
                    <a:bodyPr/>
                    <a:lstStyle/>
                    <a:p>
                      <a:pPr algn="ctr"/>
                      <a:r>
                        <a:rPr lang="en-IN"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Q4</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extLst>
                  <a:ext uri="{0D108BD9-81ED-4DB2-BD59-A6C34878D82A}">
                    <a16:rowId xmlns:a16="http://schemas.microsoft.com/office/drawing/2014/main" val="2840274321"/>
                  </a:ext>
                </a:extLst>
              </a:tr>
              <a:tr h="378749">
                <a:tc>
                  <a:txBody>
                    <a:bodyPr/>
                    <a:lstStyle/>
                    <a:p>
                      <a:pPr algn="ctr"/>
                      <a:r>
                        <a:rPr lang="en-IN" dirty="0"/>
                        <a:t>5</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Q5</a:t>
                      </a:r>
                    </a:p>
                  </a:txBody>
                  <a:tcPr anchor="ctr"/>
                </a:tc>
                <a:tc>
                  <a:txBody>
                    <a:bodyPr/>
                    <a:lstStyle/>
                    <a:p>
                      <a:pPr algn="ctr"/>
                      <a:r>
                        <a:rPr lang="en-IN" dirty="0"/>
                        <a:t>-</a:t>
                      </a:r>
                    </a:p>
                  </a:txBody>
                  <a:tcPr anchor="ctr"/>
                </a:tc>
                <a:extLst>
                  <a:ext uri="{0D108BD9-81ED-4DB2-BD59-A6C34878D82A}">
                    <a16:rowId xmlns:a16="http://schemas.microsoft.com/office/drawing/2014/main" val="1148551912"/>
                  </a:ext>
                </a:extLst>
              </a:tr>
              <a:tr h="378749">
                <a:tc>
                  <a:txBody>
                    <a:bodyPr/>
                    <a:lstStyle/>
                    <a:p>
                      <a:pPr algn="ctr"/>
                      <a:r>
                        <a:rPr lang="en-IN" dirty="0"/>
                        <a:t>6</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Q6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extLst>
                  <a:ext uri="{0D108BD9-81ED-4DB2-BD59-A6C34878D82A}">
                    <a16:rowId xmlns:a16="http://schemas.microsoft.com/office/drawing/2014/main" val="3131333112"/>
                  </a:ext>
                </a:extLst>
              </a:tr>
              <a:tr h="378749">
                <a:tc>
                  <a:txBody>
                    <a:bodyPr/>
                    <a:lstStyle/>
                    <a:p>
                      <a:pPr algn="ctr"/>
                      <a:r>
                        <a:rPr lang="en-IN" dirty="0"/>
                        <a:t>7</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Q7</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extLst>
                  <a:ext uri="{0D108BD9-81ED-4DB2-BD59-A6C34878D82A}">
                    <a16:rowId xmlns:a16="http://schemas.microsoft.com/office/drawing/2014/main" val="4269242149"/>
                  </a:ext>
                </a:extLst>
              </a:tr>
              <a:tr h="378749">
                <a:tc>
                  <a:txBody>
                    <a:bodyPr/>
                    <a:lstStyle/>
                    <a:p>
                      <a:pPr algn="ctr"/>
                      <a:r>
                        <a:rPr lang="en-IN" dirty="0"/>
                        <a:t>8</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tcP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Q8</a:t>
                      </a:r>
                    </a:p>
                  </a:txBody>
                  <a:tcPr anchor="ctr"/>
                </a:tc>
                <a:tc>
                  <a:txBody>
                    <a:bodyPr/>
                    <a:lstStyle/>
                    <a:p>
                      <a:pPr algn="ctr"/>
                      <a:r>
                        <a:rPr lang="en-IN" dirty="0"/>
                        <a:t>-</a:t>
                      </a:r>
                    </a:p>
                  </a:txBody>
                  <a:tcPr anchor="ctr"/>
                </a:tc>
                <a:tc>
                  <a:txBody>
                    <a:bodyPr/>
                    <a:lstStyle/>
                    <a:p>
                      <a:pPr algn="ctr"/>
                      <a:r>
                        <a:rPr lang="en-IN" dirty="0"/>
                        <a:t>-</a:t>
                      </a:r>
                    </a:p>
                  </a:txBody>
                  <a:tcPr anchor="ctr"/>
                </a:tc>
                <a:tc>
                  <a:txBody>
                    <a:bodyPr/>
                    <a:lstStyle/>
                    <a:p>
                      <a:pPr algn="ctr"/>
                      <a:r>
                        <a:rPr lang="en-IN" dirty="0"/>
                        <a:t>-</a:t>
                      </a:r>
                    </a:p>
                  </a:txBody>
                  <a:tcPr anchor="ctr"/>
                </a:tc>
                <a:extLst>
                  <a:ext uri="{0D108BD9-81ED-4DB2-BD59-A6C34878D82A}">
                    <a16:rowId xmlns:a16="http://schemas.microsoft.com/office/drawing/2014/main" val="1307436199"/>
                  </a:ext>
                </a:extLst>
              </a:tr>
            </a:tbl>
          </a:graphicData>
        </a:graphic>
      </p:graphicFrame>
      <p:sp>
        <p:nvSpPr>
          <p:cNvPr id="6" name="TextBox 5">
            <a:extLst>
              <a:ext uri="{FF2B5EF4-FFF2-40B4-BE49-F238E27FC236}">
                <a16:creationId xmlns:a16="http://schemas.microsoft.com/office/drawing/2014/main" id="{2EC0B553-A6CA-AB67-D6DE-20C1FC97687E}"/>
              </a:ext>
            </a:extLst>
          </p:cNvPr>
          <p:cNvSpPr txBox="1"/>
          <p:nvPr/>
        </p:nvSpPr>
        <p:spPr>
          <a:xfrm>
            <a:off x="7727436" y="5374640"/>
            <a:ext cx="3911648" cy="923330"/>
          </a:xfrm>
          <a:prstGeom prst="rect">
            <a:avLst/>
          </a:prstGeom>
          <a:noFill/>
        </p:spPr>
        <p:txBody>
          <a:bodyPr wrap="none" rtlCol="0">
            <a:spAutoFit/>
          </a:bodyPr>
          <a:lstStyle/>
          <a:p>
            <a:pPr algn="ctr"/>
            <a:r>
              <a:rPr lang="en-IN" b="1" dirty="0"/>
              <a:t>8 x 8 chessboard</a:t>
            </a:r>
          </a:p>
          <a:p>
            <a:r>
              <a:rPr lang="en-IN" b="1" dirty="0"/>
              <a:t>One of the solution is: x[4 6 8 2 7 1 3 5]</a:t>
            </a:r>
          </a:p>
          <a:p>
            <a:r>
              <a:rPr lang="en-IN" b="1" dirty="0"/>
              <a:t>                 </a:t>
            </a:r>
          </a:p>
        </p:txBody>
      </p:sp>
      <p:sp>
        <p:nvSpPr>
          <p:cNvPr id="8" name="Content Placeholder 2">
            <a:extLst>
              <a:ext uri="{FF2B5EF4-FFF2-40B4-BE49-F238E27FC236}">
                <a16:creationId xmlns:a16="http://schemas.microsoft.com/office/drawing/2014/main" id="{F84F82A3-2121-42DD-6615-FE91CC85EC9F}"/>
              </a:ext>
            </a:extLst>
          </p:cNvPr>
          <p:cNvSpPr>
            <a:spLocks noGrp="1"/>
          </p:cNvSpPr>
          <p:nvPr>
            <p:ph idx="1"/>
          </p:nvPr>
        </p:nvSpPr>
        <p:spPr>
          <a:xfrm>
            <a:off x="552916" y="1623696"/>
            <a:ext cx="6763040" cy="4604384"/>
          </a:xfrm>
          <a:ln>
            <a:solidFill>
              <a:schemeClr val="accent1"/>
            </a:solidFill>
          </a:ln>
        </p:spPr>
        <p:txBody>
          <a:bodyPr>
            <a:normAutofit fontScale="85000" lnSpcReduction="20000"/>
          </a:bodyPr>
          <a:lstStyle/>
          <a:p>
            <a:pPr marL="0" indent="0" algn="just">
              <a:buNone/>
            </a:pPr>
            <a:r>
              <a:rPr lang="en-IN" b="1" dirty="0">
                <a:solidFill>
                  <a:srgbClr val="FF0000"/>
                </a:solidFill>
              </a:rPr>
              <a:t>Problem: </a:t>
            </a:r>
            <a:r>
              <a:rPr lang="en-IN" dirty="0"/>
              <a:t>Place 8-Queens into 8x8 chessboard so that no two queens can attack each other means no two queens are on  the same row, same column or same diagonal.</a:t>
            </a:r>
            <a:endParaRPr lang="en-IN" sz="3200" dirty="0"/>
          </a:p>
          <a:p>
            <a:pPr marL="0" indent="0" algn="just">
              <a:buNone/>
            </a:pPr>
            <a:r>
              <a:rPr lang="en-IN" b="1" dirty="0"/>
              <a:t>Constraints:</a:t>
            </a:r>
          </a:p>
          <a:p>
            <a:pPr marL="538163" indent="-138113" algn="just"/>
            <a:r>
              <a:rPr lang="en-IN" sz="3200" dirty="0"/>
              <a:t> </a:t>
            </a:r>
            <a:r>
              <a:rPr lang="en-IN" b="1" dirty="0"/>
              <a:t>Explicit Constraints</a:t>
            </a:r>
          </a:p>
          <a:p>
            <a:pPr marL="1314450" lvl="1" indent="-457200" algn="just">
              <a:buFont typeface="+mj-lt"/>
              <a:buAutoNum type="arabicPeriod"/>
            </a:pPr>
            <a:r>
              <a:rPr lang="en-IN" dirty="0"/>
              <a:t>Given 8 x 8 chessboard</a:t>
            </a:r>
          </a:p>
          <a:p>
            <a:pPr marL="1314450" lvl="1" indent="-457200" algn="just">
              <a:buFont typeface="+mj-lt"/>
              <a:buAutoNum type="arabicPeriod"/>
            </a:pPr>
            <a:r>
              <a:rPr lang="en-IN" dirty="0"/>
              <a:t>Where 4 is the no. of queens </a:t>
            </a:r>
          </a:p>
          <a:p>
            <a:pPr marL="1314450" lvl="2" indent="0" algn="just">
              <a:buNone/>
            </a:pPr>
            <a:r>
              <a:rPr lang="en-IN" sz="2400" b="1" dirty="0"/>
              <a:t>1 &lt;= xi &lt;=8</a:t>
            </a:r>
            <a:endParaRPr lang="en-IN" sz="1800" b="1" dirty="0"/>
          </a:p>
          <a:p>
            <a:pPr marL="857250" lvl="1" indent="0" algn="just">
              <a:buNone/>
            </a:pPr>
            <a:endParaRPr lang="en-IN" sz="2800" dirty="0"/>
          </a:p>
          <a:p>
            <a:pPr lvl="1" algn="just"/>
            <a:r>
              <a:rPr lang="en-IN" sz="2800" b="1" dirty="0"/>
              <a:t>Implicit constraints:</a:t>
            </a:r>
          </a:p>
          <a:p>
            <a:pPr marL="457200" lvl="1" indent="0" algn="just">
              <a:buNone/>
            </a:pPr>
            <a:r>
              <a:rPr lang="en-IN" sz="2600" dirty="0"/>
              <a:t>We have to place all the queens in such a way that:</a:t>
            </a:r>
            <a:endParaRPr lang="en-IN" sz="2800" dirty="0"/>
          </a:p>
          <a:p>
            <a:pPr marL="1371600" lvl="2" indent="-457200" algn="just">
              <a:buFont typeface="+mj-lt"/>
              <a:buAutoNum type="arabicPeriod"/>
            </a:pPr>
            <a:r>
              <a:rPr lang="en-IN" sz="2400" dirty="0"/>
              <a:t>No two queens should be in same row</a:t>
            </a:r>
          </a:p>
          <a:p>
            <a:pPr marL="1371600" lvl="2" indent="-457200" algn="just">
              <a:buFont typeface="+mj-lt"/>
              <a:buAutoNum type="arabicPeriod"/>
            </a:pPr>
            <a:r>
              <a:rPr lang="en-IN" sz="2400" dirty="0"/>
              <a:t>No two queens should be in same column</a:t>
            </a:r>
          </a:p>
          <a:p>
            <a:pPr marL="1371600" lvl="2" indent="-457200" algn="just">
              <a:buFont typeface="+mj-lt"/>
              <a:buAutoNum type="arabicPeriod"/>
            </a:pPr>
            <a:r>
              <a:rPr lang="en-IN" sz="2400" dirty="0"/>
              <a:t>No two queens should be in same diagonal</a:t>
            </a:r>
          </a:p>
        </p:txBody>
      </p:sp>
      <p:sp>
        <p:nvSpPr>
          <p:cNvPr id="3" name="Slide Number Placeholder 2">
            <a:extLst>
              <a:ext uri="{FF2B5EF4-FFF2-40B4-BE49-F238E27FC236}">
                <a16:creationId xmlns:a16="http://schemas.microsoft.com/office/drawing/2014/main" id="{D454D766-F0D3-832B-E5D4-5EF6A18B7E79}"/>
              </a:ext>
            </a:extLst>
          </p:cNvPr>
          <p:cNvSpPr>
            <a:spLocks noGrp="1"/>
          </p:cNvSpPr>
          <p:nvPr>
            <p:ph type="sldNum" sz="quarter" idx="12"/>
          </p:nvPr>
        </p:nvSpPr>
        <p:spPr/>
        <p:txBody>
          <a:bodyPr/>
          <a:lstStyle/>
          <a:p>
            <a:fld id="{000E18F7-2402-4720-BFF4-341E476333D4}" type="slidenum">
              <a:rPr lang="en-IN" smtClean="0"/>
              <a:t>14</a:t>
            </a:fld>
            <a:endParaRPr lang="en-IN"/>
          </a:p>
        </p:txBody>
      </p:sp>
    </p:spTree>
    <p:extLst>
      <p:ext uri="{BB962C8B-B14F-4D97-AF65-F5344CB8AC3E}">
        <p14:creationId xmlns:p14="http://schemas.microsoft.com/office/powerpoint/2010/main" val="456367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F7131-9C29-0757-BF99-CE7F32251672}"/>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298F4501-9FE4-C30C-F974-64176A3B088D}"/>
              </a:ext>
            </a:extLst>
          </p:cNvPr>
          <p:cNvSpPr>
            <a:spLocks noGrp="1"/>
          </p:cNvSpPr>
          <p:nvPr>
            <p:ph type="title"/>
          </p:nvPr>
        </p:nvSpPr>
        <p:spPr>
          <a:xfrm>
            <a:off x="838200" y="50165"/>
            <a:ext cx="10515600" cy="1028577"/>
          </a:xfrm>
        </p:spPr>
        <p:txBody>
          <a:bodyPr>
            <a:normAutofit/>
          </a:bodyPr>
          <a:lstStyle/>
          <a:p>
            <a:r>
              <a:rPr lang="en-IN" sz="4000" b="1" dirty="0"/>
              <a:t>Backtracking Algorithm: The 8-Queens Problem</a:t>
            </a:r>
            <a:endParaRPr lang="en-IN" sz="4000" dirty="0"/>
          </a:p>
        </p:txBody>
      </p:sp>
      <p:pic>
        <p:nvPicPr>
          <p:cNvPr id="3" name="Picture 2">
            <a:extLst>
              <a:ext uri="{FF2B5EF4-FFF2-40B4-BE49-F238E27FC236}">
                <a16:creationId xmlns:a16="http://schemas.microsoft.com/office/drawing/2014/main" id="{6F47642F-9741-37E4-BA7E-C150850BC5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5200" y="956822"/>
            <a:ext cx="7794190" cy="5667498"/>
          </a:xfrm>
          <a:prstGeom prst="rect">
            <a:avLst/>
          </a:prstGeom>
        </p:spPr>
      </p:pic>
      <p:sp>
        <p:nvSpPr>
          <p:cNvPr id="4" name="TextBox 3">
            <a:extLst>
              <a:ext uri="{FF2B5EF4-FFF2-40B4-BE49-F238E27FC236}">
                <a16:creationId xmlns:a16="http://schemas.microsoft.com/office/drawing/2014/main" id="{64BF12DD-0B1C-8B1F-A7FB-5B74F29CC292}"/>
              </a:ext>
            </a:extLst>
          </p:cNvPr>
          <p:cNvSpPr txBox="1"/>
          <p:nvPr/>
        </p:nvSpPr>
        <p:spPr>
          <a:xfrm>
            <a:off x="4429760" y="6326743"/>
            <a:ext cx="2164080" cy="369332"/>
          </a:xfrm>
          <a:prstGeom prst="rect">
            <a:avLst/>
          </a:prstGeom>
          <a:noFill/>
        </p:spPr>
        <p:txBody>
          <a:bodyPr wrap="square" rtlCol="0">
            <a:spAutoFit/>
          </a:bodyPr>
          <a:lstStyle/>
          <a:p>
            <a:r>
              <a:rPr lang="en-IN" dirty="0"/>
              <a:t>= 1,09,601</a:t>
            </a:r>
          </a:p>
        </p:txBody>
      </p:sp>
      <p:sp>
        <p:nvSpPr>
          <p:cNvPr id="2" name="Slide Number Placeholder 1">
            <a:extLst>
              <a:ext uri="{FF2B5EF4-FFF2-40B4-BE49-F238E27FC236}">
                <a16:creationId xmlns:a16="http://schemas.microsoft.com/office/drawing/2014/main" id="{AFDA7638-1800-4C82-A14E-342B9AFDA435}"/>
              </a:ext>
            </a:extLst>
          </p:cNvPr>
          <p:cNvSpPr>
            <a:spLocks noGrp="1"/>
          </p:cNvSpPr>
          <p:nvPr>
            <p:ph type="sldNum" sz="quarter" idx="12"/>
          </p:nvPr>
        </p:nvSpPr>
        <p:spPr/>
        <p:txBody>
          <a:bodyPr/>
          <a:lstStyle/>
          <a:p>
            <a:fld id="{000E18F7-2402-4720-BFF4-341E476333D4}" type="slidenum">
              <a:rPr lang="en-IN" smtClean="0"/>
              <a:t>15</a:t>
            </a:fld>
            <a:endParaRPr lang="en-IN"/>
          </a:p>
        </p:txBody>
      </p:sp>
    </p:spTree>
    <p:extLst>
      <p:ext uri="{BB962C8B-B14F-4D97-AF65-F5344CB8AC3E}">
        <p14:creationId xmlns:p14="http://schemas.microsoft.com/office/powerpoint/2010/main" val="8448865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2A0B8-8FF3-A51A-F5CB-257A170CA374}"/>
              </a:ext>
            </a:extLst>
          </p:cNvPr>
          <p:cNvSpPr>
            <a:spLocks noGrp="1"/>
          </p:cNvSpPr>
          <p:nvPr>
            <p:ph type="title"/>
          </p:nvPr>
        </p:nvSpPr>
        <p:spPr>
          <a:xfrm>
            <a:off x="563880" y="172085"/>
            <a:ext cx="10515600" cy="884555"/>
          </a:xfrm>
        </p:spPr>
        <p:txBody>
          <a:bodyPr>
            <a:normAutofit/>
          </a:bodyPr>
          <a:lstStyle/>
          <a:p>
            <a:r>
              <a:rPr lang="en-IN" sz="4000" b="1" dirty="0"/>
              <a:t>Backtracking Algorithm: The 8-Queens Problem</a:t>
            </a:r>
            <a:endParaRPr lang="en-IN" sz="4000" dirty="0"/>
          </a:p>
        </p:txBody>
      </p:sp>
      <p:sp>
        <p:nvSpPr>
          <p:cNvPr id="7" name="TextBox 6">
            <a:extLst>
              <a:ext uri="{FF2B5EF4-FFF2-40B4-BE49-F238E27FC236}">
                <a16:creationId xmlns:a16="http://schemas.microsoft.com/office/drawing/2014/main" id="{EBE83088-C476-8E01-B3E9-02AF08FE93A5}"/>
              </a:ext>
            </a:extLst>
          </p:cNvPr>
          <p:cNvSpPr txBox="1"/>
          <p:nvPr/>
        </p:nvSpPr>
        <p:spPr>
          <a:xfrm>
            <a:off x="721360" y="1151374"/>
            <a:ext cx="6096000" cy="369332"/>
          </a:xfrm>
          <a:prstGeom prst="rect">
            <a:avLst/>
          </a:prstGeom>
          <a:noFill/>
        </p:spPr>
        <p:txBody>
          <a:bodyPr wrap="square">
            <a:spAutoFit/>
          </a:bodyPr>
          <a:lstStyle/>
          <a:p>
            <a:r>
              <a:rPr lang="en-IN" dirty="0"/>
              <a:t>State Space Tree</a:t>
            </a:r>
          </a:p>
        </p:txBody>
      </p:sp>
      <p:pic>
        <p:nvPicPr>
          <p:cNvPr id="11" name="Picture 10">
            <a:extLst>
              <a:ext uri="{FF2B5EF4-FFF2-40B4-BE49-F238E27FC236}">
                <a16:creationId xmlns:a16="http://schemas.microsoft.com/office/drawing/2014/main" id="{54DDD94B-6CE9-89E0-5F05-079F0D195B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70480" y="1175416"/>
            <a:ext cx="7738991" cy="5560664"/>
          </a:xfrm>
          <a:prstGeom prst="rect">
            <a:avLst/>
          </a:prstGeom>
        </p:spPr>
      </p:pic>
      <p:sp>
        <p:nvSpPr>
          <p:cNvPr id="3" name="TextBox 2">
            <a:extLst>
              <a:ext uri="{FF2B5EF4-FFF2-40B4-BE49-F238E27FC236}">
                <a16:creationId xmlns:a16="http://schemas.microsoft.com/office/drawing/2014/main" id="{513B11E1-43DF-27AE-3A67-C04BD5A6E4C5}"/>
              </a:ext>
            </a:extLst>
          </p:cNvPr>
          <p:cNvSpPr txBox="1"/>
          <p:nvPr/>
        </p:nvSpPr>
        <p:spPr>
          <a:xfrm>
            <a:off x="659536" y="1391642"/>
            <a:ext cx="3018384" cy="646331"/>
          </a:xfrm>
          <a:prstGeom prst="rect">
            <a:avLst/>
          </a:prstGeom>
          <a:noFill/>
        </p:spPr>
        <p:txBody>
          <a:bodyPr wrap="square">
            <a:spAutoFit/>
          </a:bodyPr>
          <a:lstStyle/>
          <a:p>
            <a:r>
              <a:rPr lang="en-IN" b="1" dirty="0">
                <a:latin typeface="+mj-lt"/>
              </a:rPr>
              <a:t>              or </a:t>
            </a:r>
          </a:p>
          <a:p>
            <a:r>
              <a:rPr lang="en-IN" b="1" dirty="0">
                <a:latin typeface="+mj-lt"/>
              </a:rPr>
              <a:t>Permutation tree</a:t>
            </a:r>
          </a:p>
        </p:txBody>
      </p:sp>
      <p:sp>
        <p:nvSpPr>
          <p:cNvPr id="4" name="Slide Number Placeholder 3">
            <a:extLst>
              <a:ext uri="{FF2B5EF4-FFF2-40B4-BE49-F238E27FC236}">
                <a16:creationId xmlns:a16="http://schemas.microsoft.com/office/drawing/2014/main" id="{392CFFF3-451E-31CC-0FA0-D9AB7921E647}"/>
              </a:ext>
            </a:extLst>
          </p:cNvPr>
          <p:cNvSpPr>
            <a:spLocks noGrp="1"/>
          </p:cNvSpPr>
          <p:nvPr>
            <p:ph type="sldNum" sz="quarter" idx="12"/>
          </p:nvPr>
        </p:nvSpPr>
        <p:spPr/>
        <p:txBody>
          <a:bodyPr/>
          <a:lstStyle/>
          <a:p>
            <a:fld id="{000E18F7-2402-4720-BFF4-341E476333D4}" type="slidenum">
              <a:rPr lang="en-IN" smtClean="0"/>
              <a:t>16</a:t>
            </a:fld>
            <a:endParaRPr lang="en-IN"/>
          </a:p>
        </p:txBody>
      </p:sp>
    </p:spTree>
    <p:extLst>
      <p:ext uri="{BB962C8B-B14F-4D97-AF65-F5344CB8AC3E}">
        <p14:creationId xmlns:p14="http://schemas.microsoft.com/office/powerpoint/2010/main" val="1270442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F80604-A9D8-8C3A-A48E-8F6A238E9E8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A2BF39ED-952E-CCFE-DD29-D4D2549A1DCE}"/>
              </a:ext>
            </a:extLst>
          </p:cNvPr>
          <p:cNvSpPr txBox="1"/>
          <p:nvPr/>
        </p:nvSpPr>
        <p:spPr>
          <a:xfrm>
            <a:off x="487680" y="826254"/>
            <a:ext cx="6096000" cy="369332"/>
          </a:xfrm>
          <a:prstGeom prst="rect">
            <a:avLst/>
          </a:prstGeom>
          <a:noFill/>
        </p:spPr>
        <p:txBody>
          <a:bodyPr wrap="square">
            <a:spAutoFit/>
          </a:bodyPr>
          <a:lstStyle/>
          <a:p>
            <a:r>
              <a:rPr lang="en-IN" dirty="0"/>
              <a:t>State Space Tree </a:t>
            </a:r>
          </a:p>
        </p:txBody>
      </p:sp>
      <p:graphicFrame>
        <p:nvGraphicFramePr>
          <p:cNvPr id="9" name="Table 8">
            <a:extLst>
              <a:ext uri="{FF2B5EF4-FFF2-40B4-BE49-F238E27FC236}">
                <a16:creationId xmlns:a16="http://schemas.microsoft.com/office/drawing/2014/main" id="{62F7353B-8317-E64F-A6AD-5142E3F86D58}"/>
              </a:ext>
            </a:extLst>
          </p:cNvPr>
          <p:cNvGraphicFramePr>
            <a:graphicFrameLocks noGrp="1"/>
          </p:cNvGraphicFramePr>
          <p:nvPr>
            <p:extLst>
              <p:ext uri="{D42A27DB-BD31-4B8C-83A1-F6EECF244321}">
                <p14:modId xmlns:p14="http://schemas.microsoft.com/office/powerpoint/2010/main" val="2662879131"/>
              </p:ext>
            </p:extLst>
          </p:nvPr>
        </p:nvGraphicFramePr>
        <p:xfrm>
          <a:off x="1209040" y="4542415"/>
          <a:ext cx="2753360" cy="1927359"/>
        </p:xfrm>
        <a:graphic>
          <a:graphicData uri="http://schemas.openxmlformats.org/drawingml/2006/table">
            <a:tbl>
              <a:tblPr firstRow="1" bandRow="1">
                <a:tableStyleId>{5940675A-B579-460E-94D1-54222C63F5DA}</a:tableStyleId>
              </a:tblPr>
              <a:tblGrid>
                <a:gridCol w="214857">
                  <a:extLst>
                    <a:ext uri="{9D8B030D-6E8A-4147-A177-3AD203B41FA5}">
                      <a16:colId xmlns:a16="http://schemas.microsoft.com/office/drawing/2014/main" val="2835415117"/>
                    </a:ext>
                  </a:extLst>
                </a:gridCol>
                <a:gridCol w="332166">
                  <a:extLst>
                    <a:ext uri="{9D8B030D-6E8A-4147-A177-3AD203B41FA5}">
                      <a16:colId xmlns:a16="http://schemas.microsoft.com/office/drawing/2014/main" val="1304507083"/>
                    </a:ext>
                  </a:extLst>
                </a:gridCol>
                <a:gridCol w="309825">
                  <a:extLst>
                    <a:ext uri="{9D8B030D-6E8A-4147-A177-3AD203B41FA5}">
                      <a16:colId xmlns:a16="http://schemas.microsoft.com/office/drawing/2014/main" val="719428449"/>
                    </a:ext>
                  </a:extLst>
                </a:gridCol>
                <a:gridCol w="315954">
                  <a:extLst>
                    <a:ext uri="{9D8B030D-6E8A-4147-A177-3AD203B41FA5}">
                      <a16:colId xmlns:a16="http://schemas.microsoft.com/office/drawing/2014/main" val="639983479"/>
                    </a:ext>
                  </a:extLst>
                </a:gridCol>
                <a:gridCol w="315954">
                  <a:extLst>
                    <a:ext uri="{9D8B030D-6E8A-4147-A177-3AD203B41FA5}">
                      <a16:colId xmlns:a16="http://schemas.microsoft.com/office/drawing/2014/main" val="825097739"/>
                    </a:ext>
                  </a:extLst>
                </a:gridCol>
                <a:gridCol w="315954">
                  <a:extLst>
                    <a:ext uri="{9D8B030D-6E8A-4147-A177-3AD203B41FA5}">
                      <a16:colId xmlns:a16="http://schemas.microsoft.com/office/drawing/2014/main" val="2936793895"/>
                    </a:ext>
                  </a:extLst>
                </a:gridCol>
                <a:gridCol w="315954">
                  <a:extLst>
                    <a:ext uri="{9D8B030D-6E8A-4147-A177-3AD203B41FA5}">
                      <a16:colId xmlns:a16="http://schemas.microsoft.com/office/drawing/2014/main" val="2026578532"/>
                    </a:ext>
                  </a:extLst>
                </a:gridCol>
                <a:gridCol w="339792">
                  <a:extLst>
                    <a:ext uri="{9D8B030D-6E8A-4147-A177-3AD203B41FA5}">
                      <a16:colId xmlns:a16="http://schemas.microsoft.com/office/drawing/2014/main" val="1784111147"/>
                    </a:ext>
                  </a:extLst>
                </a:gridCol>
                <a:gridCol w="292904">
                  <a:extLst>
                    <a:ext uri="{9D8B030D-6E8A-4147-A177-3AD203B41FA5}">
                      <a16:colId xmlns:a16="http://schemas.microsoft.com/office/drawing/2014/main" val="356645724"/>
                    </a:ext>
                  </a:extLst>
                </a:gridCol>
              </a:tblGrid>
              <a:tr h="182461">
                <a:tc>
                  <a:txBody>
                    <a:bodyPr/>
                    <a:lstStyle/>
                    <a:p>
                      <a:pPr algn="ctr"/>
                      <a:endParaRPr lang="en-IN" sz="700"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5</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6</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7</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8</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182461">
                <a:tc>
                  <a:txBody>
                    <a:bodyPr/>
                    <a:lstStyle/>
                    <a:p>
                      <a:pPr algn="ctr"/>
                      <a:r>
                        <a:rPr lang="en-IN" sz="700"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6797796"/>
                  </a:ext>
                </a:extLst>
              </a:tr>
              <a:tr h="182461">
                <a:tc>
                  <a:txBody>
                    <a:bodyPr/>
                    <a:lstStyle/>
                    <a:p>
                      <a:pPr algn="ctr"/>
                      <a:r>
                        <a:rPr lang="en-IN" sz="700"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4">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4">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4">
                        <a:lumMod val="40000"/>
                        <a:lumOff val="60000"/>
                      </a:schemeClr>
                    </a:solidFill>
                  </a:tcPr>
                </a:tc>
                <a:tc>
                  <a:txBody>
                    <a:bodyPr/>
                    <a:lstStyle/>
                    <a:p>
                      <a:pPr algn="ctr"/>
                      <a:r>
                        <a:rPr lang="en-IN" sz="700" dirty="0"/>
                        <a:t>Q2</a:t>
                      </a:r>
                    </a:p>
                  </a:txBody>
                  <a:tcPr anchor="ctr">
                    <a:lnT w="12700" cap="flat" cmpd="sng" algn="ctr">
                      <a:solidFill>
                        <a:schemeClr val="tx1"/>
                      </a:solidFill>
                      <a:prstDash val="solid"/>
                      <a:round/>
                      <a:headEnd type="none" w="med" len="med"/>
                      <a:tailEnd type="none" w="med" len="med"/>
                    </a:lnT>
                    <a:solidFill>
                      <a:schemeClr val="accent4">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4">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4">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4">
                        <a:lumMod val="40000"/>
                        <a:lumOff val="60000"/>
                      </a:schemeClr>
                    </a:solidFill>
                  </a:tcPr>
                </a:tc>
                <a:extLst>
                  <a:ext uri="{0D108BD9-81ED-4DB2-BD59-A6C34878D82A}">
                    <a16:rowId xmlns:a16="http://schemas.microsoft.com/office/drawing/2014/main" val="3253939358"/>
                  </a:ext>
                </a:extLst>
              </a:tr>
              <a:tr h="280709">
                <a:tc>
                  <a:txBody>
                    <a:bodyPr/>
                    <a:lstStyle/>
                    <a:p>
                      <a:pPr algn="ctr"/>
                      <a:r>
                        <a:rPr lang="en-IN" sz="700"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Q3</a:t>
                      </a:r>
                    </a:p>
                  </a:txBody>
                  <a:tcPr anchor="ctr">
                    <a:solidFill>
                      <a:schemeClr val="accent4">
                        <a:lumMod val="40000"/>
                        <a:lumOff val="60000"/>
                      </a:schemeClr>
                    </a:solidFill>
                  </a:tcPr>
                </a:tc>
                <a:extLst>
                  <a:ext uri="{0D108BD9-81ED-4DB2-BD59-A6C34878D82A}">
                    <a16:rowId xmlns:a16="http://schemas.microsoft.com/office/drawing/2014/main" val="206229420"/>
                  </a:ext>
                </a:extLst>
              </a:tr>
              <a:tr h="259810">
                <a:tc>
                  <a:txBody>
                    <a:bodyPr/>
                    <a:lstStyle/>
                    <a:p>
                      <a:pPr algn="ctr"/>
                      <a:r>
                        <a:rPr lang="en-IN" sz="700"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Q4</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extLst>
                  <a:ext uri="{0D108BD9-81ED-4DB2-BD59-A6C34878D82A}">
                    <a16:rowId xmlns:a16="http://schemas.microsoft.com/office/drawing/2014/main" val="2840274321"/>
                  </a:ext>
                </a:extLst>
              </a:tr>
              <a:tr h="182461">
                <a:tc>
                  <a:txBody>
                    <a:bodyPr/>
                    <a:lstStyle/>
                    <a:p>
                      <a:pPr algn="ctr"/>
                      <a:r>
                        <a:rPr lang="en-IN" sz="700" dirty="0"/>
                        <a:t>5</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4">
                        <a:lumMod val="40000"/>
                        <a:lumOff val="60000"/>
                      </a:schemeClr>
                    </a:solidFill>
                  </a:tcPr>
                </a:tc>
                <a:tc>
                  <a:txBody>
                    <a:bodyPr/>
                    <a:lstStyle/>
                    <a:p>
                      <a:pPr algn="ctr"/>
                      <a:r>
                        <a:rPr lang="en-IN" sz="700" dirty="0"/>
                        <a:t>Q5</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extLst>
                  <a:ext uri="{0D108BD9-81ED-4DB2-BD59-A6C34878D82A}">
                    <a16:rowId xmlns:a16="http://schemas.microsoft.com/office/drawing/2014/main" val="1148551912"/>
                  </a:ext>
                </a:extLst>
              </a:tr>
              <a:tr h="182461">
                <a:tc>
                  <a:txBody>
                    <a:bodyPr/>
                    <a:lstStyle/>
                    <a:p>
                      <a:pPr algn="ctr"/>
                      <a:r>
                        <a:rPr lang="en-IN" sz="700" dirty="0"/>
                        <a:t>6</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Q6</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extLst>
                  <a:ext uri="{0D108BD9-81ED-4DB2-BD59-A6C34878D82A}">
                    <a16:rowId xmlns:a16="http://schemas.microsoft.com/office/drawing/2014/main" val="3131333112"/>
                  </a:ext>
                </a:extLst>
              </a:tr>
              <a:tr h="182461">
                <a:tc>
                  <a:txBody>
                    <a:bodyPr/>
                    <a:lstStyle/>
                    <a:p>
                      <a:pPr algn="ctr"/>
                      <a:r>
                        <a:rPr lang="en-IN" sz="700" dirty="0"/>
                        <a:t>7</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lgn="ctr"/>
                      <a:r>
                        <a:rPr lang="en-IN" sz="700" dirty="0"/>
                        <a:t>Q7</a:t>
                      </a:r>
                    </a:p>
                  </a:txBody>
                  <a:tcPr anchor="ctr">
                    <a:lnL w="12700" cap="flat" cmpd="sng" algn="ctr">
                      <a:solidFill>
                        <a:schemeClr val="tx1"/>
                      </a:solidFill>
                      <a:prstDash val="solid"/>
                      <a:round/>
                      <a:headEnd type="none" w="med" len="med"/>
                      <a:tailEnd type="none" w="med" len="med"/>
                    </a:lnL>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extLst>
                  <a:ext uri="{0D108BD9-81ED-4DB2-BD59-A6C34878D82A}">
                    <a16:rowId xmlns:a16="http://schemas.microsoft.com/office/drawing/2014/main" val="4269242149"/>
                  </a:ext>
                </a:extLst>
              </a:tr>
              <a:tr h="182461">
                <a:tc>
                  <a:txBody>
                    <a:bodyPr/>
                    <a:lstStyle/>
                    <a:p>
                      <a:pPr algn="ctr"/>
                      <a:r>
                        <a:rPr lang="en-IN" sz="700" dirty="0"/>
                        <a:t>8</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Q8</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tc>
                  <a:txBody>
                    <a:bodyPr/>
                    <a:lstStyle/>
                    <a:p>
                      <a:pPr algn="ctr"/>
                      <a:r>
                        <a:rPr lang="en-IN" sz="700" dirty="0"/>
                        <a:t>-</a:t>
                      </a:r>
                    </a:p>
                  </a:txBody>
                  <a:tcPr anchor="ctr">
                    <a:solidFill>
                      <a:schemeClr val="accent4">
                        <a:lumMod val="40000"/>
                        <a:lumOff val="60000"/>
                      </a:schemeClr>
                    </a:solidFill>
                  </a:tcPr>
                </a:tc>
                <a:extLst>
                  <a:ext uri="{0D108BD9-81ED-4DB2-BD59-A6C34878D82A}">
                    <a16:rowId xmlns:a16="http://schemas.microsoft.com/office/drawing/2014/main" val="1307436199"/>
                  </a:ext>
                </a:extLst>
              </a:tr>
            </a:tbl>
          </a:graphicData>
        </a:graphic>
      </p:graphicFrame>
      <p:graphicFrame>
        <p:nvGraphicFramePr>
          <p:cNvPr id="10" name="Table 9">
            <a:extLst>
              <a:ext uri="{FF2B5EF4-FFF2-40B4-BE49-F238E27FC236}">
                <a16:creationId xmlns:a16="http://schemas.microsoft.com/office/drawing/2014/main" id="{0D82F532-A7C1-7E4C-3E12-5BC541922118}"/>
              </a:ext>
            </a:extLst>
          </p:cNvPr>
          <p:cNvGraphicFramePr>
            <a:graphicFrameLocks noGrp="1"/>
          </p:cNvGraphicFramePr>
          <p:nvPr>
            <p:extLst>
              <p:ext uri="{D42A27DB-BD31-4B8C-83A1-F6EECF244321}">
                <p14:modId xmlns:p14="http://schemas.microsoft.com/office/powerpoint/2010/main" val="2531312254"/>
              </p:ext>
            </p:extLst>
          </p:nvPr>
        </p:nvGraphicFramePr>
        <p:xfrm>
          <a:off x="4734560" y="4440816"/>
          <a:ext cx="2858230" cy="2057432"/>
        </p:xfrm>
        <a:graphic>
          <a:graphicData uri="http://schemas.openxmlformats.org/drawingml/2006/table">
            <a:tbl>
              <a:tblPr firstRow="1" bandRow="1">
                <a:tableStyleId>{5940675A-B579-460E-94D1-54222C63F5DA}</a:tableStyleId>
              </a:tblPr>
              <a:tblGrid>
                <a:gridCol w="215956">
                  <a:extLst>
                    <a:ext uri="{9D8B030D-6E8A-4147-A177-3AD203B41FA5}">
                      <a16:colId xmlns:a16="http://schemas.microsoft.com/office/drawing/2014/main" val="2835415117"/>
                    </a:ext>
                  </a:extLst>
                </a:gridCol>
                <a:gridCol w="345744">
                  <a:extLst>
                    <a:ext uri="{9D8B030D-6E8A-4147-A177-3AD203B41FA5}">
                      <a16:colId xmlns:a16="http://schemas.microsoft.com/office/drawing/2014/main" val="1304507083"/>
                    </a:ext>
                  </a:extLst>
                </a:gridCol>
                <a:gridCol w="322490">
                  <a:extLst>
                    <a:ext uri="{9D8B030D-6E8A-4147-A177-3AD203B41FA5}">
                      <a16:colId xmlns:a16="http://schemas.microsoft.com/office/drawing/2014/main" val="719428449"/>
                    </a:ext>
                  </a:extLst>
                </a:gridCol>
                <a:gridCol w="328870">
                  <a:extLst>
                    <a:ext uri="{9D8B030D-6E8A-4147-A177-3AD203B41FA5}">
                      <a16:colId xmlns:a16="http://schemas.microsoft.com/office/drawing/2014/main" val="639983479"/>
                    </a:ext>
                  </a:extLst>
                </a:gridCol>
                <a:gridCol w="328870">
                  <a:extLst>
                    <a:ext uri="{9D8B030D-6E8A-4147-A177-3AD203B41FA5}">
                      <a16:colId xmlns:a16="http://schemas.microsoft.com/office/drawing/2014/main" val="825097739"/>
                    </a:ext>
                  </a:extLst>
                </a:gridCol>
                <a:gridCol w="328870">
                  <a:extLst>
                    <a:ext uri="{9D8B030D-6E8A-4147-A177-3AD203B41FA5}">
                      <a16:colId xmlns:a16="http://schemas.microsoft.com/office/drawing/2014/main" val="2936793895"/>
                    </a:ext>
                  </a:extLst>
                </a:gridCol>
                <a:gridCol w="328870">
                  <a:extLst>
                    <a:ext uri="{9D8B030D-6E8A-4147-A177-3AD203B41FA5}">
                      <a16:colId xmlns:a16="http://schemas.microsoft.com/office/drawing/2014/main" val="2026578532"/>
                    </a:ext>
                  </a:extLst>
                </a:gridCol>
                <a:gridCol w="353682">
                  <a:extLst>
                    <a:ext uri="{9D8B030D-6E8A-4147-A177-3AD203B41FA5}">
                      <a16:colId xmlns:a16="http://schemas.microsoft.com/office/drawing/2014/main" val="1784111147"/>
                    </a:ext>
                  </a:extLst>
                </a:gridCol>
                <a:gridCol w="304878">
                  <a:extLst>
                    <a:ext uri="{9D8B030D-6E8A-4147-A177-3AD203B41FA5}">
                      <a16:colId xmlns:a16="http://schemas.microsoft.com/office/drawing/2014/main" val="356645724"/>
                    </a:ext>
                  </a:extLst>
                </a:gridCol>
              </a:tblGrid>
              <a:tr h="205244">
                <a:tc>
                  <a:txBody>
                    <a:bodyPr/>
                    <a:lstStyle/>
                    <a:p>
                      <a:pPr algn="ctr"/>
                      <a:endParaRPr lang="en-IN" sz="800"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800"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800"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800"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800" dirty="0"/>
                        <a:t>5</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800" dirty="0"/>
                        <a:t>6</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800" dirty="0"/>
                        <a:t>7</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800" dirty="0"/>
                        <a:t>8</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205244">
                <a:tc>
                  <a:txBody>
                    <a:bodyPr/>
                    <a:lstStyle/>
                    <a:p>
                      <a:pPr algn="ctr"/>
                      <a:r>
                        <a:rPr lang="en-IN" sz="800"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algn="ctr" defTabSz="914400" rtl="0" eaLnBrk="1" latinLnBrk="0" hangingPunct="1"/>
                      <a:r>
                        <a:rPr lang="en-IN" sz="600" kern="1200" dirty="0">
                          <a:solidFill>
                            <a:schemeClr val="tx1"/>
                          </a:solidFill>
                          <a:latin typeface="+mn-lt"/>
                          <a:ea typeface="+mn-ea"/>
                          <a:cs typeface="+mn-cs"/>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IN" sz="800"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6797796"/>
                  </a:ext>
                </a:extLst>
              </a:tr>
              <a:tr h="205244">
                <a:tc>
                  <a:txBody>
                    <a:bodyPr/>
                    <a:lstStyle/>
                    <a:p>
                      <a:pPr algn="ctr"/>
                      <a:r>
                        <a:rPr lang="en-IN" sz="800"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IN" sz="800" dirty="0"/>
                        <a:t>-</a:t>
                      </a: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IN" sz="800" dirty="0"/>
                        <a:t>-</a:t>
                      </a: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IN" sz="800" dirty="0"/>
                        <a:t>-</a:t>
                      </a: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IN" sz="800" dirty="0"/>
                        <a:t>Q2</a:t>
                      </a: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IN" sz="800" dirty="0"/>
                        <a:t>-</a:t>
                      </a:r>
                    </a:p>
                  </a:txBody>
                  <a:tcPr anchor="ctr">
                    <a:lnT w="12700" cap="flat" cmpd="sng" algn="ctr">
                      <a:solidFill>
                        <a:schemeClr val="tx1"/>
                      </a:solidFill>
                      <a:prstDash val="solid"/>
                      <a:round/>
                      <a:headEnd type="none" w="med" len="med"/>
                      <a:tailEnd type="none" w="med" len="med"/>
                    </a:lnT>
                    <a:solidFill>
                      <a:schemeClr val="bg1">
                        <a:lumMod val="95000"/>
                      </a:schemeClr>
                    </a:solidFill>
                  </a:tcPr>
                </a:tc>
                <a:tc>
                  <a:txBody>
                    <a:bodyPr/>
                    <a:lstStyle/>
                    <a:p>
                      <a:pPr algn="ctr"/>
                      <a:r>
                        <a:rPr lang="en-IN" sz="800" dirty="0"/>
                        <a:t>-</a:t>
                      </a:r>
                    </a:p>
                  </a:txBody>
                  <a:tcPr anchor="ctr">
                    <a:lnT w="12700" cap="flat" cmpd="sng" algn="ctr">
                      <a:solidFill>
                        <a:schemeClr val="tx1"/>
                      </a:solidFill>
                      <a:prstDash val="solid"/>
                      <a:round/>
                      <a:headEnd type="none" w="med" len="med"/>
                      <a:tailEnd type="none" w="med" len="med"/>
                    </a:lnT>
                    <a:solidFill>
                      <a:schemeClr val="bg1">
                        <a:lumMod val="95000"/>
                      </a:schemeClr>
                    </a:solidFill>
                  </a:tcPr>
                </a:tc>
                <a:extLst>
                  <a:ext uri="{0D108BD9-81ED-4DB2-BD59-A6C34878D82A}">
                    <a16:rowId xmlns:a16="http://schemas.microsoft.com/office/drawing/2014/main" val="3253939358"/>
                  </a:ext>
                </a:extLst>
              </a:tr>
              <a:tr h="281956">
                <a:tc>
                  <a:txBody>
                    <a:bodyPr/>
                    <a:lstStyle/>
                    <a:p>
                      <a:pPr algn="ctr"/>
                      <a:r>
                        <a:rPr lang="en-IN" sz="800"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Q3</a:t>
                      </a:r>
                    </a:p>
                  </a:txBody>
                  <a:tcPr anchor="ctr">
                    <a:solidFill>
                      <a:schemeClr val="bg1">
                        <a:lumMod val="95000"/>
                      </a:schemeClr>
                    </a:solidFill>
                  </a:tcPr>
                </a:tc>
                <a:extLst>
                  <a:ext uri="{0D108BD9-81ED-4DB2-BD59-A6C34878D82A}">
                    <a16:rowId xmlns:a16="http://schemas.microsoft.com/office/drawing/2014/main" val="206229420"/>
                  </a:ext>
                </a:extLst>
              </a:tr>
              <a:tr h="281956">
                <a:tc>
                  <a:txBody>
                    <a:bodyPr/>
                    <a:lstStyle/>
                    <a:p>
                      <a:pPr algn="ctr"/>
                      <a:r>
                        <a:rPr lang="en-IN" sz="800"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IN" sz="800" dirty="0"/>
                        <a:t>Q4</a:t>
                      </a:r>
                    </a:p>
                  </a:txBody>
                  <a:tcPr anchor="ctr">
                    <a:lnL w="12700" cap="flat" cmpd="sng" algn="ctr">
                      <a:solidFill>
                        <a:schemeClr val="tx1"/>
                      </a:solidFill>
                      <a:prstDash val="solid"/>
                      <a:round/>
                      <a:headEnd type="none" w="med" len="med"/>
                      <a:tailEnd type="none" w="med" len="med"/>
                    </a:lnL>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extLst>
                  <a:ext uri="{0D108BD9-81ED-4DB2-BD59-A6C34878D82A}">
                    <a16:rowId xmlns:a16="http://schemas.microsoft.com/office/drawing/2014/main" val="2840274321"/>
                  </a:ext>
                </a:extLst>
              </a:tr>
              <a:tr h="205244">
                <a:tc>
                  <a:txBody>
                    <a:bodyPr/>
                    <a:lstStyle/>
                    <a:p>
                      <a:pPr algn="ctr"/>
                      <a:r>
                        <a:rPr lang="en-IN" sz="800" dirty="0"/>
                        <a:t>5</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Q5</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extLst>
                  <a:ext uri="{0D108BD9-81ED-4DB2-BD59-A6C34878D82A}">
                    <a16:rowId xmlns:a16="http://schemas.microsoft.com/office/drawing/2014/main" val="1148551912"/>
                  </a:ext>
                </a:extLst>
              </a:tr>
              <a:tr h="205244">
                <a:tc>
                  <a:txBody>
                    <a:bodyPr/>
                    <a:lstStyle/>
                    <a:p>
                      <a:pPr algn="ctr"/>
                      <a:r>
                        <a:rPr lang="en-IN" sz="800" dirty="0"/>
                        <a:t>6</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Q6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extLst>
                  <a:ext uri="{0D108BD9-81ED-4DB2-BD59-A6C34878D82A}">
                    <a16:rowId xmlns:a16="http://schemas.microsoft.com/office/drawing/2014/main" val="3131333112"/>
                  </a:ext>
                </a:extLst>
              </a:tr>
              <a:tr h="205244">
                <a:tc>
                  <a:txBody>
                    <a:bodyPr/>
                    <a:lstStyle/>
                    <a:p>
                      <a:pPr algn="ctr"/>
                      <a:r>
                        <a:rPr lang="en-IN" sz="800" dirty="0"/>
                        <a:t>7</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solidFill>
                      <a:schemeClr val="bg1">
                        <a:lumMod val="95000"/>
                      </a:schemeClr>
                    </a:solidFill>
                  </a:tcPr>
                </a:tc>
                <a:tc>
                  <a:txBody>
                    <a:bodyPr/>
                    <a:lstStyle/>
                    <a:p>
                      <a:pPr algn="ctr"/>
                      <a:r>
                        <a:rPr lang="en-IN" sz="800" dirty="0"/>
                        <a:t>Q7</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extLst>
                  <a:ext uri="{0D108BD9-81ED-4DB2-BD59-A6C34878D82A}">
                    <a16:rowId xmlns:a16="http://schemas.microsoft.com/office/drawing/2014/main" val="4269242149"/>
                  </a:ext>
                </a:extLst>
              </a:tr>
              <a:tr h="205244">
                <a:tc>
                  <a:txBody>
                    <a:bodyPr/>
                    <a:lstStyle/>
                    <a:p>
                      <a:pPr algn="ctr"/>
                      <a:r>
                        <a:rPr lang="en-IN" sz="800" dirty="0"/>
                        <a:t>8</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r>
                        <a:rPr lang="en-IN" sz="800" dirty="0"/>
                        <a:t>-</a:t>
                      </a:r>
                    </a:p>
                  </a:txBody>
                  <a:tcPr anchor="ctr">
                    <a:lnL w="12700" cap="flat" cmpd="sng" algn="ctr">
                      <a:solidFill>
                        <a:schemeClr val="tx1"/>
                      </a:solidFill>
                      <a:prstDash val="solid"/>
                      <a:round/>
                      <a:headEnd type="none" w="med" len="med"/>
                      <a:tailEnd type="none" w="med" len="med"/>
                    </a:lnL>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Q8</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tc>
                  <a:txBody>
                    <a:bodyPr/>
                    <a:lstStyle/>
                    <a:p>
                      <a:pPr algn="ctr"/>
                      <a:r>
                        <a:rPr lang="en-IN" sz="800" dirty="0"/>
                        <a:t>-</a:t>
                      </a:r>
                    </a:p>
                  </a:txBody>
                  <a:tcPr anchor="ctr">
                    <a:solidFill>
                      <a:schemeClr val="bg1">
                        <a:lumMod val="95000"/>
                      </a:schemeClr>
                    </a:solidFill>
                  </a:tcPr>
                </a:tc>
                <a:extLst>
                  <a:ext uri="{0D108BD9-81ED-4DB2-BD59-A6C34878D82A}">
                    <a16:rowId xmlns:a16="http://schemas.microsoft.com/office/drawing/2014/main" val="1307436199"/>
                  </a:ext>
                </a:extLst>
              </a:tr>
            </a:tbl>
          </a:graphicData>
        </a:graphic>
      </p:graphicFrame>
      <p:graphicFrame>
        <p:nvGraphicFramePr>
          <p:cNvPr id="11" name="Table 10">
            <a:extLst>
              <a:ext uri="{FF2B5EF4-FFF2-40B4-BE49-F238E27FC236}">
                <a16:creationId xmlns:a16="http://schemas.microsoft.com/office/drawing/2014/main" id="{C78EC0E2-968F-659D-6F35-FA41F0621D1C}"/>
              </a:ext>
            </a:extLst>
          </p:cNvPr>
          <p:cNvGraphicFramePr>
            <a:graphicFrameLocks noGrp="1"/>
          </p:cNvGraphicFramePr>
          <p:nvPr>
            <p:extLst>
              <p:ext uri="{D42A27DB-BD31-4B8C-83A1-F6EECF244321}">
                <p14:modId xmlns:p14="http://schemas.microsoft.com/office/powerpoint/2010/main" val="2238284394"/>
              </p:ext>
            </p:extLst>
          </p:nvPr>
        </p:nvGraphicFramePr>
        <p:xfrm>
          <a:off x="8351520" y="4493626"/>
          <a:ext cx="2776946" cy="1944422"/>
        </p:xfrm>
        <a:graphic>
          <a:graphicData uri="http://schemas.openxmlformats.org/drawingml/2006/table">
            <a:tbl>
              <a:tblPr firstRow="1" bandRow="1">
                <a:tableStyleId>{5940675A-B579-460E-94D1-54222C63F5DA}</a:tableStyleId>
              </a:tblPr>
              <a:tblGrid>
                <a:gridCol w="209815">
                  <a:extLst>
                    <a:ext uri="{9D8B030D-6E8A-4147-A177-3AD203B41FA5}">
                      <a16:colId xmlns:a16="http://schemas.microsoft.com/office/drawing/2014/main" val="2835415117"/>
                    </a:ext>
                  </a:extLst>
                </a:gridCol>
                <a:gridCol w="335912">
                  <a:extLst>
                    <a:ext uri="{9D8B030D-6E8A-4147-A177-3AD203B41FA5}">
                      <a16:colId xmlns:a16="http://schemas.microsoft.com/office/drawing/2014/main" val="1304507083"/>
                    </a:ext>
                  </a:extLst>
                </a:gridCol>
                <a:gridCol w="313319">
                  <a:extLst>
                    <a:ext uri="{9D8B030D-6E8A-4147-A177-3AD203B41FA5}">
                      <a16:colId xmlns:a16="http://schemas.microsoft.com/office/drawing/2014/main" val="719428449"/>
                    </a:ext>
                  </a:extLst>
                </a:gridCol>
                <a:gridCol w="319517">
                  <a:extLst>
                    <a:ext uri="{9D8B030D-6E8A-4147-A177-3AD203B41FA5}">
                      <a16:colId xmlns:a16="http://schemas.microsoft.com/office/drawing/2014/main" val="639983479"/>
                    </a:ext>
                  </a:extLst>
                </a:gridCol>
                <a:gridCol w="319517">
                  <a:extLst>
                    <a:ext uri="{9D8B030D-6E8A-4147-A177-3AD203B41FA5}">
                      <a16:colId xmlns:a16="http://schemas.microsoft.com/office/drawing/2014/main" val="825097739"/>
                    </a:ext>
                  </a:extLst>
                </a:gridCol>
                <a:gridCol w="319517">
                  <a:extLst>
                    <a:ext uri="{9D8B030D-6E8A-4147-A177-3AD203B41FA5}">
                      <a16:colId xmlns:a16="http://schemas.microsoft.com/office/drawing/2014/main" val="2936793895"/>
                    </a:ext>
                  </a:extLst>
                </a:gridCol>
                <a:gridCol w="319517">
                  <a:extLst>
                    <a:ext uri="{9D8B030D-6E8A-4147-A177-3AD203B41FA5}">
                      <a16:colId xmlns:a16="http://schemas.microsoft.com/office/drawing/2014/main" val="2026578532"/>
                    </a:ext>
                  </a:extLst>
                </a:gridCol>
                <a:gridCol w="343624">
                  <a:extLst>
                    <a:ext uri="{9D8B030D-6E8A-4147-A177-3AD203B41FA5}">
                      <a16:colId xmlns:a16="http://schemas.microsoft.com/office/drawing/2014/main" val="1784111147"/>
                    </a:ext>
                  </a:extLst>
                </a:gridCol>
                <a:gridCol w="296208">
                  <a:extLst>
                    <a:ext uri="{9D8B030D-6E8A-4147-A177-3AD203B41FA5}">
                      <a16:colId xmlns:a16="http://schemas.microsoft.com/office/drawing/2014/main" val="356645724"/>
                    </a:ext>
                  </a:extLst>
                </a:gridCol>
              </a:tblGrid>
              <a:tr h="188445">
                <a:tc>
                  <a:txBody>
                    <a:bodyPr/>
                    <a:lstStyle/>
                    <a:p>
                      <a:pPr algn="ctr"/>
                      <a:endParaRPr lang="en-IN" sz="700"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2</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5</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6</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7</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700" dirty="0"/>
                        <a:t>8</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32324315"/>
                  </a:ext>
                </a:extLst>
              </a:tr>
              <a:tr h="188445">
                <a:tc>
                  <a:txBody>
                    <a:bodyPr/>
                    <a:lstStyle/>
                    <a:p>
                      <a:pPr algn="ctr"/>
                      <a:r>
                        <a:rPr lang="en-IN" sz="700"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IN" sz="700" dirty="0"/>
                        <a:t>Q1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6797796"/>
                  </a:ext>
                </a:extLst>
              </a:tr>
              <a:tr h="188445">
                <a:tc>
                  <a:txBody>
                    <a:bodyPr/>
                    <a:lstStyle/>
                    <a:p>
                      <a:pPr algn="ctr"/>
                      <a:r>
                        <a:rPr lang="en-IN" sz="700"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pPr algn="ctr"/>
                      <a:r>
                        <a:rPr lang="en-IN" sz="700" dirty="0"/>
                        <a:t>Q2</a:t>
                      </a:r>
                    </a:p>
                  </a:txBody>
                  <a:tcPr anchor="ct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6">
                        <a:lumMod val="40000"/>
                        <a:lumOff val="60000"/>
                      </a:schemeClr>
                    </a:solidFill>
                  </a:tcPr>
                </a:tc>
                <a:tc>
                  <a:txBody>
                    <a:bodyPr/>
                    <a:lstStyle/>
                    <a:p>
                      <a:pPr algn="ctr"/>
                      <a:r>
                        <a:rPr lang="en-IN" sz="700" dirty="0"/>
                        <a:t>-</a:t>
                      </a:r>
                    </a:p>
                  </a:txBody>
                  <a:tcPr anchor="ctr">
                    <a:lnT w="12700" cap="flat" cmpd="sng" algn="ctr">
                      <a:solidFill>
                        <a:schemeClr val="tx1"/>
                      </a:solidFill>
                      <a:prstDash val="solid"/>
                      <a:round/>
                      <a:headEnd type="none" w="med" len="med"/>
                      <a:tailEnd type="none" w="med" len="med"/>
                    </a:lnT>
                    <a:solidFill>
                      <a:schemeClr val="accent6">
                        <a:lumMod val="40000"/>
                        <a:lumOff val="60000"/>
                      </a:schemeClr>
                    </a:solidFill>
                  </a:tcPr>
                </a:tc>
                <a:extLst>
                  <a:ext uri="{0D108BD9-81ED-4DB2-BD59-A6C34878D82A}">
                    <a16:rowId xmlns:a16="http://schemas.microsoft.com/office/drawing/2014/main" val="3253939358"/>
                  </a:ext>
                </a:extLst>
              </a:tr>
              <a:tr h="278791">
                <a:tc>
                  <a:txBody>
                    <a:bodyPr/>
                    <a:lstStyle/>
                    <a:p>
                      <a:pPr algn="ctr"/>
                      <a:r>
                        <a:rPr lang="en-IN" sz="700"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Q3</a:t>
                      </a:r>
                    </a:p>
                  </a:txBody>
                  <a:tcPr anchor="ctr">
                    <a:solidFill>
                      <a:schemeClr val="accent6">
                        <a:lumMod val="40000"/>
                        <a:lumOff val="60000"/>
                      </a:schemeClr>
                    </a:solidFill>
                  </a:tcPr>
                </a:tc>
                <a:extLst>
                  <a:ext uri="{0D108BD9-81ED-4DB2-BD59-A6C34878D82A}">
                    <a16:rowId xmlns:a16="http://schemas.microsoft.com/office/drawing/2014/main" val="206229420"/>
                  </a:ext>
                </a:extLst>
              </a:tr>
              <a:tr h="278791">
                <a:tc>
                  <a:txBody>
                    <a:bodyPr/>
                    <a:lstStyle/>
                    <a:p>
                      <a:pPr algn="ctr"/>
                      <a:r>
                        <a:rPr lang="en-IN" sz="700"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r>
                        <a:rPr lang="en-IN" sz="700" dirty="0"/>
                        <a:t>Q4</a:t>
                      </a:r>
                    </a:p>
                  </a:txBody>
                  <a:tcPr anchor="ctr">
                    <a:lnL w="12700" cap="flat" cmpd="sng" algn="ctr">
                      <a:solidFill>
                        <a:schemeClr val="tx1"/>
                      </a:solidFill>
                      <a:prstDash val="solid"/>
                      <a:round/>
                      <a:headEnd type="none" w="med" len="med"/>
                      <a:tailEnd type="none" w="med" len="med"/>
                    </a:lnL>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extLst>
                  <a:ext uri="{0D108BD9-81ED-4DB2-BD59-A6C34878D82A}">
                    <a16:rowId xmlns:a16="http://schemas.microsoft.com/office/drawing/2014/main" val="2840274321"/>
                  </a:ext>
                </a:extLst>
              </a:tr>
              <a:tr h="188445">
                <a:tc>
                  <a:txBody>
                    <a:bodyPr/>
                    <a:lstStyle/>
                    <a:p>
                      <a:pPr algn="ctr"/>
                      <a:r>
                        <a:rPr lang="en-IN" sz="700" dirty="0"/>
                        <a:t>5</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Q5</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extLst>
                  <a:ext uri="{0D108BD9-81ED-4DB2-BD59-A6C34878D82A}">
                    <a16:rowId xmlns:a16="http://schemas.microsoft.com/office/drawing/2014/main" val="1148551912"/>
                  </a:ext>
                </a:extLst>
              </a:tr>
              <a:tr h="188445">
                <a:tc>
                  <a:txBody>
                    <a:bodyPr/>
                    <a:lstStyle/>
                    <a:p>
                      <a:pPr algn="ctr"/>
                      <a:r>
                        <a:rPr lang="en-IN" sz="700" dirty="0"/>
                        <a:t>6</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Q6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extLst>
                  <a:ext uri="{0D108BD9-81ED-4DB2-BD59-A6C34878D82A}">
                    <a16:rowId xmlns:a16="http://schemas.microsoft.com/office/drawing/2014/main" val="3131333112"/>
                  </a:ext>
                </a:extLst>
              </a:tr>
              <a:tr h="188445">
                <a:tc>
                  <a:txBody>
                    <a:bodyPr/>
                    <a:lstStyle/>
                    <a:p>
                      <a:pPr algn="ctr"/>
                      <a:r>
                        <a:rPr lang="en-IN" sz="700" dirty="0"/>
                        <a:t>7</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6">
                        <a:lumMod val="40000"/>
                        <a:lumOff val="60000"/>
                      </a:schemeClr>
                    </a:solidFill>
                  </a:tcPr>
                </a:tc>
                <a:tc>
                  <a:txBody>
                    <a:bodyPr/>
                    <a:lstStyle/>
                    <a:p>
                      <a:pPr algn="ctr"/>
                      <a:r>
                        <a:rPr lang="en-IN" sz="700" dirty="0"/>
                        <a:t>Q7</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extLst>
                  <a:ext uri="{0D108BD9-81ED-4DB2-BD59-A6C34878D82A}">
                    <a16:rowId xmlns:a16="http://schemas.microsoft.com/office/drawing/2014/main" val="4269242149"/>
                  </a:ext>
                </a:extLst>
              </a:tr>
              <a:tr h="188445">
                <a:tc>
                  <a:txBody>
                    <a:bodyPr/>
                    <a:lstStyle/>
                    <a:p>
                      <a:pPr algn="ctr"/>
                      <a:r>
                        <a:rPr lang="en-IN" sz="700" dirty="0"/>
                        <a:t>8</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r>
                        <a:rPr lang="en-IN" sz="700" dirty="0"/>
                        <a:t>-</a:t>
                      </a:r>
                    </a:p>
                  </a:txBody>
                  <a:tcPr anchor="ctr">
                    <a:lnL w="12700" cap="flat" cmpd="sng" algn="ctr">
                      <a:solidFill>
                        <a:schemeClr val="tx1"/>
                      </a:solidFill>
                      <a:prstDash val="solid"/>
                      <a:round/>
                      <a:headEnd type="none" w="med" len="med"/>
                      <a:tailEnd type="none" w="med" len="med"/>
                    </a:lnL>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Q8</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tc>
                  <a:txBody>
                    <a:bodyPr/>
                    <a:lstStyle/>
                    <a:p>
                      <a:pPr algn="ctr"/>
                      <a:r>
                        <a:rPr lang="en-IN" sz="700" dirty="0"/>
                        <a:t>-</a:t>
                      </a:r>
                    </a:p>
                  </a:txBody>
                  <a:tcPr anchor="ctr">
                    <a:solidFill>
                      <a:schemeClr val="accent6">
                        <a:lumMod val="40000"/>
                        <a:lumOff val="60000"/>
                      </a:schemeClr>
                    </a:solidFill>
                  </a:tcPr>
                </a:tc>
                <a:extLst>
                  <a:ext uri="{0D108BD9-81ED-4DB2-BD59-A6C34878D82A}">
                    <a16:rowId xmlns:a16="http://schemas.microsoft.com/office/drawing/2014/main" val="1307436199"/>
                  </a:ext>
                </a:extLst>
              </a:tr>
            </a:tbl>
          </a:graphicData>
        </a:graphic>
      </p:graphicFrame>
      <p:sp>
        <p:nvSpPr>
          <p:cNvPr id="12" name="TextBox 11">
            <a:extLst>
              <a:ext uri="{FF2B5EF4-FFF2-40B4-BE49-F238E27FC236}">
                <a16:creationId xmlns:a16="http://schemas.microsoft.com/office/drawing/2014/main" id="{FFF920A4-4BF2-6D4E-5F1E-98369F34C569}"/>
              </a:ext>
            </a:extLst>
          </p:cNvPr>
          <p:cNvSpPr txBox="1"/>
          <p:nvPr/>
        </p:nvSpPr>
        <p:spPr>
          <a:xfrm>
            <a:off x="1717040" y="6450389"/>
            <a:ext cx="1771639" cy="276999"/>
          </a:xfrm>
          <a:prstGeom prst="rect">
            <a:avLst/>
          </a:prstGeom>
          <a:noFill/>
        </p:spPr>
        <p:txBody>
          <a:bodyPr wrap="none" rtlCol="0">
            <a:spAutoFit/>
          </a:bodyPr>
          <a:lstStyle/>
          <a:p>
            <a:r>
              <a:rPr lang="en-IN" sz="1200" dirty="0"/>
              <a:t>Solution x[1 5 8 6 3 7 2 4]</a:t>
            </a:r>
          </a:p>
        </p:txBody>
      </p:sp>
      <p:sp>
        <p:nvSpPr>
          <p:cNvPr id="13" name="TextBox 12">
            <a:extLst>
              <a:ext uri="{FF2B5EF4-FFF2-40B4-BE49-F238E27FC236}">
                <a16:creationId xmlns:a16="http://schemas.microsoft.com/office/drawing/2014/main" id="{465A8F3C-14C5-4B1A-C7D6-E0451388B70C}"/>
              </a:ext>
            </a:extLst>
          </p:cNvPr>
          <p:cNvSpPr txBox="1"/>
          <p:nvPr/>
        </p:nvSpPr>
        <p:spPr>
          <a:xfrm>
            <a:off x="5496560" y="6501189"/>
            <a:ext cx="1771639" cy="276999"/>
          </a:xfrm>
          <a:prstGeom prst="rect">
            <a:avLst/>
          </a:prstGeom>
          <a:noFill/>
        </p:spPr>
        <p:txBody>
          <a:bodyPr wrap="none" rtlCol="0">
            <a:spAutoFit/>
          </a:bodyPr>
          <a:lstStyle/>
          <a:p>
            <a:r>
              <a:rPr lang="en-IN" sz="1200" dirty="0"/>
              <a:t>Solution x[1 7 5 8 2 4 6 3]</a:t>
            </a:r>
          </a:p>
        </p:txBody>
      </p:sp>
      <p:sp>
        <p:nvSpPr>
          <p:cNvPr id="14" name="TextBox 13">
            <a:extLst>
              <a:ext uri="{FF2B5EF4-FFF2-40B4-BE49-F238E27FC236}">
                <a16:creationId xmlns:a16="http://schemas.microsoft.com/office/drawing/2014/main" id="{F6F055D6-60C2-FB04-307E-6E3AC4DF3B77}"/>
              </a:ext>
            </a:extLst>
          </p:cNvPr>
          <p:cNvSpPr txBox="1"/>
          <p:nvPr/>
        </p:nvSpPr>
        <p:spPr>
          <a:xfrm>
            <a:off x="9032240" y="6430069"/>
            <a:ext cx="1771639" cy="276999"/>
          </a:xfrm>
          <a:prstGeom prst="rect">
            <a:avLst/>
          </a:prstGeom>
          <a:noFill/>
        </p:spPr>
        <p:txBody>
          <a:bodyPr wrap="none" rtlCol="0">
            <a:spAutoFit/>
          </a:bodyPr>
          <a:lstStyle/>
          <a:p>
            <a:r>
              <a:rPr lang="en-IN" sz="1200" dirty="0"/>
              <a:t>Solution x[4 6 8 2 7 1 3 5]</a:t>
            </a:r>
          </a:p>
        </p:txBody>
      </p:sp>
      <p:pic>
        <p:nvPicPr>
          <p:cNvPr id="18" name="Picture 17">
            <a:extLst>
              <a:ext uri="{FF2B5EF4-FFF2-40B4-BE49-F238E27FC236}">
                <a16:creationId xmlns:a16="http://schemas.microsoft.com/office/drawing/2014/main" id="{AD087406-99A0-0B10-E306-7B3C063C4E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55520" y="696159"/>
            <a:ext cx="8625840" cy="3657039"/>
          </a:xfrm>
          <a:prstGeom prst="rect">
            <a:avLst/>
          </a:prstGeom>
        </p:spPr>
      </p:pic>
      <p:sp>
        <p:nvSpPr>
          <p:cNvPr id="3" name="TextBox 2">
            <a:extLst>
              <a:ext uri="{FF2B5EF4-FFF2-40B4-BE49-F238E27FC236}">
                <a16:creationId xmlns:a16="http://schemas.microsoft.com/office/drawing/2014/main" id="{339EB6D3-A1E2-1A6F-D2FC-AB1260234A11}"/>
              </a:ext>
            </a:extLst>
          </p:cNvPr>
          <p:cNvSpPr txBox="1"/>
          <p:nvPr/>
        </p:nvSpPr>
        <p:spPr>
          <a:xfrm>
            <a:off x="425856" y="1157962"/>
            <a:ext cx="3018384" cy="646331"/>
          </a:xfrm>
          <a:prstGeom prst="rect">
            <a:avLst/>
          </a:prstGeom>
          <a:noFill/>
        </p:spPr>
        <p:txBody>
          <a:bodyPr wrap="square">
            <a:spAutoFit/>
          </a:bodyPr>
          <a:lstStyle/>
          <a:p>
            <a:r>
              <a:rPr lang="en-IN" b="1" dirty="0">
                <a:latin typeface="+mj-lt"/>
              </a:rPr>
              <a:t>              or </a:t>
            </a:r>
          </a:p>
          <a:p>
            <a:r>
              <a:rPr lang="en-IN" b="1" dirty="0">
                <a:latin typeface="+mj-lt"/>
              </a:rPr>
              <a:t>Permutation tree</a:t>
            </a:r>
          </a:p>
        </p:txBody>
      </p:sp>
      <p:sp>
        <p:nvSpPr>
          <p:cNvPr id="8" name="Title 1">
            <a:extLst>
              <a:ext uri="{FF2B5EF4-FFF2-40B4-BE49-F238E27FC236}">
                <a16:creationId xmlns:a16="http://schemas.microsoft.com/office/drawing/2014/main" id="{433B9087-2A95-E01E-D674-3CFFB38198E9}"/>
              </a:ext>
            </a:extLst>
          </p:cNvPr>
          <p:cNvSpPr>
            <a:spLocks noGrp="1"/>
          </p:cNvSpPr>
          <p:nvPr>
            <p:ph type="title"/>
          </p:nvPr>
        </p:nvSpPr>
        <p:spPr>
          <a:xfrm>
            <a:off x="563880" y="9525"/>
            <a:ext cx="10515600" cy="884555"/>
          </a:xfrm>
        </p:spPr>
        <p:txBody>
          <a:bodyPr>
            <a:normAutofit/>
          </a:bodyPr>
          <a:lstStyle/>
          <a:p>
            <a:r>
              <a:rPr lang="en-IN" sz="3200" b="1" dirty="0"/>
              <a:t>Backtracking Algorithm: The 8-Queens Problem</a:t>
            </a:r>
            <a:endParaRPr lang="en-IN" sz="3200" dirty="0"/>
          </a:p>
        </p:txBody>
      </p:sp>
      <p:sp>
        <p:nvSpPr>
          <p:cNvPr id="2" name="Slide Number Placeholder 1">
            <a:extLst>
              <a:ext uri="{FF2B5EF4-FFF2-40B4-BE49-F238E27FC236}">
                <a16:creationId xmlns:a16="http://schemas.microsoft.com/office/drawing/2014/main" id="{BB39D4A9-B823-BD68-622A-383417750DD1}"/>
              </a:ext>
            </a:extLst>
          </p:cNvPr>
          <p:cNvSpPr>
            <a:spLocks noGrp="1"/>
          </p:cNvSpPr>
          <p:nvPr>
            <p:ph type="sldNum" sz="quarter" idx="12"/>
          </p:nvPr>
        </p:nvSpPr>
        <p:spPr/>
        <p:txBody>
          <a:bodyPr/>
          <a:lstStyle/>
          <a:p>
            <a:fld id="{000E18F7-2402-4720-BFF4-341E476333D4}" type="slidenum">
              <a:rPr lang="en-IN" smtClean="0"/>
              <a:t>17</a:t>
            </a:fld>
            <a:endParaRPr lang="en-IN"/>
          </a:p>
        </p:txBody>
      </p:sp>
    </p:spTree>
    <p:extLst>
      <p:ext uri="{BB962C8B-B14F-4D97-AF65-F5344CB8AC3E}">
        <p14:creationId xmlns:p14="http://schemas.microsoft.com/office/powerpoint/2010/main" val="20861954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FACD0-12B4-107C-652D-D9073AA058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900FD4-CEED-4358-9C8B-B94AF62DD2F6}"/>
              </a:ext>
            </a:extLst>
          </p:cNvPr>
          <p:cNvSpPr>
            <a:spLocks noGrp="1"/>
          </p:cNvSpPr>
          <p:nvPr>
            <p:ph type="title"/>
          </p:nvPr>
        </p:nvSpPr>
        <p:spPr>
          <a:xfrm>
            <a:off x="563880" y="304165"/>
            <a:ext cx="10515600" cy="417195"/>
          </a:xfrm>
        </p:spPr>
        <p:txBody>
          <a:bodyPr>
            <a:noAutofit/>
          </a:bodyPr>
          <a:lstStyle/>
          <a:p>
            <a:r>
              <a:rPr lang="en-IN" sz="3600" b="1" dirty="0"/>
              <a:t>Backtracking Algorithm: The 8-Queens Problem</a:t>
            </a:r>
            <a:endParaRPr lang="en-IN" sz="3600" dirty="0"/>
          </a:p>
        </p:txBody>
      </p:sp>
      <p:sp>
        <p:nvSpPr>
          <p:cNvPr id="6" name="TextBox 5">
            <a:extLst>
              <a:ext uri="{FF2B5EF4-FFF2-40B4-BE49-F238E27FC236}">
                <a16:creationId xmlns:a16="http://schemas.microsoft.com/office/drawing/2014/main" id="{83DC7DA9-9A6C-5BB3-4270-0771A5C1839C}"/>
              </a:ext>
            </a:extLst>
          </p:cNvPr>
          <p:cNvSpPr txBox="1"/>
          <p:nvPr/>
        </p:nvSpPr>
        <p:spPr>
          <a:xfrm>
            <a:off x="294640" y="3949558"/>
            <a:ext cx="3149600" cy="2002728"/>
          </a:xfrm>
          <a:prstGeom prst="rect">
            <a:avLst/>
          </a:prstGeom>
          <a:noFill/>
          <a:ln>
            <a:solidFill>
              <a:schemeClr val="accent1"/>
            </a:solidFill>
          </a:ln>
        </p:spPr>
        <p:txBody>
          <a:bodyPr wrap="square">
            <a:spAutoFit/>
          </a:bodyPr>
          <a:lstStyle/>
          <a:p>
            <a:pPr>
              <a:lnSpc>
                <a:spcPct val="150000"/>
              </a:lnSpc>
            </a:pPr>
            <a:r>
              <a:rPr lang="en-IN" sz="1200" b="1" dirty="0"/>
              <a:t>// Algorithm : Can a new queen be placed?</a:t>
            </a:r>
          </a:p>
          <a:p>
            <a:pPr>
              <a:lnSpc>
                <a:spcPct val="150000"/>
              </a:lnSpc>
            </a:pPr>
            <a:r>
              <a:rPr lang="en-IN" sz="1200" dirty="0"/>
              <a:t>Place(</a:t>
            </a:r>
            <a:r>
              <a:rPr lang="en-IN" sz="1200" dirty="0" err="1"/>
              <a:t>k,i</a:t>
            </a:r>
            <a:r>
              <a:rPr lang="en-IN" sz="1200" dirty="0"/>
              <a:t>) </a:t>
            </a:r>
          </a:p>
          <a:p>
            <a:pPr>
              <a:lnSpc>
                <a:spcPct val="150000"/>
              </a:lnSpc>
            </a:pPr>
            <a:r>
              <a:rPr lang="en-IN" sz="1200" dirty="0"/>
              <a:t>    for (j = 1 to  k - 1) do</a:t>
            </a:r>
          </a:p>
          <a:p>
            <a:pPr>
              <a:lnSpc>
                <a:spcPct val="150000"/>
              </a:lnSpc>
            </a:pPr>
            <a:r>
              <a:rPr lang="en-IN" sz="1200" dirty="0"/>
              <a:t>        // Check if same column or same diagonal</a:t>
            </a:r>
          </a:p>
          <a:p>
            <a:pPr>
              <a:lnSpc>
                <a:spcPct val="150000"/>
              </a:lnSpc>
            </a:pPr>
            <a:r>
              <a:rPr lang="en-IN" sz="1200" dirty="0"/>
              <a:t>        if ((x[j] == </a:t>
            </a:r>
            <a:r>
              <a:rPr lang="en-IN" sz="1200" dirty="0" err="1"/>
              <a:t>i</a:t>
            </a:r>
            <a:r>
              <a:rPr lang="en-IN" sz="1200" dirty="0"/>
              <a:t>) || (abs(x[j] - </a:t>
            </a:r>
            <a:r>
              <a:rPr lang="en-IN" sz="1200" dirty="0" err="1"/>
              <a:t>i</a:t>
            </a:r>
            <a:r>
              <a:rPr lang="en-IN" sz="1200" dirty="0"/>
              <a:t>) == abs(j - k))) </a:t>
            </a:r>
          </a:p>
          <a:p>
            <a:pPr>
              <a:lnSpc>
                <a:spcPct val="150000"/>
              </a:lnSpc>
            </a:pPr>
            <a:r>
              <a:rPr lang="en-IN" sz="1200" dirty="0"/>
              <a:t>            return false; </a:t>
            </a:r>
          </a:p>
          <a:p>
            <a:pPr>
              <a:lnSpc>
                <a:spcPct val="150000"/>
              </a:lnSpc>
            </a:pPr>
            <a:r>
              <a:rPr lang="en-IN" sz="1200" dirty="0"/>
              <a:t>    return true; </a:t>
            </a:r>
          </a:p>
        </p:txBody>
      </p:sp>
      <p:sp>
        <p:nvSpPr>
          <p:cNvPr id="4" name="TextBox 3">
            <a:extLst>
              <a:ext uri="{FF2B5EF4-FFF2-40B4-BE49-F238E27FC236}">
                <a16:creationId xmlns:a16="http://schemas.microsoft.com/office/drawing/2014/main" id="{7B4A3808-23E5-5411-92ED-26E0A03D2B3B}"/>
              </a:ext>
            </a:extLst>
          </p:cNvPr>
          <p:cNvSpPr txBox="1"/>
          <p:nvPr/>
        </p:nvSpPr>
        <p:spPr>
          <a:xfrm>
            <a:off x="294640" y="1115834"/>
            <a:ext cx="3149600" cy="2833724"/>
          </a:xfrm>
          <a:prstGeom prst="rect">
            <a:avLst/>
          </a:prstGeom>
          <a:noFill/>
          <a:ln>
            <a:solidFill>
              <a:schemeClr val="accent1"/>
            </a:solidFill>
          </a:ln>
        </p:spPr>
        <p:txBody>
          <a:bodyPr wrap="square">
            <a:spAutoFit/>
          </a:bodyPr>
          <a:lstStyle/>
          <a:p>
            <a:pPr>
              <a:lnSpc>
                <a:spcPct val="150000"/>
              </a:lnSpc>
            </a:pPr>
            <a:r>
              <a:rPr lang="en-IN" sz="1200" b="1" dirty="0"/>
              <a:t>// Algorithm : All solutions to the n-queens problem</a:t>
            </a:r>
          </a:p>
          <a:p>
            <a:pPr>
              <a:lnSpc>
                <a:spcPct val="150000"/>
              </a:lnSpc>
            </a:pPr>
            <a:r>
              <a:rPr lang="en-IN" sz="1200" dirty="0" err="1"/>
              <a:t>NQueens</a:t>
            </a:r>
            <a:r>
              <a:rPr lang="en-IN" sz="1200" dirty="0"/>
              <a:t>(</a:t>
            </a:r>
            <a:r>
              <a:rPr lang="en-IN" sz="1200" dirty="0" err="1"/>
              <a:t>k,n</a:t>
            </a:r>
            <a:r>
              <a:rPr lang="en-IN" sz="1200" dirty="0"/>
              <a:t>) </a:t>
            </a:r>
          </a:p>
          <a:p>
            <a:pPr>
              <a:lnSpc>
                <a:spcPct val="150000"/>
              </a:lnSpc>
            </a:pPr>
            <a:r>
              <a:rPr lang="en-IN" sz="1200" dirty="0"/>
              <a:t>    for (</a:t>
            </a:r>
            <a:r>
              <a:rPr lang="en-IN" sz="1200" dirty="0" err="1"/>
              <a:t>i</a:t>
            </a:r>
            <a:r>
              <a:rPr lang="en-IN" sz="1200" dirty="0"/>
              <a:t> = 1 to n) do</a:t>
            </a:r>
          </a:p>
          <a:p>
            <a:pPr>
              <a:lnSpc>
                <a:spcPct val="150000"/>
              </a:lnSpc>
            </a:pPr>
            <a:r>
              <a:rPr lang="en-IN" sz="1200" dirty="0"/>
              <a:t>        if (Place(k, </a:t>
            </a:r>
            <a:r>
              <a:rPr lang="en-IN" sz="1200" dirty="0" err="1"/>
              <a:t>i</a:t>
            </a:r>
            <a:r>
              <a:rPr lang="en-IN" sz="1200" dirty="0"/>
              <a:t>)) </a:t>
            </a:r>
          </a:p>
          <a:p>
            <a:pPr>
              <a:lnSpc>
                <a:spcPct val="150000"/>
              </a:lnSpc>
            </a:pPr>
            <a:r>
              <a:rPr lang="en-IN" sz="1200" dirty="0"/>
              <a:t>            x[k] = </a:t>
            </a:r>
            <a:r>
              <a:rPr lang="en-IN" sz="1200" dirty="0" err="1"/>
              <a:t>i</a:t>
            </a:r>
            <a:endParaRPr lang="en-IN" sz="1200" dirty="0"/>
          </a:p>
          <a:p>
            <a:pPr>
              <a:lnSpc>
                <a:spcPct val="150000"/>
              </a:lnSpc>
            </a:pPr>
            <a:r>
              <a:rPr lang="en-IN" sz="1200" dirty="0"/>
              <a:t>            if (k == n)  // If all queens are placed</a:t>
            </a:r>
          </a:p>
          <a:p>
            <a:pPr>
              <a:lnSpc>
                <a:spcPct val="150000"/>
              </a:lnSpc>
            </a:pPr>
            <a:r>
              <a:rPr lang="en-IN" sz="1200" dirty="0"/>
              <a:t>               print( x[1:n])</a:t>
            </a:r>
          </a:p>
          <a:p>
            <a:pPr>
              <a:lnSpc>
                <a:spcPct val="150000"/>
              </a:lnSpc>
            </a:pPr>
            <a:r>
              <a:rPr lang="en-IN" sz="1200" dirty="0"/>
              <a:t>               else </a:t>
            </a:r>
          </a:p>
          <a:p>
            <a:pPr>
              <a:lnSpc>
                <a:spcPct val="150000"/>
              </a:lnSpc>
            </a:pPr>
            <a:r>
              <a:rPr lang="en-IN" sz="1200" dirty="0"/>
              <a:t>                </a:t>
            </a:r>
            <a:r>
              <a:rPr lang="en-IN" sz="1200" dirty="0" err="1"/>
              <a:t>NQueens</a:t>
            </a:r>
            <a:r>
              <a:rPr lang="en-IN" sz="1200" dirty="0"/>
              <a:t>(k + 1, n)</a:t>
            </a:r>
          </a:p>
        </p:txBody>
      </p:sp>
      <p:graphicFrame>
        <p:nvGraphicFramePr>
          <p:cNvPr id="3" name="Table 2">
            <a:extLst>
              <a:ext uri="{FF2B5EF4-FFF2-40B4-BE49-F238E27FC236}">
                <a16:creationId xmlns:a16="http://schemas.microsoft.com/office/drawing/2014/main" id="{CC0FD6E2-B462-4AB4-81DA-F94FE392C327}"/>
              </a:ext>
            </a:extLst>
          </p:cNvPr>
          <p:cNvGraphicFramePr>
            <a:graphicFrameLocks noGrp="1"/>
          </p:cNvGraphicFramePr>
          <p:nvPr>
            <p:extLst>
              <p:ext uri="{D42A27DB-BD31-4B8C-83A1-F6EECF244321}">
                <p14:modId xmlns:p14="http://schemas.microsoft.com/office/powerpoint/2010/main" val="723987106"/>
              </p:ext>
            </p:extLst>
          </p:nvPr>
        </p:nvGraphicFramePr>
        <p:xfrm>
          <a:off x="3421384" y="1077534"/>
          <a:ext cx="3467097" cy="3968391"/>
        </p:xfrm>
        <a:graphic>
          <a:graphicData uri="http://schemas.openxmlformats.org/drawingml/2006/table">
            <a:tbl>
              <a:tblPr firstRow="1" bandRow="1">
                <a:tableStyleId>{5940675A-B579-460E-94D1-54222C63F5DA}</a:tableStyleId>
              </a:tblPr>
              <a:tblGrid>
                <a:gridCol w="385233">
                  <a:extLst>
                    <a:ext uri="{9D8B030D-6E8A-4147-A177-3AD203B41FA5}">
                      <a16:colId xmlns:a16="http://schemas.microsoft.com/office/drawing/2014/main" val="4062790188"/>
                    </a:ext>
                  </a:extLst>
                </a:gridCol>
                <a:gridCol w="385233">
                  <a:extLst>
                    <a:ext uri="{9D8B030D-6E8A-4147-A177-3AD203B41FA5}">
                      <a16:colId xmlns:a16="http://schemas.microsoft.com/office/drawing/2014/main" val="3340735479"/>
                    </a:ext>
                  </a:extLst>
                </a:gridCol>
                <a:gridCol w="385233">
                  <a:extLst>
                    <a:ext uri="{9D8B030D-6E8A-4147-A177-3AD203B41FA5}">
                      <a16:colId xmlns:a16="http://schemas.microsoft.com/office/drawing/2014/main" val="572287918"/>
                    </a:ext>
                  </a:extLst>
                </a:gridCol>
                <a:gridCol w="385233">
                  <a:extLst>
                    <a:ext uri="{9D8B030D-6E8A-4147-A177-3AD203B41FA5}">
                      <a16:colId xmlns:a16="http://schemas.microsoft.com/office/drawing/2014/main" val="3307020802"/>
                    </a:ext>
                  </a:extLst>
                </a:gridCol>
                <a:gridCol w="385233">
                  <a:extLst>
                    <a:ext uri="{9D8B030D-6E8A-4147-A177-3AD203B41FA5}">
                      <a16:colId xmlns:a16="http://schemas.microsoft.com/office/drawing/2014/main" val="2360265911"/>
                    </a:ext>
                  </a:extLst>
                </a:gridCol>
                <a:gridCol w="385233">
                  <a:extLst>
                    <a:ext uri="{9D8B030D-6E8A-4147-A177-3AD203B41FA5}">
                      <a16:colId xmlns:a16="http://schemas.microsoft.com/office/drawing/2014/main" val="3636371787"/>
                    </a:ext>
                  </a:extLst>
                </a:gridCol>
                <a:gridCol w="385233">
                  <a:extLst>
                    <a:ext uri="{9D8B030D-6E8A-4147-A177-3AD203B41FA5}">
                      <a16:colId xmlns:a16="http://schemas.microsoft.com/office/drawing/2014/main" val="102997325"/>
                    </a:ext>
                  </a:extLst>
                </a:gridCol>
                <a:gridCol w="385233">
                  <a:extLst>
                    <a:ext uri="{9D8B030D-6E8A-4147-A177-3AD203B41FA5}">
                      <a16:colId xmlns:a16="http://schemas.microsoft.com/office/drawing/2014/main" val="576108745"/>
                    </a:ext>
                  </a:extLst>
                </a:gridCol>
                <a:gridCol w="385233">
                  <a:extLst>
                    <a:ext uri="{9D8B030D-6E8A-4147-A177-3AD203B41FA5}">
                      <a16:colId xmlns:a16="http://schemas.microsoft.com/office/drawing/2014/main" val="1395843926"/>
                    </a:ext>
                  </a:extLst>
                </a:gridCol>
              </a:tblGrid>
              <a:tr h="442115">
                <a:tc>
                  <a:txBody>
                    <a:bodyPr/>
                    <a:lstStyle/>
                    <a:p>
                      <a:pPr algn="ctr"/>
                      <a:endParaRPr lang="en-IN" sz="1200" dirty="0"/>
                    </a:p>
                  </a:txBody>
                  <a:tcPr anchor="ctr">
                    <a:lnL w="12700" cmpd="sng">
                      <a:noFill/>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1</a:t>
                      </a:r>
                    </a:p>
                  </a:txBody>
                  <a:tcPr anchor="ctr">
                    <a:lnL w="12700" cap="flat" cmpd="sng" algn="ctr">
                      <a:noFill/>
                      <a:prstDash val="solid"/>
                      <a:round/>
                      <a:headEnd type="none" w="med" len="med"/>
                      <a:tailEnd type="none" w="med" len="med"/>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dirty="0"/>
                        <a:t>2</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dirty="0"/>
                        <a:t>3</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dirty="0"/>
                        <a:t>4</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dirty="0"/>
                        <a:t>5</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dirty="0"/>
                        <a:t>6</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dirty="0"/>
                        <a:t>7</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dirty="0"/>
                        <a:t>8</a:t>
                      </a: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50128669"/>
                  </a:ext>
                </a:extLst>
              </a:tr>
              <a:tr h="431471">
                <a:tc>
                  <a:txBody>
                    <a:bodyPr/>
                    <a:lstStyle/>
                    <a:p>
                      <a:pPr algn="ctr"/>
                      <a:r>
                        <a:rPr lang="en-IN" sz="1200" dirty="0"/>
                        <a:t>1</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endParaRPr lang="en-IN" sz="1200" dirty="0"/>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algn="ctr"/>
                      <a:endParaRPr lang="en-IN" sz="1200" dirty="0"/>
                    </a:p>
                  </a:txBody>
                  <a:tcPr anchor="ctr">
                    <a:lnT w="12700" cap="flat" cmpd="sng" algn="ctr">
                      <a:solidFill>
                        <a:schemeClr val="tx1"/>
                      </a:solidFill>
                      <a:prstDash val="solid"/>
                      <a:round/>
                      <a:headEnd type="none" w="med" len="med"/>
                      <a:tailEnd type="none" w="med" len="med"/>
                    </a:lnT>
                  </a:tcPr>
                </a:tc>
                <a:tc>
                  <a:txBody>
                    <a:bodyPr/>
                    <a:lstStyle/>
                    <a:p>
                      <a:pPr algn="ctr"/>
                      <a:endParaRPr lang="en-IN" sz="1200" dirty="0"/>
                    </a:p>
                  </a:txBody>
                  <a:tcPr anchor="ctr">
                    <a:lnT w="12700" cap="flat" cmpd="sng" algn="ctr">
                      <a:solidFill>
                        <a:schemeClr val="tx1"/>
                      </a:solidFill>
                      <a:prstDash val="solid"/>
                      <a:round/>
                      <a:headEnd type="none" w="med" len="med"/>
                      <a:tailEnd type="none" w="med" len="med"/>
                    </a:lnT>
                  </a:tcPr>
                </a:tc>
                <a:tc>
                  <a:txBody>
                    <a:bodyPr/>
                    <a:lstStyle/>
                    <a:p>
                      <a:pPr algn="ctr"/>
                      <a:r>
                        <a:rPr lang="en-IN" sz="1200" dirty="0"/>
                        <a:t>Q1</a:t>
                      </a:r>
                    </a:p>
                  </a:txBody>
                  <a:tcPr anchor="ctr">
                    <a:lnT w="12700" cap="flat" cmpd="sng" algn="ctr">
                      <a:solidFill>
                        <a:schemeClr val="tx1"/>
                      </a:solidFill>
                      <a:prstDash val="solid"/>
                      <a:round/>
                      <a:headEnd type="none" w="med" len="med"/>
                      <a:tailEnd type="none" w="med" len="med"/>
                    </a:lnT>
                  </a:tcPr>
                </a:tc>
                <a:tc>
                  <a:txBody>
                    <a:bodyPr/>
                    <a:lstStyle/>
                    <a:p>
                      <a:pPr algn="ctr"/>
                      <a:endParaRPr lang="en-IN" sz="1200" dirty="0"/>
                    </a:p>
                  </a:txBody>
                  <a:tcPr anchor="ctr">
                    <a:lnT w="12700" cap="flat" cmpd="sng" algn="ctr">
                      <a:solidFill>
                        <a:schemeClr val="tx1"/>
                      </a:solidFill>
                      <a:prstDash val="solid"/>
                      <a:round/>
                      <a:headEnd type="none" w="med" len="med"/>
                      <a:tailEnd type="none" w="med" len="med"/>
                    </a:lnT>
                  </a:tcPr>
                </a:tc>
                <a:tc>
                  <a:txBody>
                    <a:bodyPr/>
                    <a:lstStyle/>
                    <a:p>
                      <a:pPr algn="ctr"/>
                      <a:endParaRPr lang="en-IN" sz="1200" dirty="0"/>
                    </a:p>
                  </a:txBody>
                  <a:tcPr anchor="ctr">
                    <a:lnT w="12700" cap="flat" cmpd="sng" algn="ctr">
                      <a:solidFill>
                        <a:schemeClr val="tx1"/>
                      </a:solidFill>
                      <a:prstDash val="solid"/>
                      <a:round/>
                      <a:headEnd type="none" w="med" len="med"/>
                      <a:tailEnd type="none" w="med" len="med"/>
                    </a:lnT>
                  </a:tcPr>
                </a:tc>
                <a:tc>
                  <a:txBody>
                    <a:bodyPr/>
                    <a:lstStyle/>
                    <a:p>
                      <a:pPr algn="ctr"/>
                      <a:endParaRPr lang="en-IN" sz="1200" dirty="0"/>
                    </a:p>
                  </a:txBody>
                  <a:tcPr anchor="ctr">
                    <a:lnT w="12700" cap="flat" cmpd="sng" algn="ctr">
                      <a:solidFill>
                        <a:schemeClr val="tx1"/>
                      </a:solidFill>
                      <a:prstDash val="solid"/>
                      <a:round/>
                      <a:headEnd type="none" w="med" len="med"/>
                      <a:tailEnd type="none" w="med" len="med"/>
                    </a:lnT>
                  </a:tcPr>
                </a:tc>
                <a:tc>
                  <a:txBody>
                    <a:bodyPr/>
                    <a:lstStyle/>
                    <a:p>
                      <a:pPr algn="ctr"/>
                      <a:endParaRPr lang="en-IN" sz="12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141973094"/>
                  </a:ext>
                </a:extLst>
              </a:tr>
              <a:tr h="442115">
                <a:tc>
                  <a:txBody>
                    <a:bodyPr/>
                    <a:lstStyle/>
                    <a:p>
                      <a:pPr algn="ctr"/>
                      <a:r>
                        <a:rPr lang="en-IN" sz="1200" dirty="0"/>
                        <a:t>2</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x</a:t>
                      </a:r>
                    </a:p>
                  </a:txBody>
                  <a:tcPr anchor="ctr">
                    <a:lnL w="12700" cap="flat" cmpd="sng" algn="ctr">
                      <a:solidFill>
                        <a:schemeClr val="tx1"/>
                      </a:solidFill>
                      <a:prstDash val="solid"/>
                      <a:round/>
                      <a:headEnd type="none" w="med" len="med"/>
                      <a:tailEnd type="none" w="med" len="med"/>
                    </a:lnL>
                  </a:tcP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Q2</a:t>
                      </a:r>
                    </a:p>
                  </a:txBody>
                  <a:tcPr anchor="ctr"/>
                </a:tc>
                <a:tc>
                  <a:txBody>
                    <a:bodyPr/>
                    <a:lstStyle/>
                    <a:p>
                      <a:pPr algn="ctr"/>
                      <a:endParaRPr lang="en-IN" sz="1200" dirty="0"/>
                    </a:p>
                  </a:txBody>
                  <a:tcPr anchor="ctr"/>
                </a:tc>
                <a:tc>
                  <a:txBody>
                    <a:bodyPr/>
                    <a:lstStyle/>
                    <a:p>
                      <a:pPr algn="ctr"/>
                      <a:endParaRPr lang="en-IN" sz="1200" dirty="0"/>
                    </a:p>
                  </a:txBody>
                  <a:tcPr anchor="ctr"/>
                </a:tc>
                <a:extLst>
                  <a:ext uri="{0D108BD9-81ED-4DB2-BD59-A6C34878D82A}">
                    <a16:rowId xmlns:a16="http://schemas.microsoft.com/office/drawing/2014/main" val="1819331015"/>
                  </a:ext>
                </a:extLst>
              </a:tr>
              <a:tr h="442115">
                <a:tc>
                  <a:txBody>
                    <a:bodyPr/>
                    <a:lstStyle/>
                    <a:p>
                      <a:pPr algn="ctr"/>
                      <a:r>
                        <a:rPr lang="en-IN" sz="1200" dirty="0"/>
                        <a:t>3</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x</a:t>
                      </a:r>
                    </a:p>
                  </a:txBody>
                  <a:tcPr anchor="ctr">
                    <a:lnL w="12700" cap="flat" cmpd="sng" algn="ctr">
                      <a:solidFill>
                        <a:schemeClr val="tx1"/>
                      </a:solidFill>
                      <a:prstDash val="solid"/>
                      <a:round/>
                      <a:headEnd type="none" w="med" len="med"/>
                      <a:tailEnd type="none" w="med" len="med"/>
                    </a:lnL>
                  </a:tcP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Q3</a:t>
                      </a:r>
                    </a:p>
                  </a:txBody>
                  <a:tcPr anchor="ctr"/>
                </a:tc>
                <a:extLst>
                  <a:ext uri="{0D108BD9-81ED-4DB2-BD59-A6C34878D82A}">
                    <a16:rowId xmlns:a16="http://schemas.microsoft.com/office/drawing/2014/main" val="3662734282"/>
                  </a:ext>
                </a:extLst>
              </a:tr>
              <a:tr h="442115">
                <a:tc>
                  <a:txBody>
                    <a:bodyPr/>
                    <a:lstStyle/>
                    <a:p>
                      <a:pPr algn="ctr"/>
                      <a:r>
                        <a:rPr lang="en-IN" sz="1200" dirty="0"/>
                        <a:t>4</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x</a:t>
                      </a:r>
                    </a:p>
                  </a:txBody>
                  <a:tcPr anchor="ctr">
                    <a:lnL w="12700" cap="flat" cmpd="sng" algn="ctr">
                      <a:solidFill>
                        <a:schemeClr val="tx1"/>
                      </a:solidFill>
                      <a:prstDash val="solid"/>
                      <a:round/>
                      <a:headEnd type="none" w="med" len="med"/>
                      <a:tailEnd type="none" w="med" len="med"/>
                    </a:lnL>
                  </a:tcPr>
                </a:tc>
                <a:tc>
                  <a:txBody>
                    <a:bodyPr/>
                    <a:lstStyle/>
                    <a:p>
                      <a:pPr algn="ctr"/>
                      <a:r>
                        <a:rPr lang="en-IN" sz="1200" dirty="0"/>
                        <a:t>Q4</a:t>
                      </a:r>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extLst>
                  <a:ext uri="{0D108BD9-81ED-4DB2-BD59-A6C34878D82A}">
                    <a16:rowId xmlns:a16="http://schemas.microsoft.com/office/drawing/2014/main" val="736089555"/>
                  </a:ext>
                </a:extLst>
              </a:tr>
              <a:tr h="442115">
                <a:tc>
                  <a:txBody>
                    <a:bodyPr/>
                    <a:lstStyle/>
                    <a:p>
                      <a:pPr algn="ctr"/>
                      <a:r>
                        <a:rPr lang="en-IN" sz="1200" dirty="0"/>
                        <a:t>5</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x</a:t>
                      </a:r>
                    </a:p>
                  </a:txBody>
                  <a:tcPr anchor="ctr">
                    <a:lnL w="12700" cap="flat" cmpd="sng" algn="ctr">
                      <a:solidFill>
                        <a:schemeClr val="tx1"/>
                      </a:solidFill>
                      <a:prstDash val="solid"/>
                      <a:round/>
                      <a:headEnd type="none" w="med" len="med"/>
                      <a:tailEnd type="none" w="med" len="med"/>
                    </a:lnL>
                  </a:tcP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Q5</a:t>
                      </a:r>
                    </a:p>
                  </a:txBody>
                  <a:tcPr anchor="ctr"/>
                </a:tc>
                <a:tc>
                  <a:txBody>
                    <a:bodyPr/>
                    <a:lstStyle/>
                    <a:p>
                      <a:pPr algn="ctr"/>
                      <a:endParaRPr lang="en-IN" sz="1200" dirty="0"/>
                    </a:p>
                  </a:txBody>
                  <a:tcPr anchor="ctr"/>
                </a:tc>
                <a:extLst>
                  <a:ext uri="{0D108BD9-81ED-4DB2-BD59-A6C34878D82A}">
                    <a16:rowId xmlns:a16="http://schemas.microsoft.com/office/drawing/2014/main" val="1442320125"/>
                  </a:ext>
                </a:extLst>
              </a:tr>
              <a:tr h="442115">
                <a:tc>
                  <a:txBody>
                    <a:bodyPr/>
                    <a:lstStyle/>
                    <a:p>
                      <a:pPr algn="ctr"/>
                      <a:r>
                        <a:rPr lang="en-IN" sz="1200" dirty="0"/>
                        <a:t>6</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Q6</a:t>
                      </a:r>
                    </a:p>
                  </a:txBody>
                  <a:tcPr anchor="ctr">
                    <a:lnL w="12700" cap="flat" cmpd="sng" algn="ctr">
                      <a:solidFill>
                        <a:schemeClr val="tx1"/>
                      </a:solidFill>
                      <a:prstDash val="solid"/>
                      <a:round/>
                      <a:headEnd type="none" w="med" len="med"/>
                      <a:tailEnd type="none" w="med" len="med"/>
                    </a:lnL>
                  </a:tcP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extLst>
                  <a:ext uri="{0D108BD9-81ED-4DB2-BD59-A6C34878D82A}">
                    <a16:rowId xmlns:a16="http://schemas.microsoft.com/office/drawing/2014/main" val="2898143335"/>
                  </a:ext>
                </a:extLst>
              </a:tr>
              <a:tr h="442115">
                <a:tc>
                  <a:txBody>
                    <a:bodyPr/>
                    <a:lstStyle/>
                    <a:p>
                      <a:pPr algn="ctr"/>
                      <a:r>
                        <a:rPr lang="en-IN" sz="1200" dirty="0"/>
                        <a:t>7</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x</a:t>
                      </a:r>
                    </a:p>
                  </a:txBody>
                  <a:tcPr anchor="ctr">
                    <a:lnL w="12700" cap="flat" cmpd="sng" algn="ctr">
                      <a:solidFill>
                        <a:schemeClr val="tx1"/>
                      </a:solidFill>
                      <a:prstDash val="solid"/>
                      <a:round/>
                      <a:headEnd type="none" w="med" len="med"/>
                      <a:tailEnd type="none" w="med" len="med"/>
                    </a:lnL>
                  </a:tcPr>
                </a:tc>
                <a:tc>
                  <a:txBody>
                    <a:bodyPr/>
                    <a:lstStyle/>
                    <a:p>
                      <a:pPr algn="ctr"/>
                      <a:r>
                        <a:rPr lang="en-IN" sz="1200" dirty="0"/>
                        <a:t>x</a:t>
                      </a:r>
                    </a:p>
                  </a:txBody>
                  <a:tcPr anchor="ctr"/>
                </a:tc>
                <a:tc>
                  <a:txBody>
                    <a:bodyPr/>
                    <a:lstStyle/>
                    <a:p>
                      <a:pPr algn="ctr"/>
                      <a:r>
                        <a:rPr lang="en-IN" sz="1200" dirty="0"/>
                        <a:t>Q7</a:t>
                      </a:r>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extLst>
                  <a:ext uri="{0D108BD9-81ED-4DB2-BD59-A6C34878D82A}">
                    <a16:rowId xmlns:a16="http://schemas.microsoft.com/office/drawing/2014/main" val="4000967529"/>
                  </a:ext>
                </a:extLst>
              </a:tr>
              <a:tr h="442115">
                <a:tc>
                  <a:txBody>
                    <a:bodyPr/>
                    <a:lstStyle/>
                    <a:p>
                      <a:pPr algn="ctr"/>
                      <a:r>
                        <a:rPr lang="en-IN" sz="1200" dirty="0"/>
                        <a:t>8</a:t>
                      </a:r>
                    </a:p>
                  </a:txBody>
                  <a:tcPr anchor="ctr">
                    <a:lnL w="12700" cmpd="sng">
                      <a:noFill/>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IN" sz="1200" dirty="0"/>
                        <a:t>x</a:t>
                      </a:r>
                    </a:p>
                  </a:txBody>
                  <a:tcPr anchor="ctr">
                    <a:lnL w="12700" cap="flat" cmpd="sng" algn="ctr">
                      <a:solidFill>
                        <a:schemeClr val="tx1"/>
                      </a:solidFill>
                      <a:prstDash val="solid"/>
                      <a:round/>
                      <a:headEnd type="none" w="med" len="med"/>
                      <a:tailEnd type="none" w="med" len="med"/>
                    </a:lnL>
                  </a:tcP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x</a:t>
                      </a:r>
                    </a:p>
                  </a:txBody>
                  <a:tcPr anchor="ctr"/>
                </a:tc>
                <a:tc>
                  <a:txBody>
                    <a:bodyPr/>
                    <a:lstStyle/>
                    <a:p>
                      <a:pPr algn="ctr"/>
                      <a:r>
                        <a:rPr lang="en-IN" sz="1200" dirty="0"/>
                        <a:t>Q8</a:t>
                      </a:r>
                    </a:p>
                  </a:txBody>
                  <a:tcPr anchor="ctr"/>
                </a:tc>
                <a:tc>
                  <a:txBody>
                    <a:bodyPr/>
                    <a:lstStyle/>
                    <a:p>
                      <a:pPr algn="ctr"/>
                      <a:endParaRPr lang="en-IN" sz="1200" dirty="0"/>
                    </a:p>
                  </a:txBody>
                  <a:tcPr anchor="ctr"/>
                </a:tc>
                <a:tc>
                  <a:txBody>
                    <a:bodyPr/>
                    <a:lstStyle/>
                    <a:p>
                      <a:pPr algn="ctr"/>
                      <a:endParaRPr lang="en-IN" sz="1200" dirty="0"/>
                    </a:p>
                  </a:txBody>
                  <a:tcPr anchor="ctr"/>
                </a:tc>
                <a:tc>
                  <a:txBody>
                    <a:bodyPr/>
                    <a:lstStyle/>
                    <a:p>
                      <a:pPr algn="ctr"/>
                      <a:endParaRPr lang="en-IN" sz="1200" dirty="0"/>
                    </a:p>
                  </a:txBody>
                  <a:tcPr anchor="ctr"/>
                </a:tc>
                <a:extLst>
                  <a:ext uri="{0D108BD9-81ED-4DB2-BD59-A6C34878D82A}">
                    <a16:rowId xmlns:a16="http://schemas.microsoft.com/office/drawing/2014/main" val="4012014626"/>
                  </a:ext>
                </a:extLst>
              </a:tr>
            </a:tbl>
          </a:graphicData>
        </a:graphic>
      </p:graphicFrame>
      <p:graphicFrame>
        <p:nvGraphicFramePr>
          <p:cNvPr id="8" name="Table 7">
            <a:extLst>
              <a:ext uri="{FF2B5EF4-FFF2-40B4-BE49-F238E27FC236}">
                <a16:creationId xmlns:a16="http://schemas.microsoft.com/office/drawing/2014/main" id="{38D645D7-80AF-6C4A-6C40-E147F9E2D7B0}"/>
              </a:ext>
            </a:extLst>
          </p:cNvPr>
          <p:cNvGraphicFramePr>
            <a:graphicFrameLocks noGrp="1"/>
          </p:cNvGraphicFramePr>
          <p:nvPr>
            <p:extLst>
              <p:ext uri="{D42A27DB-BD31-4B8C-83A1-F6EECF244321}">
                <p14:modId xmlns:p14="http://schemas.microsoft.com/office/powerpoint/2010/main" val="957711520"/>
              </p:ext>
            </p:extLst>
          </p:nvPr>
        </p:nvGraphicFramePr>
        <p:xfrm>
          <a:off x="7020563" y="1158814"/>
          <a:ext cx="4876797" cy="3970290"/>
        </p:xfrm>
        <a:graphic>
          <a:graphicData uri="http://schemas.openxmlformats.org/drawingml/2006/table">
            <a:tbl>
              <a:tblPr firstRow="1" bandRow="1">
                <a:tableStyleId>{5940675A-B579-460E-94D1-54222C63F5DA}</a:tableStyleId>
              </a:tblPr>
              <a:tblGrid>
                <a:gridCol w="1363475">
                  <a:extLst>
                    <a:ext uri="{9D8B030D-6E8A-4147-A177-3AD203B41FA5}">
                      <a16:colId xmlns:a16="http://schemas.microsoft.com/office/drawing/2014/main" val="4062790188"/>
                    </a:ext>
                  </a:extLst>
                </a:gridCol>
                <a:gridCol w="438743">
                  <a:extLst>
                    <a:ext uri="{9D8B030D-6E8A-4147-A177-3AD203B41FA5}">
                      <a16:colId xmlns:a16="http://schemas.microsoft.com/office/drawing/2014/main" val="3340735479"/>
                    </a:ext>
                  </a:extLst>
                </a:gridCol>
                <a:gridCol w="465742">
                  <a:extLst>
                    <a:ext uri="{9D8B030D-6E8A-4147-A177-3AD203B41FA5}">
                      <a16:colId xmlns:a16="http://schemas.microsoft.com/office/drawing/2014/main" val="572287918"/>
                    </a:ext>
                  </a:extLst>
                </a:gridCol>
                <a:gridCol w="465742">
                  <a:extLst>
                    <a:ext uri="{9D8B030D-6E8A-4147-A177-3AD203B41FA5}">
                      <a16:colId xmlns:a16="http://schemas.microsoft.com/office/drawing/2014/main" val="3307020802"/>
                    </a:ext>
                  </a:extLst>
                </a:gridCol>
                <a:gridCol w="428619">
                  <a:extLst>
                    <a:ext uri="{9D8B030D-6E8A-4147-A177-3AD203B41FA5}">
                      <a16:colId xmlns:a16="http://schemas.microsoft.com/office/drawing/2014/main" val="2360265911"/>
                    </a:ext>
                  </a:extLst>
                </a:gridCol>
                <a:gridCol w="428619">
                  <a:extLst>
                    <a:ext uri="{9D8B030D-6E8A-4147-A177-3AD203B41FA5}">
                      <a16:colId xmlns:a16="http://schemas.microsoft.com/office/drawing/2014/main" val="931398470"/>
                    </a:ext>
                  </a:extLst>
                </a:gridCol>
                <a:gridCol w="428619">
                  <a:extLst>
                    <a:ext uri="{9D8B030D-6E8A-4147-A177-3AD203B41FA5}">
                      <a16:colId xmlns:a16="http://schemas.microsoft.com/office/drawing/2014/main" val="1742887932"/>
                    </a:ext>
                  </a:extLst>
                </a:gridCol>
                <a:gridCol w="428619">
                  <a:extLst>
                    <a:ext uri="{9D8B030D-6E8A-4147-A177-3AD203B41FA5}">
                      <a16:colId xmlns:a16="http://schemas.microsoft.com/office/drawing/2014/main" val="1613411633"/>
                    </a:ext>
                  </a:extLst>
                </a:gridCol>
                <a:gridCol w="428619">
                  <a:extLst>
                    <a:ext uri="{9D8B030D-6E8A-4147-A177-3AD203B41FA5}">
                      <a16:colId xmlns:a16="http://schemas.microsoft.com/office/drawing/2014/main" val="1650426186"/>
                    </a:ext>
                  </a:extLst>
                </a:gridCol>
              </a:tblGrid>
              <a:tr h="312690">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200" b="1" dirty="0" err="1"/>
                        <a:t>i</a:t>
                      </a:r>
                      <a:r>
                        <a:rPr lang="en-IN" sz="1200" b="1"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50128669"/>
                  </a:ext>
                </a:extLst>
              </a:tr>
              <a:tr h="446803">
                <a:tc>
                  <a:txBody>
                    <a:bodyPr/>
                    <a:lstStyle/>
                    <a:p>
                      <a:pPr algn="l"/>
                      <a:r>
                        <a:rPr lang="en-IN" sz="1200" b="1" dirty="0" err="1"/>
                        <a:t>NQueens</a:t>
                      </a:r>
                      <a:r>
                        <a:rPr lang="en-IN" sz="1200" b="1" dirty="0"/>
                        <a:t> (1,8)    x[1]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1973094"/>
                  </a:ext>
                </a:extLst>
              </a:tr>
              <a:tr h="446803">
                <a:tc>
                  <a:txBody>
                    <a:bodyPr/>
                    <a:lstStyle/>
                    <a:p>
                      <a:pPr algn="l"/>
                      <a:r>
                        <a:rPr lang="en-IN" sz="1200" b="1" dirty="0" err="1"/>
                        <a:t>NQueens</a:t>
                      </a:r>
                      <a:r>
                        <a:rPr lang="en-IN" sz="1200" b="1" dirty="0"/>
                        <a:t> (2,8)    x[2]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19331015"/>
                  </a:ext>
                </a:extLst>
              </a:tr>
              <a:tr h="4468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b="1" dirty="0" err="1"/>
                        <a:t>NQueens</a:t>
                      </a:r>
                      <a:r>
                        <a:rPr lang="en-IN" sz="1200" b="1" dirty="0"/>
                        <a:t> (3,8)    x[3]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62734282"/>
                  </a:ext>
                </a:extLst>
              </a:tr>
              <a:tr h="4468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b="1" dirty="0" err="1"/>
                        <a:t>NQueens</a:t>
                      </a:r>
                      <a:r>
                        <a:rPr lang="en-IN" sz="1200" b="1" dirty="0"/>
                        <a:t> (4,8)    x[4]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36089555"/>
                  </a:ext>
                </a:extLst>
              </a:tr>
              <a:tr h="4468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b="1" dirty="0" err="1"/>
                        <a:t>NQueens</a:t>
                      </a:r>
                      <a:r>
                        <a:rPr lang="en-IN" sz="1200" b="1" dirty="0"/>
                        <a:t> (5,8)    x[5]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95800285"/>
                  </a:ext>
                </a:extLst>
              </a:tr>
              <a:tr h="4468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b="1" dirty="0" err="1"/>
                        <a:t>NQueens</a:t>
                      </a:r>
                      <a:r>
                        <a:rPr lang="en-IN" sz="1200" b="1" dirty="0"/>
                        <a:t> (6,8)    x[6]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4804854"/>
                  </a:ext>
                </a:extLst>
              </a:tr>
              <a:tr h="4468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b="1" dirty="0" err="1"/>
                        <a:t>NQueens</a:t>
                      </a:r>
                      <a:r>
                        <a:rPr lang="en-IN" sz="1200" b="1" dirty="0"/>
                        <a:t> (7,8)    x[7]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4005670"/>
                  </a:ext>
                </a:extLst>
              </a:tr>
              <a:tr h="44680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200" b="1" dirty="0" err="1"/>
                        <a:t>NQueens</a:t>
                      </a:r>
                      <a:r>
                        <a:rPr lang="en-IN" sz="1200" b="1" dirty="0"/>
                        <a:t> (8,8)    x[8]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IN"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20170727"/>
                  </a:ext>
                </a:extLst>
              </a:tr>
            </a:tbl>
          </a:graphicData>
        </a:graphic>
      </p:graphicFrame>
      <p:sp>
        <p:nvSpPr>
          <p:cNvPr id="10" name="TextBox 9">
            <a:extLst>
              <a:ext uri="{FF2B5EF4-FFF2-40B4-BE49-F238E27FC236}">
                <a16:creationId xmlns:a16="http://schemas.microsoft.com/office/drawing/2014/main" id="{8BEC576D-6C4F-3A15-8819-508C2DAAB5C5}"/>
              </a:ext>
            </a:extLst>
          </p:cNvPr>
          <p:cNvSpPr txBox="1"/>
          <p:nvPr/>
        </p:nvSpPr>
        <p:spPr>
          <a:xfrm>
            <a:off x="3604260" y="5384075"/>
            <a:ext cx="4361180" cy="880369"/>
          </a:xfrm>
          <a:prstGeom prst="rect">
            <a:avLst/>
          </a:prstGeom>
          <a:noFill/>
          <a:ln>
            <a:solidFill>
              <a:schemeClr val="accent1"/>
            </a:solidFill>
          </a:ln>
        </p:spPr>
        <p:txBody>
          <a:bodyPr wrap="square">
            <a:spAutoFit/>
          </a:bodyPr>
          <a:lstStyle/>
          <a:p>
            <a:pPr>
              <a:lnSpc>
                <a:spcPct val="150000"/>
              </a:lnSpc>
            </a:pPr>
            <a:r>
              <a:rPr lang="en-IN" dirty="0"/>
              <a:t> if ((x[j] == </a:t>
            </a:r>
            <a:r>
              <a:rPr lang="en-IN" dirty="0" err="1"/>
              <a:t>i</a:t>
            </a:r>
            <a:r>
              <a:rPr lang="en-IN" dirty="0"/>
              <a:t>)   || (abs(x[j] - </a:t>
            </a:r>
            <a:r>
              <a:rPr lang="en-IN" dirty="0" err="1"/>
              <a:t>i</a:t>
            </a:r>
            <a:r>
              <a:rPr lang="en-IN" dirty="0"/>
              <a:t>) == abs(j - k)))</a:t>
            </a:r>
          </a:p>
          <a:p>
            <a:pPr>
              <a:lnSpc>
                <a:spcPct val="150000"/>
              </a:lnSpc>
            </a:pPr>
            <a:r>
              <a:rPr lang="en-IN" dirty="0"/>
              <a:t> same column|| same diagonal</a:t>
            </a:r>
          </a:p>
        </p:txBody>
      </p:sp>
      <p:sp>
        <p:nvSpPr>
          <p:cNvPr id="12" name="TextBox 11">
            <a:extLst>
              <a:ext uri="{FF2B5EF4-FFF2-40B4-BE49-F238E27FC236}">
                <a16:creationId xmlns:a16="http://schemas.microsoft.com/office/drawing/2014/main" id="{A6FB890C-BB2F-875D-2678-7707C3513368}"/>
              </a:ext>
            </a:extLst>
          </p:cNvPr>
          <p:cNvSpPr txBox="1"/>
          <p:nvPr/>
        </p:nvSpPr>
        <p:spPr>
          <a:xfrm>
            <a:off x="8125460" y="5192894"/>
            <a:ext cx="3246120" cy="506292"/>
          </a:xfrm>
          <a:prstGeom prst="rect">
            <a:avLst/>
          </a:prstGeom>
          <a:noFill/>
          <a:ln>
            <a:noFill/>
          </a:ln>
        </p:spPr>
        <p:txBody>
          <a:bodyPr wrap="square" anchor="ctr">
            <a:spAutoFit/>
          </a:bodyPr>
          <a:lstStyle/>
          <a:p>
            <a:pPr algn="ctr">
              <a:lnSpc>
                <a:spcPct val="150000"/>
              </a:lnSpc>
            </a:pPr>
            <a:r>
              <a:rPr lang="en-IN" sz="2000" b="1" dirty="0"/>
              <a:t> Solution: x[4 6 8 2 7 1 3 5]</a:t>
            </a:r>
          </a:p>
        </p:txBody>
      </p:sp>
      <p:sp>
        <p:nvSpPr>
          <p:cNvPr id="14" name="TextBox 13">
            <a:extLst>
              <a:ext uri="{FF2B5EF4-FFF2-40B4-BE49-F238E27FC236}">
                <a16:creationId xmlns:a16="http://schemas.microsoft.com/office/drawing/2014/main" id="{D8135672-2449-212C-72D5-8CB42E96C404}"/>
              </a:ext>
            </a:extLst>
          </p:cNvPr>
          <p:cNvSpPr txBox="1"/>
          <p:nvPr/>
        </p:nvSpPr>
        <p:spPr>
          <a:xfrm>
            <a:off x="685800" y="6207257"/>
            <a:ext cx="10515600" cy="523220"/>
          </a:xfrm>
          <a:prstGeom prst="rect">
            <a:avLst/>
          </a:prstGeom>
          <a:noFill/>
        </p:spPr>
        <p:txBody>
          <a:bodyPr wrap="square">
            <a:spAutoFit/>
          </a:bodyPr>
          <a:lstStyle/>
          <a:p>
            <a:r>
              <a:rPr lang="en-IN" sz="1400" b="1" dirty="0"/>
              <a:t>C Program Link</a:t>
            </a:r>
          </a:p>
          <a:p>
            <a:r>
              <a:rPr lang="en-IN" sz="1400" dirty="0">
                <a:hlinkClick r:id="rId2"/>
              </a:rPr>
              <a:t>https://github.com/dayanandyadav205/CS-402-ADA/blob/main/PPT_Notes/Unit-4_Backtracking_Branch_and_Bound/N-Queens_Problem.c</a:t>
            </a:r>
            <a:r>
              <a:rPr lang="en-IN" sz="1400" dirty="0"/>
              <a:t> </a:t>
            </a:r>
          </a:p>
        </p:txBody>
      </p:sp>
      <p:sp>
        <p:nvSpPr>
          <p:cNvPr id="7" name="TextBox 6">
            <a:extLst>
              <a:ext uri="{FF2B5EF4-FFF2-40B4-BE49-F238E27FC236}">
                <a16:creationId xmlns:a16="http://schemas.microsoft.com/office/drawing/2014/main" id="{D60370AE-D989-2FE7-856A-9DD241420441}"/>
              </a:ext>
            </a:extLst>
          </p:cNvPr>
          <p:cNvSpPr txBox="1"/>
          <p:nvPr/>
        </p:nvSpPr>
        <p:spPr>
          <a:xfrm>
            <a:off x="8110669" y="5854416"/>
            <a:ext cx="3786691" cy="369332"/>
          </a:xfrm>
          <a:prstGeom prst="rect">
            <a:avLst/>
          </a:prstGeom>
          <a:noFill/>
        </p:spPr>
        <p:txBody>
          <a:bodyPr wrap="square">
            <a:spAutoFit/>
          </a:bodyPr>
          <a:lstStyle/>
          <a:p>
            <a:r>
              <a:rPr lang="en-IN" b="1" dirty="0"/>
              <a:t>Worst-Case Time Complexity is:</a:t>
            </a:r>
            <a:r>
              <a:rPr lang="en-IN" dirty="0"/>
              <a:t> O(n!)</a:t>
            </a:r>
          </a:p>
        </p:txBody>
      </p:sp>
      <p:sp>
        <p:nvSpPr>
          <p:cNvPr id="5" name="Slide Number Placeholder 4">
            <a:extLst>
              <a:ext uri="{FF2B5EF4-FFF2-40B4-BE49-F238E27FC236}">
                <a16:creationId xmlns:a16="http://schemas.microsoft.com/office/drawing/2014/main" id="{194D365D-9E42-9074-0A40-1470ECF6C9B8}"/>
              </a:ext>
            </a:extLst>
          </p:cNvPr>
          <p:cNvSpPr>
            <a:spLocks noGrp="1"/>
          </p:cNvSpPr>
          <p:nvPr>
            <p:ph type="sldNum" sz="quarter" idx="12"/>
          </p:nvPr>
        </p:nvSpPr>
        <p:spPr/>
        <p:txBody>
          <a:bodyPr/>
          <a:lstStyle/>
          <a:p>
            <a:fld id="{000E18F7-2402-4720-BFF4-341E476333D4}" type="slidenum">
              <a:rPr lang="en-IN" smtClean="0"/>
              <a:t>18</a:t>
            </a:fld>
            <a:endParaRPr lang="en-IN"/>
          </a:p>
        </p:txBody>
      </p:sp>
    </p:spTree>
    <p:extLst>
      <p:ext uri="{BB962C8B-B14F-4D97-AF65-F5344CB8AC3E}">
        <p14:creationId xmlns:p14="http://schemas.microsoft.com/office/powerpoint/2010/main" val="32253148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79BE4-82A3-A142-CD9C-B901FCD8D58F}"/>
              </a:ext>
            </a:extLst>
          </p:cNvPr>
          <p:cNvSpPr>
            <a:spLocks noGrp="1"/>
          </p:cNvSpPr>
          <p:nvPr>
            <p:ph type="title"/>
          </p:nvPr>
        </p:nvSpPr>
        <p:spPr/>
        <p:txBody>
          <a:bodyPr/>
          <a:lstStyle/>
          <a:p>
            <a:r>
              <a:rPr lang="en-IN" dirty="0"/>
              <a:t>Hamiltonian Cycle</a:t>
            </a:r>
          </a:p>
        </p:txBody>
      </p:sp>
      <p:sp>
        <p:nvSpPr>
          <p:cNvPr id="3" name="Content Placeholder 2">
            <a:extLst>
              <a:ext uri="{FF2B5EF4-FFF2-40B4-BE49-F238E27FC236}">
                <a16:creationId xmlns:a16="http://schemas.microsoft.com/office/drawing/2014/main" id="{B6837437-0E34-384A-1514-1CEC77C57399}"/>
              </a:ext>
            </a:extLst>
          </p:cNvPr>
          <p:cNvSpPr>
            <a:spLocks noGrp="1"/>
          </p:cNvSpPr>
          <p:nvPr>
            <p:ph idx="1"/>
          </p:nvPr>
        </p:nvSpPr>
        <p:spPr>
          <a:xfrm>
            <a:off x="838200" y="1877593"/>
            <a:ext cx="10515600" cy="4351338"/>
          </a:xfrm>
        </p:spPr>
        <p:txBody>
          <a:bodyPr>
            <a:normAutofit/>
          </a:bodyPr>
          <a:lstStyle/>
          <a:p>
            <a:pPr algn="just"/>
            <a:r>
              <a:rPr lang="en-IN" sz="1800" dirty="0"/>
              <a:t>Let G = (V, E) be a connected graph with n vertices. A Hamiltonian cycle (suggested by Sir William Hamilton) is a round-trip path along n edges of G that visits every vertex once and returns to its starting position. In other words if a Hamiltonian cycle begins at some vertex v ∈ G and the vertices of G are visited in the order v1, v2,….. vn+1.</a:t>
            </a:r>
          </a:p>
          <a:p>
            <a:pPr algn="just"/>
            <a:r>
              <a:rPr lang="en-IN" sz="1800" dirty="0"/>
              <a:t>The graph G1 of Figure 7.15 contains no Hamiltonian cycle. There is no known easy way to determine whether a given graph contains a Hamiltonian cycle. We now look at a backtracking algorithm that finds all the Hamiltonian cycles in a graph. The graph may be directed or undirected. Only distinct cycles are output.</a:t>
            </a:r>
          </a:p>
        </p:txBody>
      </p:sp>
      <p:pic>
        <p:nvPicPr>
          <p:cNvPr id="5" name="Picture 4">
            <a:extLst>
              <a:ext uri="{FF2B5EF4-FFF2-40B4-BE49-F238E27FC236}">
                <a16:creationId xmlns:a16="http://schemas.microsoft.com/office/drawing/2014/main" id="{E0E5F632-50FC-364A-FEFD-B6B70E33EFE0}"/>
              </a:ext>
            </a:extLst>
          </p:cNvPr>
          <p:cNvPicPr>
            <a:picLocks noChangeAspect="1"/>
          </p:cNvPicPr>
          <p:nvPr/>
        </p:nvPicPr>
        <p:blipFill>
          <a:blip r:embed="rId2"/>
          <a:stretch>
            <a:fillRect/>
          </a:stretch>
        </p:blipFill>
        <p:spPr>
          <a:xfrm>
            <a:off x="3423920" y="3931707"/>
            <a:ext cx="5181600" cy="2652608"/>
          </a:xfrm>
          <a:prstGeom prst="rect">
            <a:avLst/>
          </a:prstGeom>
        </p:spPr>
      </p:pic>
      <p:sp>
        <p:nvSpPr>
          <p:cNvPr id="9" name="TextBox 8">
            <a:extLst>
              <a:ext uri="{FF2B5EF4-FFF2-40B4-BE49-F238E27FC236}">
                <a16:creationId xmlns:a16="http://schemas.microsoft.com/office/drawing/2014/main" id="{529BD64B-D990-C9E1-797B-F16B0878F278}"/>
              </a:ext>
            </a:extLst>
          </p:cNvPr>
          <p:cNvSpPr txBox="1"/>
          <p:nvPr/>
        </p:nvSpPr>
        <p:spPr>
          <a:xfrm>
            <a:off x="944880" y="1495205"/>
            <a:ext cx="10144760" cy="369332"/>
          </a:xfrm>
          <a:prstGeom prst="rect">
            <a:avLst/>
          </a:prstGeom>
          <a:noFill/>
        </p:spPr>
        <p:txBody>
          <a:bodyPr wrap="square">
            <a:spAutoFit/>
          </a:bodyPr>
          <a:lstStyle/>
          <a:p>
            <a:pPr algn="just"/>
            <a:r>
              <a:rPr lang="en-IN" b="1" u="none" strike="noStrike" dirty="0">
                <a:effectLst/>
                <a:latin typeface="Google Sans"/>
              </a:rPr>
              <a:t>A Hamiltonian cycle</a:t>
            </a:r>
            <a:r>
              <a:rPr lang="en-IN" dirty="0"/>
              <a:t> is a path that visits every vertex exactly once and returns to the starting vertex.</a:t>
            </a:r>
          </a:p>
        </p:txBody>
      </p:sp>
      <p:sp>
        <p:nvSpPr>
          <p:cNvPr id="4" name="Slide Number Placeholder 3">
            <a:extLst>
              <a:ext uri="{FF2B5EF4-FFF2-40B4-BE49-F238E27FC236}">
                <a16:creationId xmlns:a16="http://schemas.microsoft.com/office/drawing/2014/main" id="{63844C13-742B-E01E-0EB1-33F99B7A76F9}"/>
              </a:ext>
            </a:extLst>
          </p:cNvPr>
          <p:cNvSpPr>
            <a:spLocks noGrp="1"/>
          </p:cNvSpPr>
          <p:nvPr>
            <p:ph type="sldNum" sz="quarter" idx="12"/>
          </p:nvPr>
        </p:nvSpPr>
        <p:spPr/>
        <p:txBody>
          <a:bodyPr/>
          <a:lstStyle/>
          <a:p>
            <a:fld id="{000E18F7-2402-4720-BFF4-341E476333D4}" type="slidenum">
              <a:rPr lang="en-IN" smtClean="0"/>
              <a:t>19</a:t>
            </a:fld>
            <a:endParaRPr lang="en-IN"/>
          </a:p>
        </p:txBody>
      </p:sp>
    </p:spTree>
    <p:extLst>
      <p:ext uri="{BB962C8B-B14F-4D97-AF65-F5344CB8AC3E}">
        <p14:creationId xmlns:p14="http://schemas.microsoft.com/office/powerpoint/2010/main" val="8576509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A4AD9-0EA0-647A-9361-5AFE7865C5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B54E6A-22C0-3142-DAB7-6B071AD2463C}"/>
              </a:ext>
            </a:extLst>
          </p:cNvPr>
          <p:cNvSpPr>
            <a:spLocks noGrp="1"/>
          </p:cNvSpPr>
          <p:nvPr>
            <p:ph type="title"/>
          </p:nvPr>
        </p:nvSpPr>
        <p:spPr>
          <a:xfrm>
            <a:off x="598468" y="145481"/>
            <a:ext cx="10515600" cy="836615"/>
          </a:xfrm>
        </p:spPr>
        <p:txBody>
          <a:bodyPr/>
          <a:lstStyle/>
          <a:p>
            <a:r>
              <a:rPr lang="en-IN" dirty="0"/>
              <a:t>Hamiltonian Cycle: Adjacency Matrix</a:t>
            </a:r>
          </a:p>
        </p:txBody>
      </p:sp>
      <p:graphicFrame>
        <p:nvGraphicFramePr>
          <p:cNvPr id="5" name="Table 4">
            <a:extLst>
              <a:ext uri="{FF2B5EF4-FFF2-40B4-BE49-F238E27FC236}">
                <a16:creationId xmlns:a16="http://schemas.microsoft.com/office/drawing/2014/main" id="{51354A78-4BE1-3CC0-8F66-7C526DD1F139}"/>
              </a:ext>
            </a:extLst>
          </p:cNvPr>
          <p:cNvGraphicFramePr>
            <a:graphicFrameLocks noGrp="1"/>
          </p:cNvGraphicFramePr>
          <p:nvPr>
            <p:extLst>
              <p:ext uri="{D42A27DB-BD31-4B8C-83A1-F6EECF244321}">
                <p14:modId xmlns:p14="http://schemas.microsoft.com/office/powerpoint/2010/main" val="3801950226"/>
              </p:ext>
            </p:extLst>
          </p:nvPr>
        </p:nvGraphicFramePr>
        <p:xfrm>
          <a:off x="986492" y="2934034"/>
          <a:ext cx="3738879" cy="3291840"/>
        </p:xfrm>
        <a:graphic>
          <a:graphicData uri="http://schemas.openxmlformats.org/drawingml/2006/table">
            <a:tbl>
              <a:tblPr firstRow="1" bandRow="1">
                <a:tableStyleId>{5940675A-B579-460E-94D1-54222C63F5DA}</a:tableStyleId>
              </a:tblPr>
              <a:tblGrid>
                <a:gridCol w="415431">
                  <a:extLst>
                    <a:ext uri="{9D8B030D-6E8A-4147-A177-3AD203B41FA5}">
                      <a16:colId xmlns:a16="http://schemas.microsoft.com/office/drawing/2014/main" val="4243400642"/>
                    </a:ext>
                  </a:extLst>
                </a:gridCol>
                <a:gridCol w="415431">
                  <a:extLst>
                    <a:ext uri="{9D8B030D-6E8A-4147-A177-3AD203B41FA5}">
                      <a16:colId xmlns:a16="http://schemas.microsoft.com/office/drawing/2014/main" val="1246331726"/>
                    </a:ext>
                  </a:extLst>
                </a:gridCol>
                <a:gridCol w="415431">
                  <a:extLst>
                    <a:ext uri="{9D8B030D-6E8A-4147-A177-3AD203B41FA5}">
                      <a16:colId xmlns:a16="http://schemas.microsoft.com/office/drawing/2014/main" val="2497282202"/>
                    </a:ext>
                  </a:extLst>
                </a:gridCol>
                <a:gridCol w="415431">
                  <a:extLst>
                    <a:ext uri="{9D8B030D-6E8A-4147-A177-3AD203B41FA5}">
                      <a16:colId xmlns:a16="http://schemas.microsoft.com/office/drawing/2014/main" val="4150745473"/>
                    </a:ext>
                  </a:extLst>
                </a:gridCol>
                <a:gridCol w="415431">
                  <a:extLst>
                    <a:ext uri="{9D8B030D-6E8A-4147-A177-3AD203B41FA5}">
                      <a16:colId xmlns:a16="http://schemas.microsoft.com/office/drawing/2014/main" val="54074074"/>
                    </a:ext>
                  </a:extLst>
                </a:gridCol>
                <a:gridCol w="415431">
                  <a:extLst>
                    <a:ext uri="{9D8B030D-6E8A-4147-A177-3AD203B41FA5}">
                      <a16:colId xmlns:a16="http://schemas.microsoft.com/office/drawing/2014/main" val="3663990950"/>
                    </a:ext>
                  </a:extLst>
                </a:gridCol>
                <a:gridCol w="415431">
                  <a:extLst>
                    <a:ext uri="{9D8B030D-6E8A-4147-A177-3AD203B41FA5}">
                      <a16:colId xmlns:a16="http://schemas.microsoft.com/office/drawing/2014/main" val="2777272285"/>
                    </a:ext>
                  </a:extLst>
                </a:gridCol>
                <a:gridCol w="415431">
                  <a:extLst>
                    <a:ext uri="{9D8B030D-6E8A-4147-A177-3AD203B41FA5}">
                      <a16:colId xmlns:a16="http://schemas.microsoft.com/office/drawing/2014/main" val="2900878274"/>
                    </a:ext>
                  </a:extLst>
                </a:gridCol>
                <a:gridCol w="415431">
                  <a:extLst>
                    <a:ext uri="{9D8B030D-6E8A-4147-A177-3AD203B41FA5}">
                      <a16:colId xmlns:a16="http://schemas.microsoft.com/office/drawing/2014/main" val="3296370517"/>
                    </a:ext>
                  </a:extLst>
                </a:gridCol>
              </a:tblGrid>
              <a:tr h="345628">
                <a:tc>
                  <a:txBody>
                    <a:bodyPr/>
                    <a:lstStyle/>
                    <a:p>
                      <a:pPr algn="ctr"/>
                      <a:endParaRPr lang="en-IN"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2721801"/>
                  </a:ext>
                </a:extLst>
              </a:tr>
              <a:tr h="345628">
                <a:tc>
                  <a:txBody>
                    <a:bodyPr/>
                    <a:lstStyle/>
                    <a:p>
                      <a:pPr algn="ctr"/>
                      <a:r>
                        <a:rPr lang="en-IN" dirty="0"/>
                        <a:t>1</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18325173"/>
                  </a:ext>
                </a:extLst>
              </a:tr>
              <a:tr h="345628">
                <a:tc>
                  <a:txBody>
                    <a:bodyPr/>
                    <a:lstStyle/>
                    <a:p>
                      <a:pPr algn="ctr"/>
                      <a:r>
                        <a:rPr lang="en-IN" dirty="0"/>
                        <a:t>2</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42846118"/>
                  </a:ext>
                </a:extLst>
              </a:tr>
              <a:tr h="345628">
                <a:tc>
                  <a:txBody>
                    <a:bodyPr/>
                    <a:lstStyle/>
                    <a:p>
                      <a:pPr algn="ctr"/>
                      <a:r>
                        <a:rPr lang="en-IN" dirty="0"/>
                        <a:t>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59610782"/>
                  </a:ext>
                </a:extLst>
              </a:tr>
              <a:tr h="345628">
                <a:tc>
                  <a:txBody>
                    <a:bodyPr/>
                    <a:lstStyle/>
                    <a:p>
                      <a:pPr algn="ctr"/>
                      <a:r>
                        <a:rPr lang="en-IN" dirty="0"/>
                        <a:t>4</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107697"/>
                  </a:ext>
                </a:extLst>
              </a:tr>
              <a:tr h="345628">
                <a:tc>
                  <a:txBody>
                    <a:bodyPr/>
                    <a:lstStyle/>
                    <a:p>
                      <a:pPr algn="ctr"/>
                      <a:r>
                        <a:rPr lang="en-IN" dirty="0"/>
                        <a:t>5</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18447185"/>
                  </a:ext>
                </a:extLst>
              </a:tr>
              <a:tr h="345628">
                <a:tc>
                  <a:txBody>
                    <a:bodyPr/>
                    <a:lstStyle/>
                    <a:p>
                      <a:pPr algn="ctr"/>
                      <a:r>
                        <a:rPr lang="en-IN" dirty="0"/>
                        <a:t>6</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9169667"/>
                  </a:ext>
                </a:extLst>
              </a:tr>
              <a:tr h="345628">
                <a:tc>
                  <a:txBody>
                    <a:bodyPr/>
                    <a:lstStyle/>
                    <a:p>
                      <a:pPr algn="ctr"/>
                      <a:r>
                        <a:rPr lang="en-IN" dirty="0"/>
                        <a:t>7</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570841887"/>
                  </a:ext>
                </a:extLst>
              </a:tr>
              <a:tr h="345628">
                <a:tc>
                  <a:txBody>
                    <a:bodyPr/>
                    <a:lstStyle/>
                    <a:p>
                      <a:pPr algn="ctr"/>
                      <a:r>
                        <a:rPr lang="en-IN" dirty="0"/>
                        <a:t>8</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IN" dirty="0"/>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2363690"/>
                  </a:ext>
                </a:extLst>
              </a:tr>
            </a:tbl>
          </a:graphicData>
        </a:graphic>
      </p:graphicFrame>
      <p:sp>
        <p:nvSpPr>
          <p:cNvPr id="6" name="TextBox 5">
            <a:extLst>
              <a:ext uri="{FF2B5EF4-FFF2-40B4-BE49-F238E27FC236}">
                <a16:creationId xmlns:a16="http://schemas.microsoft.com/office/drawing/2014/main" id="{A1DA1041-2014-9197-CED1-7A574E4D01BB}"/>
              </a:ext>
            </a:extLst>
          </p:cNvPr>
          <p:cNvSpPr txBox="1"/>
          <p:nvPr/>
        </p:nvSpPr>
        <p:spPr>
          <a:xfrm>
            <a:off x="1081471" y="6271352"/>
            <a:ext cx="3738879" cy="369332"/>
          </a:xfrm>
          <a:prstGeom prst="rect">
            <a:avLst/>
          </a:prstGeom>
          <a:noFill/>
        </p:spPr>
        <p:txBody>
          <a:bodyPr wrap="square" rtlCol="0">
            <a:spAutoFit/>
          </a:bodyPr>
          <a:lstStyle/>
          <a:p>
            <a:pPr algn="ctr"/>
            <a:r>
              <a:rPr lang="en-IN" b="1" dirty="0"/>
              <a:t>Adjacency Matrix of Graph G</a:t>
            </a:r>
          </a:p>
        </p:txBody>
      </p:sp>
      <p:grpSp>
        <p:nvGrpSpPr>
          <p:cNvPr id="3" name="Group 2">
            <a:extLst>
              <a:ext uri="{FF2B5EF4-FFF2-40B4-BE49-F238E27FC236}">
                <a16:creationId xmlns:a16="http://schemas.microsoft.com/office/drawing/2014/main" id="{D0BAB319-771A-534E-EA4A-6B9354C63502}"/>
              </a:ext>
            </a:extLst>
          </p:cNvPr>
          <p:cNvGrpSpPr/>
          <p:nvPr/>
        </p:nvGrpSpPr>
        <p:grpSpPr>
          <a:xfrm>
            <a:off x="1488531" y="1216288"/>
            <a:ext cx="3236840" cy="1561119"/>
            <a:chOff x="1488531" y="1216288"/>
            <a:chExt cx="3236840" cy="1561119"/>
          </a:xfrm>
        </p:grpSpPr>
        <p:pic>
          <p:nvPicPr>
            <p:cNvPr id="4" name="Picture 3">
              <a:extLst>
                <a:ext uri="{FF2B5EF4-FFF2-40B4-BE49-F238E27FC236}">
                  <a16:creationId xmlns:a16="http://schemas.microsoft.com/office/drawing/2014/main" id="{4C30303A-94E9-685F-A6A8-657605C2A520}"/>
                </a:ext>
              </a:extLst>
            </p:cNvPr>
            <p:cNvPicPr>
              <a:picLocks noChangeAspect="1"/>
            </p:cNvPicPr>
            <p:nvPr/>
          </p:nvPicPr>
          <p:blipFill>
            <a:blip r:embed="rId3"/>
            <a:srcRect l="36471" t="3073" r="11765" b="50582"/>
            <a:stretch>
              <a:fillRect/>
            </a:stretch>
          </p:blipFill>
          <p:spPr>
            <a:xfrm>
              <a:off x="1488531" y="1216288"/>
              <a:ext cx="3236840" cy="1483553"/>
            </a:xfrm>
            <a:prstGeom prst="rect">
              <a:avLst/>
            </a:prstGeom>
          </p:spPr>
        </p:pic>
        <p:sp>
          <p:nvSpPr>
            <p:cNvPr id="9" name="TextBox 8">
              <a:extLst>
                <a:ext uri="{FF2B5EF4-FFF2-40B4-BE49-F238E27FC236}">
                  <a16:creationId xmlns:a16="http://schemas.microsoft.com/office/drawing/2014/main" id="{30582B29-895F-EF54-5EE8-0192DC9823FB}"/>
                </a:ext>
              </a:extLst>
            </p:cNvPr>
            <p:cNvSpPr txBox="1"/>
            <p:nvPr/>
          </p:nvSpPr>
          <p:spPr>
            <a:xfrm>
              <a:off x="1851186" y="2408075"/>
              <a:ext cx="2511529" cy="369332"/>
            </a:xfrm>
            <a:prstGeom prst="rect">
              <a:avLst/>
            </a:prstGeom>
            <a:noFill/>
          </p:spPr>
          <p:txBody>
            <a:bodyPr wrap="square" rtlCol="0">
              <a:spAutoFit/>
            </a:bodyPr>
            <a:lstStyle/>
            <a:p>
              <a:pPr algn="ctr"/>
              <a:r>
                <a:rPr lang="en-IN" b="1" dirty="0"/>
                <a:t>Graph G</a:t>
              </a:r>
            </a:p>
          </p:txBody>
        </p:sp>
      </p:grpSp>
      <p:sp>
        <p:nvSpPr>
          <p:cNvPr id="15" name="TextBox 14">
            <a:extLst>
              <a:ext uri="{FF2B5EF4-FFF2-40B4-BE49-F238E27FC236}">
                <a16:creationId xmlns:a16="http://schemas.microsoft.com/office/drawing/2014/main" id="{92E338E1-1558-2A90-3626-A0A0D2A6D1EE}"/>
              </a:ext>
            </a:extLst>
          </p:cNvPr>
          <p:cNvSpPr txBox="1"/>
          <p:nvPr/>
        </p:nvSpPr>
        <p:spPr>
          <a:xfrm>
            <a:off x="5537201" y="1399188"/>
            <a:ext cx="5842000" cy="3737946"/>
          </a:xfrm>
          <a:prstGeom prst="rect">
            <a:avLst/>
          </a:prstGeom>
          <a:noFill/>
          <a:ln>
            <a:solidFill>
              <a:schemeClr val="accent1"/>
            </a:solidFill>
          </a:ln>
        </p:spPr>
        <p:txBody>
          <a:bodyPr wrap="square">
            <a:spAutoFit/>
          </a:bodyPr>
          <a:lstStyle/>
          <a:p>
            <a:pPr algn="just">
              <a:lnSpc>
                <a:spcPct val="150000"/>
              </a:lnSpc>
            </a:pPr>
            <a:r>
              <a:rPr lang="en-IN" sz="2000" b="1" dirty="0"/>
              <a:t> Validation Rules</a:t>
            </a:r>
          </a:p>
          <a:p>
            <a:pPr algn="just">
              <a:lnSpc>
                <a:spcPct val="150000"/>
              </a:lnSpc>
            </a:pPr>
            <a:r>
              <a:rPr lang="en-IN" sz="2000" dirty="0"/>
              <a:t>For any choice x[k], it must pass three checks in </a:t>
            </a:r>
            <a:r>
              <a:rPr lang="en-IN" sz="2000" dirty="0" err="1"/>
              <a:t>NextValue</a:t>
            </a:r>
            <a:r>
              <a:rPr lang="en-IN" sz="2000" dirty="0"/>
              <a:t>(k):</a:t>
            </a:r>
          </a:p>
          <a:p>
            <a:pPr lvl="1" algn="just">
              <a:lnSpc>
                <a:spcPct val="150000"/>
              </a:lnSpc>
            </a:pPr>
            <a:r>
              <a:rPr lang="en-IN" sz="2000" dirty="0"/>
              <a:t>1. Edge Check: G[x[k-1]][x[k]] == 1</a:t>
            </a:r>
          </a:p>
          <a:p>
            <a:pPr lvl="1" algn="just">
              <a:lnSpc>
                <a:spcPct val="150000"/>
              </a:lnSpc>
            </a:pPr>
            <a:r>
              <a:rPr lang="en-IN" sz="2000" dirty="0"/>
              <a:t>2. Distinct Check: x[k] must not be equal to any previous element x[1] to x[k-1].</a:t>
            </a:r>
          </a:p>
          <a:p>
            <a:pPr lvl="1" algn="just">
              <a:lnSpc>
                <a:spcPct val="150000"/>
              </a:lnSpc>
            </a:pPr>
            <a:r>
              <a:rPr lang="en-IN" sz="2000" dirty="0"/>
              <a:t>3. Boundary Check: If k = 8, then G[x[8]][x[1]] must equal 1 to close the loop.</a:t>
            </a:r>
          </a:p>
        </p:txBody>
      </p:sp>
      <p:sp>
        <p:nvSpPr>
          <p:cNvPr id="7" name="Slide Number Placeholder 6">
            <a:extLst>
              <a:ext uri="{FF2B5EF4-FFF2-40B4-BE49-F238E27FC236}">
                <a16:creationId xmlns:a16="http://schemas.microsoft.com/office/drawing/2014/main" id="{1714EEF9-E4BD-7D44-E865-38598A127404}"/>
              </a:ext>
            </a:extLst>
          </p:cNvPr>
          <p:cNvSpPr>
            <a:spLocks noGrp="1"/>
          </p:cNvSpPr>
          <p:nvPr>
            <p:ph type="sldNum" sz="quarter" idx="12"/>
          </p:nvPr>
        </p:nvSpPr>
        <p:spPr/>
        <p:txBody>
          <a:bodyPr/>
          <a:lstStyle/>
          <a:p>
            <a:fld id="{000E18F7-2402-4720-BFF4-341E476333D4}" type="slidenum">
              <a:rPr lang="en-IN" smtClean="0"/>
              <a:t>20</a:t>
            </a:fld>
            <a:endParaRPr lang="en-IN"/>
          </a:p>
        </p:txBody>
      </p:sp>
    </p:spTree>
    <p:extLst>
      <p:ext uri="{BB962C8B-B14F-4D97-AF65-F5344CB8AC3E}">
        <p14:creationId xmlns:p14="http://schemas.microsoft.com/office/powerpoint/2010/main" val="39243748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2B2AF8-AE2D-A6FB-FFCC-6D1F8E1EE0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BBF6-107A-12B8-69B9-5D39B80BF023}"/>
              </a:ext>
            </a:extLst>
          </p:cNvPr>
          <p:cNvSpPr>
            <a:spLocks noGrp="1"/>
          </p:cNvSpPr>
          <p:nvPr>
            <p:ph type="title"/>
          </p:nvPr>
        </p:nvSpPr>
        <p:spPr>
          <a:xfrm>
            <a:off x="624840" y="212725"/>
            <a:ext cx="10515600" cy="1325563"/>
          </a:xfrm>
        </p:spPr>
        <p:txBody>
          <a:bodyPr/>
          <a:lstStyle/>
          <a:p>
            <a:r>
              <a:rPr lang="en-IN" dirty="0"/>
              <a:t>Hamiltonian Cycle: Algorithm</a:t>
            </a:r>
          </a:p>
        </p:txBody>
      </p:sp>
      <p:sp>
        <p:nvSpPr>
          <p:cNvPr id="7" name="TextBox 6">
            <a:extLst>
              <a:ext uri="{FF2B5EF4-FFF2-40B4-BE49-F238E27FC236}">
                <a16:creationId xmlns:a16="http://schemas.microsoft.com/office/drawing/2014/main" id="{C697897C-0D47-0A6D-AFCA-094B0D5E3A89}"/>
              </a:ext>
            </a:extLst>
          </p:cNvPr>
          <p:cNvSpPr txBox="1"/>
          <p:nvPr/>
        </p:nvSpPr>
        <p:spPr>
          <a:xfrm>
            <a:off x="2968089" y="6230860"/>
            <a:ext cx="9174481" cy="369332"/>
          </a:xfrm>
          <a:prstGeom prst="rect">
            <a:avLst/>
          </a:prstGeom>
          <a:noFill/>
        </p:spPr>
        <p:txBody>
          <a:bodyPr wrap="square">
            <a:spAutoFit/>
          </a:bodyPr>
          <a:lstStyle/>
          <a:p>
            <a:pPr algn="ctr"/>
            <a:r>
              <a:rPr lang="en-IN" b="1" dirty="0"/>
              <a:t>[Pick a Spot] ➔ [Check if Already Used] ➔ [Check if Path is Full] ➔ [Link Back to Start]</a:t>
            </a:r>
          </a:p>
        </p:txBody>
      </p:sp>
      <p:grpSp>
        <p:nvGrpSpPr>
          <p:cNvPr id="6" name="Group 5">
            <a:extLst>
              <a:ext uri="{FF2B5EF4-FFF2-40B4-BE49-F238E27FC236}">
                <a16:creationId xmlns:a16="http://schemas.microsoft.com/office/drawing/2014/main" id="{A31044FE-106A-9441-8FA1-165722477A9C}"/>
              </a:ext>
            </a:extLst>
          </p:cNvPr>
          <p:cNvGrpSpPr/>
          <p:nvPr/>
        </p:nvGrpSpPr>
        <p:grpSpPr>
          <a:xfrm>
            <a:off x="221272" y="1358505"/>
            <a:ext cx="11595760" cy="5286770"/>
            <a:chOff x="221272" y="1358505"/>
            <a:chExt cx="11595760" cy="5286770"/>
          </a:xfrm>
        </p:grpSpPr>
        <p:grpSp>
          <p:nvGrpSpPr>
            <p:cNvPr id="11" name="Group 10">
              <a:extLst>
                <a:ext uri="{FF2B5EF4-FFF2-40B4-BE49-F238E27FC236}">
                  <a16:creationId xmlns:a16="http://schemas.microsoft.com/office/drawing/2014/main" id="{A5D21E4A-B048-4207-0C7A-B0E95F239CB8}"/>
                </a:ext>
              </a:extLst>
            </p:cNvPr>
            <p:cNvGrpSpPr/>
            <p:nvPr/>
          </p:nvGrpSpPr>
          <p:grpSpPr>
            <a:xfrm>
              <a:off x="374967" y="1358505"/>
              <a:ext cx="11442065" cy="4684577"/>
              <a:chOff x="416560" y="1614805"/>
              <a:chExt cx="11442065" cy="4684577"/>
            </a:xfrm>
          </p:grpSpPr>
          <p:pic>
            <p:nvPicPr>
              <p:cNvPr id="8" name="Picture 7">
                <a:extLst>
                  <a:ext uri="{FF2B5EF4-FFF2-40B4-BE49-F238E27FC236}">
                    <a16:creationId xmlns:a16="http://schemas.microsoft.com/office/drawing/2014/main" id="{4A107271-59CA-4F58-D751-0FF9D4FE1C6C}"/>
                  </a:ext>
                </a:extLst>
              </p:cNvPr>
              <p:cNvPicPr>
                <a:picLocks noChangeAspect="1"/>
              </p:cNvPicPr>
              <p:nvPr/>
            </p:nvPicPr>
            <p:blipFill>
              <a:blip r:embed="rId2"/>
              <a:stretch>
                <a:fillRect/>
              </a:stretch>
            </p:blipFill>
            <p:spPr>
              <a:xfrm>
                <a:off x="6426225" y="1614805"/>
                <a:ext cx="5432400" cy="4684577"/>
              </a:xfrm>
              <a:prstGeom prst="rect">
                <a:avLst/>
              </a:prstGeom>
              <a:ln w="19050">
                <a:solidFill>
                  <a:schemeClr val="accent1"/>
                </a:solidFill>
              </a:ln>
            </p:spPr>
          </p:pic>
          <p:pic>
            <p:nvPicPr>
              <p:cNvPr id="10" name="Picture 9">
                <a:extLst>
                  <a:ext uri="{FF2B5EF4-FFF2-40B4-BE49-F238E27FC236}">
                    <a16:creationId xmlns:a16="http://schemas.microsoft.com/office/drawing/2014/main" id="{4A8D95EE-3375-247D-7595-0A22A81C164B}"/>
                  </a:ext>
                </a:extLst>
              </p:cNvPr>
              <p:cNvPicPr>
                <a:picLocks noChangeAspect="1"/>
              </p:cNvPicPr>
              <p:nvPr/>
            </p:nvPicPr>
            <p:blipFill>
              <a:blip r:embed="rId3"/>
              <a:stretch>
                <a:fillRect/>
              </a:stretch>
            </p:blipFill>
            <p:spPr>
              <a:xfrm>
                <a:off x="416560" y="1614805"/>
                <a:ext cx="5750585" cy="3552507"/>
              </a:xfrm>
              <a:prstGeom prst="rect">
                <a:avLst/>
              </a:prstGeom>
              <a:ln w="19050">
                <a:solidFill>
                  <a:schemeClr val="accent1"/>
                </a:solidFill>
              </a:ln>
            </p:spPr>
          </p:pic>
        </p:grpSp>
        <p:grpSp>
          <p:nvGrpSpPr>
            <p:cNvPr id="3" name="Group 2">
              <a:extLst>
                <a:ext uri="{FF2B5EF4-FFF2-40B4-BE49-F238E27FC236}">
                  <a16:creationId xmlns:a16="http://schemas.microsoft.com/office/drawing/2014/main" id="{461953FA-65AC-2656-53FD-91F1683C06AC}"/>
                </a:ext>
              </a:extLst>
            </p:cNvPr>
            <p:cNvGrpSpPr/>
            <p:nvPr/>
          </p:nvGrpSpPr>
          <p:grpSpPr>
            <a:xfrm>
              <a:off x="221272" y="5084156"/>
              <a:ext cx="3236840" cy="1561119"/>
              <a:chOff x="1488531" y="1216288"/>
              <a:chExt cx="3236840" cy="1561119"/>
            </a:xfrm>
          </p:grpSpPr>
          <p:pic>
            <p:nvPicPr>
              <p:cNvPr id="4" name="Picture 3">
                <a:extLst>
                  <a:ext uri="{FF2B5EF4-FFF2-40B4-BE49-F238E27FC236}">
                    <a16:creationId xmlns:a16="http://schemas.microsoft.com/office/drawing/2014/main" id="{A2FF9B72-8C14-77AE-57A5-EEB44C71CD9E}"/>
                  </a:ext>
                </a:extLst>
              </p:cNvPr>
              <p:cNvPicPr>
                <a:picLocks noChangeAspect="1"/>
              </p:cNvPicPr>
              <p:nvPr/>
            </p:nvPicPr>
            <p:blipFill>
              <a:blip r:embed="rId4"/>
              <a:srcRect l="36471" t="3073" r="11765" b="50582"/>
              <a:stretch>
                <a:fillRect/>
              </a:stretch>
            </p:blipFill>
            <p:spPr>
              <a:xfrm>
                <a:off x="1488531" y="1216288"/>
                <a:ext cx="3236840" cy="1483553"/>
              </a:xfrm>
              <a:prstGeom prst="rect">
                <a:avLst/>
              </a:prstGeom>
            </p:spPr>
          </p:pic>
          <p:sp>
            <p:nvSpPr>
              <p:cNvPr id="5" name="TextBox 4">
                <a:extLst>
                  <a:ext uri="{FF2B5EF4-FFF2-40B4-BE49-F238E27FC236}">
                    <a16:creationId xmlns:a16="http://schemas.microsoft.com/office/drawing/2014/main" id="{AE093BFB-B674-C0E3-5671-758323692E22}"/>
                  </a:ext>
                </a:extLst>
              </p:cNvPr>
              <p:cNvSpPr txBox="1"/>
              <p:nvPr/>
            </p:nvSpPr>
            <p:spPr>
              <a:xfrm>
                <a:off x="1851186" y="2408075"/>
                <a:ext cx="2511529" cy="369332"/>
              </a:xfrm>
              <a:prstGeom prst="rect">
                <a:avLst/>
              </a:prstGeom>
              <a:noFill/>
            </p:spPr>
            <p:txBody>
              <a:bodyPr wrap="square" rtlCol="0">
                <a:spAutoFit/>
              </a:bodyPr>
              <a:lstStyle/>
              <a:p>
                <a:pPr algn="ctr"/>
                <a:r>
                  <a:rPr lang="en-IN" b="1" dirty="0"/>
                  <a:t>Graph G</a:t>
                </a:r>
              </a:p>
            </p:txBody>
          </p:sp>
        </p:grpSp>
      </p:grpSp>
      <p:sp>
        <p:nvSpPr>
          <p:cNvPr id="9" name="Slide Number Placeholder 8">
            <a:extLst>
              <a:ext uri="{FF2B5EF4-FFF2-40B4-BE49-F238E27FC236}">
                <a16:creationId xmlns:a16="http://schemas.microsoft.com/office/drawing/2014/main" id="{8BA1A075-4DE3-379C-D76E-3001A4027DDF}"/>
              </a:ext>
            </a:extLst>
          </p:cNvPr>
          <p:cNvSpPr>
            <a:spLocks noGrp="1"/>
          </p:cNvSpPr>
          <p:nvPr>
            <p:ph type="sldNum" sz="quarter" idx="12"/>
          </p:nvPr>
        </p:nvSpPr>
        <p:spPr/>
        <p:txBody>
          <a:bodyPr/>
          <a:lstStyle/>
          <a:p>
            <a:fld id="{000E18F7-2402-4720-BFF4-341E476333D4}" type="slidenum">
              <a:rPr lang="en-IN" smtClean="0"/>
              <a:t>21</a:t>
            </a:fld>
            <a:endParaRPr lang="en-IN"/>
          </a:p>
        </p:txBody>
      </p:sp>
    </p:spTree>
    <p:extLst>
      <p:ext uri="{BB962C8B-B14F-4D97-AF65-F5344CB8AC3E}">
        <p14:creationId xmlns:p14="http://schemas.microsoft.com/office/powerpoint/2010/main" val="30415087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2C6CC-0861-BD89-BAA0-C344B2E8C1F8}"/>
              </a:ext>
            </a:extLst>
          </p:cNvPr>
          <p:cNvSpPr>
            <a:spLocks noGrp="1"/>
          </p:cNvSpPr>
          <p:nvPr>
            <p:ph type="title"/>
          </p:nvPr>
        </p:nvSpPr>
        <p:spPr/>
        <p:txBody>
          <a:bodyPr/>
          <a:lstStyle/>
          <a:p>
            <a:r>
              <a:rPr lang="en-IN" dirty="0"/>
              <a:t>Hamiltonian Cycle: State Space Tree</a:t>
            </a:r>
          </a:p>
        </p:txBody>
      </p:sp>
      <p:pic>
        <p:nvPicPr>
          <p:cNvPr id="7" name="Content Placeholder 6">
            <a:extLst>
              <a:ext uri="{FF2B5EF4-FFF2-40B4-BE49-F238E27FC236}">
                <a16:creationId xmlns:a16="http://schemas.microsoft.com/office/drawing/2014/main" id="{CA6EA100-922E-EE2B-9913-1C3DF7843B7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712174" y="1439545"/>
            <a:ext cx="7470211" cy="5223312"/>
          </a:xfrm>
          <a:prstGeom prst="rect">
            <a:avLst/>
          </a:prstGeom>
        </p:spPr>
      </p:pic>
      <p:grpSp>
        <p:nvGrpSpPr>
          <p:cNvPr id="8" name="Group 7">
            <a:extLst>
              <a:ext uri="{FF2B5EF4-FFF2-40B4-BE49-F238E27FC236}">
                <a16:creationId xmlns:a16="http://schemas.microsoft.com/office/drawing/2014/main" id="{D6660BDE-1BE1-0F08-37BC-9361B9923D8B}"/>
              </a:ext>
            </a:extLst>
          </p:cNvPr>
          <p:cNvGrpSpPr/>
          <p:nvPr/>
        </p:nvGrpSpPr>
        <p:grpSpPr>
          <a:xfrm>
            <a:off x="303919" y="1690688"/>
            <a:ext cx="3236840" cy="1561119"/>
            <a:chOff x="1488531" y="1216288"/>
            <a:chExt cx="3236840" cy="1561119"/>
          </a:xfrm>
        </p:grpSpPr>
        <p:pic>
          <p:nvPicPr>
            <p:cNvPr id="9" name="Picture 8">
              <a:extLst>
                <a:ext uri="{FF2B5EF4-FFF2-40B4-BE49-F238E27FC236}">
                  <a16:creationId xmlns:a16="http://schemas.microsoft.com/office/drawing/2014/main" id="{A45EB982-ACC0-A239-3514-250E88621863}"/>
                </a:ext>
              </a:extLst>
            </p:cNvPr>
            <p:cNvPicPr>
              <a:picLocks noChangeAspect="1"/>
            </p:cNvPicPr>
            <p:nvPr/>
          </p:nvPicPr>
          <p:blipFill>
            <a:blip r:embed="rId3"/>
            <a:srcRect l="36471" t="3073" r="11765" b="50582"/>
            <a:stretch>
              <a:fillRect/>
            </a:stretch>
          </p:blipFill>
          <p:spPr>
            <a:xfrm>
              <a:off x="1488531" y="1216288"/>
              <a:ext cx="3236840" cy="1483553"/>
            </a:xfrm>
            <a:prstGeom prst="rect">
              <a:avLst/>
            </a:prstGeom>
          </p:spPr>
        </p:pic>
        <p:sp>
          <p:nvSpPr>
            <p:cNvPr id="10" name="TextBox 9">
              <a:extLst>
                <a:ext uri="{FF2B5EF4-FFF2-40B4-BE49-F238E27FC236}">
                  <a16:creationId xmlns:a16="http://schemas.microsoft.com/office/drawing/2014/main" id="{CB76C671-28DF-DA4E-7DB3-A18AD45EF17D}"/>
                </a:ext>
              </a:extLst>
            </p:cNvPr>
            <p:cNvSpPr txBox="1"/>
            <p:nvPr/>
          </p:nvSpPr>
          <p:spPr>
            <a:xfrm>
              <a:off x="1851186" y="2408075"/>
              <a:ext cx="2511529" cy="369332"/>
            </a:xfrm>
            <a:prstGeom prst="rect">
              <a:avLst/>
            </a:prstGeom>
            <a:noFill/>
          </p:spPr>
          <p:txBody>
            <a:bodyPr wrap="square" rtlCol="0">
              <a:spAutoFit/>
            </a:bodyPr>
            <a:lstStyle/>
            <a:p>
              <a:pPr algn="ctr"/>
              <a:r>
                <a:rPr lang="en-IN" b="1" dirty="0"/>
                <a:t>Graph G</a:t>
              </a:r>
            </a:p>
          </p:txBody>
        </p:sp>
      </p:grpSp>
      <p:sp>
        <p:nvSpPr>
          <p:cNvPr id="4" name="TextBox 3">
            <a:extLst>
              <a:ext uri="{FF2B5EF4-FFF2-40B4-BE49-F238E27FC236}">
                <a16:creationId xmlns:a16="http://schemas.microsoft.com/office/drawing/2014/main" id="{EF536672-20F0-C13B-9E06-38F83D8FE389}"/>
              </a:ext>
            </a:extLst>
          </p:cNvPr>
          <p:cNvSpPr txBox="1"/>
          <p:nvPr/>
        </p:nvSpPr>
        <p:spPr>
          <a:xfrm>
            <a:off x="397139" y="3681868"/>
            <a:ext cx="2945501" cy="646331"/>
          </a:xfrm>
          <a:prstGeom prst="rect">
            <a:avLst/>
          </a:prstGeom>
          <a:noFill/>
        </p:spPr>
        <p:txBody>
          <a:bodyPr wrap="square">
            <a:spAutoFit/>
          </a:bodyPr>
          <a:lstStyle/>
          <a:p>
            <a:r>
              <a:rPr lang="en-IN" b="1" dirty="0"/>
              <a:t>Worst-Case Time Complexity is:</a:t>
            </a:r>
            <a:r>
              <a:rPr lang="en-IN" dirty="0"/>
              <a:t> O(n!)</a:t>
            </a:r>
          </a:p>
        </p:txBody>
      </p:sp>
      <p:sp>
        <p:nvSpPr>
          <p:cNvPr id="3" name="Slide Number Placeholder 2">
            <a:extLst>
              <a:ext uri="{FF2B5EF4-FFF2-40B4-BE49-F238E27FC236}">
                <a16:creationId xmlns:a16="http://schemas.microsoft.com/office/drawing/2014/main" id="{7A1CBC20-1DD9-F3C1-45C8-9A5FF90EA14B}"/>
              </a:ext>
            </a:extLst>
          </p:cNvPr>
          <p:cNvSpPr>
            <a:spLocks noGrp="1"/>
          </p:cNvSpPr>
          <p:nvPr>
            <p:ph type="sldNum" sz="quarter" idx="12"/>
          </p:nvPr>
        </p:nvSpPr>
        <p:spPr/>
        <p:txBody>
          <a:bodyPr/>
          <a:lstStyle/>
          <a:p>
            <a:fld id="{000E18F7-2402-4720-BFF4-341E476333D4}" type="slidenum">
              <a:rPr lang="en-IN" smtClean="0"/>
              <a:t>22</a:t>
            </a:fld>
            <a:endParaRPr lang="en-IN"/>
          </a:p>
        </p:txBody>
      </p:sp>
    </p:spTree>
    <p:extLst>
      <p:ext uri="{BB962C8B-B14F-4D97-AF65-F5344CB8AC3E}">
        <p14:creationId xmlns:p14="http://schemas.microsoft.com/office/powerpoint/2010/main" val="11044690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83261F-DACE-1368-6559-9B51CA1E33EB}"/>
              </a:ext>
            </a:extLst>
          </p:cNvPr>
          <p:cNvSpPr>
            <a:spLocks noGrp="1"/>
          </p:cNvSpPr>
          <p:nvPr>
            <p:ph type="title"/>
          </p:nvPr>
        </p:nvSpPr>
        <p:spPr>
          <a:xfrm>
            <a:off x="838200" y="297179"/>
            <a:ext cx="10515600" cy="719138"/>
          </a:xfrm>
        </p:spPr>
        <p:txBody>
          <a:bodyPr>
            <a:normAutofit/>
          </a:bodyPr>
          <a:lstStyle/>
          <a:p>
            <a:r>
              <a:rPr lang="en-IN" sz="3600" b="1" dirty="0"/>
              <a:t>GRAPH COLORING</a:t>
            </a:r>
          </a:p>
        </p:txBody>
      </p:sp>
      <p:sp>
        <p:nvSpPr>
          <p:cNvPr id="3" name="Content Placeholder 2">
            <a:extLst>
              <a:ext uri="{FF2B5EF4-FFF2-40B4-BE49-F238E27FC236}">
                <a16:creationId xmlns:a16="http://schemas.microsoft.com/office/drawing/2014/main" id="{2803D2DD-0E71-5A9C-7DAD-6B8F889AEE4D}"/>
              </a:ext>
            </a:extLst>
          </p:cNvPr>
          <p:cNvSpPr>
            <a:spLocks noGrp="1"/>
          </p:cNvSpPr>
          <p:nvPr>
            <p:ph idx="1"/>
          </p:nvPr>
        </p:nvSpPr>
        <p:spPr>
          <a:xfrm>
            <a:off x="838200" y="1016317"/>
            <a:ext cx="10515600" cy="3559175"/>
          </a:xfrm>
        </p:spPr>
        <p:txBody>
          <a:bodyPr>
            <a:normAutofit/>
          </a:bodyPr>
          <a:lstStyle/>
          <a:p>
            <a:pPr marL="0" indent="0" algn="just">
              <a:lnSpc>
                <a:spcPct val="150000"/>
              </a:lnSpc>
              <a:buNone/>
            </a:pPr>
            <a:r>
              <a:rPr lang="en-IN" sz="1600" dirty="0"/>
              <a:t>Let G be a graph and m be a given positive integer. We want to discover whether the nodes of G can be </a:t>
            </a:r>
            <a:r>
              <a:rPr lang="en-IN" sz="1600" dirty="0" err="1"/>
              <a:t>colored</a:t>
            </a:r>
            <a:r>
              <a:rPr lang="en-IN" sz="1600" dirty="0"/>
              <a:t> in such a way that no two adjacent nodes have the same </a:t>
            </a:r>
            <a:r>
              <a:rPr lang="en-IN" sz="1600" dirty="0" err="1"/>
              <a:t>color</a:t>
            </a:r>
            <a:r>
              <a:rPr lang="en-IN" sz="1600" dirty="0"/>
              <a:t> yet only m </a:t>
            </a:r>
            <a:r>
              <a:rPr lang="en-IN" sz="1600" dirty="0" err="1"/>
              <a:t>colors</a:t>
            </a:r>
            <a:r>
              <a:rPr lang="en-IN" sz="1600" dirty="0"/>
              <a:t> are used. This is termed the </a:t>
            </a:r>
            <a:r>
              <a:rPr lang="en-IN" sz="1600" b="1" dirty="0"/>
              <a:t>m-colorability decision problem. </a:t>
            </a:r>
          </a:p>
          <a:p>
            <a:pPr marL="0" indent="0" algn="just">
              <a:lnSpc>
                <a:spcPct val="150000"/>
              </a:lnSpc>
              <a:buNone/>
            </a:pPr>
            <a:r>
              <a:rPr lang="en-IN" sz="1600" dirty="0"/>
              <a:t>Note that if d is the degree of the given graph, then it can be </a:t>
            </a:r>
            <a:r>
              <a:rPr lang="en-IN" sz="1600" dirty="0" err="1"/>
              <a:t>colored</a:t>
            </a:r>
            <a:r>
              <a:rPr lang="en-IN" sz="1600" dirty="0"/>
              <a:t> with d + 1 </a:t>
            </a:r>
            <a:r>
              <a:rPr lang="en-IN" sz="1600" dirty="0" err="1"/>
              <a:t>colors</a:t>
            </a:r>
            <a:r>
              <a:rPr lang="en-IN" sz="1600" dirty="0"/>
              <a:t>. The m-colorability optimization problem asks for the smallest integer m for which the graph G can be </a:t>
            </a:r>
            <a:r>
              <a:rPr lang="en-IN" sz="1600" dirty="0" err="1"/>
              <a:t>colored</a:t>
            </a:r>
            <a:r>
              <a:rPr lang="en-IN" sz="1600" dirty="0"/>
              <a:t>. This integer is referred to as the chromatic number of the graph. For example, the graph of Figure 7.11 can be </a:t>
            </a:r>
            <a:r>
              <a:rPr lang="en-IN" sz="1600" dirty="0" err="1"/>
              <a:t>colored</a:t>
            </a:r>
            <a:r>
              <a:rPr lang="en-IN" sz="1600" dirty="0"/>
              <a:t> with three </a:t>
            </a:r>
            <a:r>
              <a:rPr lang="en-IN" sz="1600" dirty="0" err="1"/>
              <a:t>colors</a:t>
            </a:r>
            <a:r>
              <a:rPr lang="en-IN" sz="1600" dirty="0"/>
              <a:t> 1, 2, and 3. The </a:t>
            </a:r>
            <a:r>
              <a:rPr lang="en-IN" sz="1600" dirty="0" err="1"/>
              <a:t>color</a:t>
            </a:r>
            <a:r>
              <a:rPr lang="en-IN" sz="1600" dirty="0"/>
              <a:t> of each node is indicated next to it. It can also be seen that three </a:t>
            </a:r>
            <a:r>
              <a:rPr lang="en-IN" sz="1600" dirty="0" err="1"/>
              <a:t>colors</a:t>
            </a:r>
            <a:r>
              <a:rPr lang="en-IN" sz="1600" dirty="0"/>
              <a:t> are needed to </a:t>
            </a:r>
            <a:r>
              <a:rPr lang="en-IN" sz="1600" dirty="0" err="1"/>
              <a:t>color</a:t>
            </a:r>
            <a:r>
              <a:rPr lang="en-IN" sz="1600" dirty="0"/>
              <a:t> this graph and hence this graph’s chromatic number is 3.</a:t>
            </a:r>
            <a:endParaRPr lang="en-IN" sz="1600" b="1" dirty="0"/>
          </a:p>
        </p:txBody>
      </p:sp>
      <p:pic>
        <p:nvPicPr>
          <p:cNvPr id="5" name="Picture 4">
            <a:extLst>
              <a:ext uri="{FF2B5EF4-FFF2-40B4-BE49-F238E27FC236}">
                <a16:creationId xmlns:a16="http://schemas.microsoft.com/office/drawing/2014/main" id="{1FB08CF6-7537-FCE2-0C13-90984C1E553A}"/>
              </a:ext>
            </a:extLst>
          </p:cNvPr>
          <p:cNvPicPr>
            <a:picLocks noChangeAspect="1"/>
          </p:cNvPicPr>
          <p:nvPr/>
        </p:nvPicPr>
        <p:blipFill>
          <a:blip r:embed="rId2"/>
          <a:stretch>
            <a:fillRect/>
          </a:stretch>
        </p:blipFill>
        <p:spPr>
          <a:xfrm>
            <a:off x="3776980" y="3951535"/>
            <a:ext cx="4638040" cy="2474825"/>
          </a:xfrm>
          <a:prstGeom prst="rect">
            <a:avLst/>
          </a:prstGeom>
        </p:spPr>
      </p:pic>
      <p:sp>
        <p:nvSpPr>
          <p:cNvPr id="4" name="Slide Number Placeholder 3">
            <a:extLst>
              <a:ext uri="{FF2B5EF4-FFF2-40B4-BE49-F238E27FC236}">
                <a16:creationId xmlns:a16="http://schemas.microsoft.com/office/drawing/2014/main" id="{E621E199-2F88-D2E3-4497-82A4399350F9}"/>
              </a:ext>
            </a:extLst>
          </p:cNvPr>
          <p:cNvSpPr>
            <a:spLocks noGrp="1"/>
          </p:cNvSpPr>
          <p:nvPr>
            <p:ph type="sldNum" sz="quarter" idx="12"/>
          </p:nvPr>
        </p:nvSpPr>
        <p:spPr/>
        <p:txBody>
          <a:bodyPr/>
          <a:lstStyle/>
          <a:p>
            <a:fld id="{000E18F7-2402-4720-BFF4-341E476333D4}" type="slidenum">
              <a:rPr lang="en-IN" smtClean="0"/>
              <a:t>23</a:t>
            </a:fld>
            <a:endParaRPr lang="en-IN"/>
          </a:p>
        </p:txBody>
      </p:sp>
    </p:spTree>
    <p:extLst>
      <p:ext uri="{BB962C8B-B14F-4D97-AF65-F5344CB8AC3E}">
        <p14:creationId xmlns:p14="http://schemas.microsoft.com/office/powerpoint/2010/main" val="28429486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864F3-8DAA-8927-CF0E-25685EF79B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6C1C21-91D7-B99D-3165-6F5DEC94FC1B}"/>
              </a:ext>
            </a:extLst>
          </p:cNvPr>
          <p:cNvSpPr>
            <a:spLocks noGrp="1"/>
          </p:cNvSpPr>
          <p:nvPr>
            <p:ph type="title"/>
          </p:nvPr>
        </p:nvSpPr>
        <p:spPr>
          <a:xfrm>
            <a:off x="838200" y="297179"/>
            <a:ext cx="10515600" cy="719138"/>
          </a:xfrm>
        </p:spPr>
        <p:txBody>
          <a:bodyPr>
            <a:normAutofit/>
          </a:bodyPr>
          <a:lstStyle/>
          <a:p>
            <a:r>
              <a:rPr lang="en-IN" sz="3600" b="1" dirty="0"/>
              <a:t>GRAPH COLORING</a:t>
            </a:r>
          </a:p>
        </p:txBody>
      </p:sp>
      <p:pic>
        <p:nvPicPr>
          <p:cNvPr id="7" name="Picture 6">
            <a:extLst>
              <a:ext uri="{FF2B5EF4-FFF2-40B4-BE49-F238E27FC236}">
                <a16:creationId xmlns:a16="http://schemas.microsoft.com/office/drawing/2014/main" id="{FA805870-4433-53CD-79C8-4C57CBA65B98}"/>
              </a:ext>
            </a:extLst>
          </p:cNvPr>
          <p:cNvPicPr>
            <a:picLocks noChangeAspect="1"/>
          </p:cNvPicPr>
          <p:nvPr/>
        </p:nvPicPr>
        <p:blipFill>
          <a:blip r:embed="rId2"/>
          <a:stretch>
            <a:fillRect/>
          </a:stretch>
        </p:blipFill>
        <p:spPr>
          <a:xfrm>
            <a:off x="3625850" y="4108522"/>
            <a:ext cx="4940300" cy="2536117"/>
          </a:xfrm>
          <a:prstGeom prst="rect">
            <a:avLst/>
          </a:prstGeom>
        </p:spPr>
      </p:pic>
      <p:sp>
        <p:nvSpPr>
          <p:cNvPr id="9" name="TextBox 8">
            <a:extLst>
              <a:ext uri="{FF2B5EF4-FFF2-40B4-BE49-F238E27FC236}">
                <a16:creationId xmlns:a16="http://schemas.microsoft.com/office/drawing/2014/main" id="{A981B3F8-3C53-406E-DDE4-0E1601EB81E9}"/>
              </a:ext>
            </a:extLst>
          </p:cNvPr>
          <p:cNvSpPr txBox="1"/>
          <p:nvPr/>
        </p:nvSpPr>
        <p:spPr>
          <a:xfrm>
            <a:off x="1036320" y="1016317"/>
            <a:ext cx="10119360" cy="3290581"/>
          </a:xfrm>
          <a:prstGeom prst="rect">
            <a:avLst/>
          </a:prstGeom>
          <a:noFill/>
        </p:spPr>
        <p:txBody>
          <a:bodyPr wrap="square">
            <a:spAutoFit/>
          </a:bodyPr>
          <a:lstStyle/>
          <a:p>
            <a:pPr algn="just">
              <a:lnSpc>
                <a:spcPct val="150000"/>
              </a:lnSpc>
            </a:pPr>
            <a:r>
              <a:rPr lang="en-IN" sz="1400" dirty="0"/>
              <a:t>A graph is said to be planar </a:t>
            </a:r>
            <a:r>
              <a:rPr lang="en-IN" sz="1400" dirty="0" err="1"/>
              <a:t>iff</a:t>
            </a:r>
            <a:r>
              <a:rPr lang="en-IN" sz="1400" dirty="0"/>
              <a:t> it can be drawn in a plane in such a way that no two edges cross each other. A famous special case of the </a:t>
            </a:r>
            <a:r>
              <a:rPr lang="en-IN" sz="1400" b="1" dirty="0"/>
              <a:t>m colorability decision problem </a:t>
            </a:r>
            <a:r>
              <a:rPr lang="en-IN" sz="1400" dirty="0"/>
              <a:t>is the 4-color problem for planar graphs. This problem asks the following question: given any map, can the regions be </a:t>
            </a:r>
            <a:r>
              <a:rPr lang="en-IN" sz="1400" dirty="0" err="1"/>
              <a:t>colored</a:t>
            </a:r>
            <a:r>
              <a:rPr lang="en-IN" sz="1400" dirty="0"/>
              <a:t> in such a way that no two adjacent regions have the same </a:t>
            </a:r>
            <a:r>
              <a:rPr lang="en-IN" sz="1400" dirty="0" err="1"/>
              <a:t>color</a:t>
            </a:r>
            <a:r>
              <a:rPr lang="en-IN" sz="1400" dirty="0"/>
              <a:t> yet only four </a:t>
            </a:r>
            <a:r>
              <a:rPr lang="en-IN" sz="1400" dirty="0" err="1"/>
              <a:t>colors</a:t>
            </a:r>
            <a:r>
              <a:rPr lang="en-IN" sz="1400" dirty="0"/>
              <a:t> are needed? This turns out to be a problem for which graphs are very useful, because a map can easily be transformed into a graph. Each region of the map becomes a node , and if two regions are adjacent, then the corresponding nodes are joined by an edge. Figure7.12 shows a map with five regions and its corresponding graph. This map requires four </a:t>
            </a:r>
            <a:r>
              <a:rPr lang="en-IN" sz="1400" dirty="0" err="1"/>
              <a:t>colors</a:t>
            </a:r>
            <a:r>
              <a:rPr lang="en-IN" sz="1400" dirty="0"/>
              <a:t>. For many years it was known that five </a:t>
            </a:r>
            <a:r>
              <a:rPr lang="en-IN" sz="1400" dirty="0" err="1"/>
              <a:t>colors</a:t>
            </a:r>
            <a:r>
              <a:rPr lang="en-IN" sz="1400" dirty="0"/>
              <a:t> were sufficient to </a:t>
            </a:r>
            <a:r>
              <a:rPr lang="en-IN" sz="1400" dirty="0" err="1"/>
              <a:t>color</a:t>
            </a:r>
            <a:r>
              <a:rPr lang="en-IN" sz="1400" dirty="0"/>
              <a:t> any map, but no map that required more than four </a:t>
            </a:r>
            <a:r>
              <a:rPr lang="en-IN" sz="1400" dirty="0" err="1"/>
              <a:t>colors</a:t>
            </a:r>
            <a:r>
              <a:rPr lang="en-IN" sz="1400" dirty="0"/>
              <a:t> had ever been found. After several hundred years, this problem was solved by a group of mathematicians with the help of a computer. They showed that in fact four </a:t>
            </a:r>
            <a:r>
              <a:rPr lang="en-IN" sz="1400" dirty="0" err="1"/>
              <a:t>colors</a:t>
            </a:r>
            <a:r>
              <a:rPr lang="en-IN" sz="1400" dirty="0"/>
              <a:t> are sufficient. In this section we consider not only graphs that are produced from maps but all graphs. We are interested in determining all the different ways in which a given graph can be </a:t>
            </a:r>
            <a:r>
              <a:rPr lang="en-IN" sz="1400" dirty="0" err="1"/>
              <a:t>colored</a:t>
            </a:r>
            <a:r>
              <a:rPr lang="en-IN" sz="1400" dirty="0"/>
              <a:t> using at most m </a:t>
            </a:r>
            <a:r>
              <a:rPr lang="en-IN" sz="1400" dirty="0" err="1"/>
              <a:t>color</a:t>
            </a:r>
            <a:r>
              <a:rPr lang="en-IN" sz="1400" dirty="0"/>
              <a:t>.</a:t>
            </a:r>
          </a:p>
        </p:txBody>
      </p:sp>
      <p:sp>
        <p:nvSpPr>
          <p:cNvPr id="3" name="Slide Number Placeholder 2">
            <a:extLst>
              <a:ext uri="{FF2B5EF4-FFF2-40B4-BE49-F238E27FC236}">
                <a16:creationId xmlns:a16="http://schemas.microsoft.com/office/drawing/2014/main" id="{5F042C83-996B-A286-DAA0-4D4772357B6F}"/>
              </a:ext>
            </a:extLst>
          </p:cNvPr>
          <p:cNvSpPr>
            <a:spLocks noGrp="1"/>
          </p:cNvSpPr>
          <p:nvPr>
            <p:ph type="sldNum" sz="quarter" idx="12"/>
          </p:nvPr>
        </p:nvSpPr>
        <p:spPr/>
        <p:txBody>
          <a:bodyPr/>
          <a:lstStyle/>
          <a:p>
            <a:fld id="{000E18F7-2402-4720-BFF4-341E476333D4}" type="slidenum">
              <a:rPr lang="en-IN" smtClean="0"/>
              <a:t>24</a:t>
            </a:fld>
            <a:endParaRPr lang="en-IN"/>
          </a:p>
        </p:txBody>
      </p:sp>
    </p:spTree>
    <p:extLst>
      <p:ext uri="{BB962C8B-B14F-4D97-AF65-F5344CB8AC3E}">
        <p14:creationId xmlns:p14="http://schemas.microsoft.com/office/powerpoint/2010/main" val="31306586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DD512-EE00-6A1D-A0A2-42BBB8AFAD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336720-6BB2-8DCF-29ED-A0DC7325AF39}"/>
              </a:ext>
            </a:extLst>
          </p:cNvPr>
          <p:cNvSpPr>
            <a:spLocks noGrp="1"/>
          </p:cNvSpPr>
          <p:nvPr>
            <p:ph type="title"/>
          </p:nvPr>
        </p:nvSpPr>
        <p:spPr>
          <a:xfrm>
            <a:off x="736600" y="52819"/>
            <a:ext cx="10515600" cy="719138"/>
          </a:xfrm>
        </p:spPr>
        <p:txBody>
          <a:bodyPr>
            <a:normAutofit/>
          </a:bodyPr>
          <a:lstStyle/>
          <a:p>
            <a:r>
              <a:rPr lang="en-IN" sz="3600" b="1" dirty="0"/>
              <a:t>GRAPH COLORING Algorithm and State space Tree</a:t>
            </a:r>
          </a:p>
        </p:txBody>
      </p:sp>
      <p:pic>
        <p:nvPicPr>
          <p:cNvPr id="10" name="Picture 9">
            <a:extLst>
              <a:ext uri="{FF2B5EF4-FFF2-40B4-BE49-F238E27FC236}">
                <a16:creationId xmlns:a16="http://schemas.microsoft.com/office/drawing/2014/main" id="{78468B3B-C84B-9DA6-9000-A15B00EC6C61}"/>
              </a:ext>
            </a:extLst>
          </p:cNvPr>
          <p:cNvPicPr>
            <a:picLocks noChangeAspect="1"/>
          </p:cNvPicPr>
          <p:nvPr/>
        </p:nvPicPr>
        <p:blipFill>
          <a:blip r:embed="rId2"/>
          <a:stretch>
            <a:fillRect/>
          </a:stretch>
        </p:blipFill>
        <p:spPr>
          <a:xfrm>
            <a:off x="4490720" y="5134299"/>
            <a:ext cx="3606800" cy="1670882"/>
          </a:xfrm>
          <a:prstGeom prst="rect">
            <a:avLst/>
          </a:prstGeom>
          <a:ln>
            <a:solidFill>
              <a:schemeClr val="accent1"/>
            </a:solidFill>
          </a:ln>
        </p:spPr>
      </p:pic>
      <p:grpSp>
        <p:nvGrpSpPr>
          <p:cNvPr id="3" name="Group 2">
            <a:extLst>
              <a:ext uri="{FF2B5EF4-FFF2-40B4-BE49-F238E27FC236}">
                <a16:creationId xmlns:a16="http://schemas.microsoft.com/office/drawing/2014/main" id="{612003A9-1104-FBC2-0358-030BEDE1135F}"/>
              </a:ext>
            </a:extLst>
          </p:cNvPr>
          <p:cNvGrpSpPr/>
          <p:nvPr/>
        </p:nvGrpSpPr>
        <p:grpSpPr>
          <a:xfrm>
            <a:off x="523883" y="771956"/>
            <a:ext cx="10810164" cy="4236923"/>
            <a:chOff x="523883" y="771956"/>
            <a:chExt cx="10810164" cy="4236923"/>
          </a:xfrm>
        </p:grpSpPr>
        <p:pic>
          <p:nvPicPr>
            <p:cNvPr id="6" name="Picture 5">
              <a:extLst>
                <a:ext uri="{FF2B5EF4-FFF2-40B4-BE49-F238E27FC236}">
                  <a16:creationId xmlns:a16="http://schemas.microsoft.com/office/drawing/2014/main" id="{7BCB81B9-844B-FDD3-A9C0-B7E671427E51}"/>
                </a:ext>
              </a:extLst>
            </p:cNvPr>
            <p:cNvPicPr>
              <a:picLocks noChangeAspect="1"/>
            </p:cNvPicPr>
            <p:nvPr/>
          </p:nvPicPr>
          <p:blipFill>
            <a:blip r:embed="rId3"/>
            <a:stretch>
              <a:fillRect/>
            </a:stretch>
          </p:blipFill>
          <p:spPr>
            <a:xfrm>
              <a:off x="523883" y="771956"/>
              <a:ext cx="5663098" cy="4236923"/>
            </a:xfrm>
            <a:prstGeom prst="rect">
              <a:avLst/>
            </a:prstGeom>
            <a:ln>
              <a:solidFill>
                <a:schemeClr val="accent1"/>
              </a:solidFill>
            </a:ln>
          </p:spPr>
        </p:pic>
        <p:pic>
          <p:nvPicPr>
            <p:cNvPr id="12" name="Picture 11">
              <a:extLst>
                <a:ext uri="{FF2B5EF4-FFF2-40B4-BE49-F238E27FC236}">
                  <a16:creationId xmlns:a16="http://schemas.microsoft.com/office/drawing/2014/main" id="{7341A666-6E90-A52E-71BD-049D50EB18DC}"/>
                </a:ext>
              </a:extLst>
            </p:cNvPr>
            <p:cNvPicPr>
              <a:picLocks noChangeAspect="1"/>
            </p:cNvPicPr>
            <p:nvPr/>
          </p:nvPicPr>
          <p:blipFill>
            <a:blip r:embed="rId4"/>
            <a:stretch>
              <a:fillRect/>
            </a:stretch>
          </p:blipFill>
          <p:spPr>
            <a:xfrm>
              <a:off x="6587494" y="771956"/>
              <a:ext cx="4746553" cy="4236923"/>
            </a:xfrm>
            <a:prstGeom prst="rect">
              <a:avLst/>
            </a:prstGeom>
            <a:ln>
              <a:solidFill>
                <a:schemeClr val="accent1"/>
              </a:solidFill>
            </a:ln>
          </p:spPr>
        </p:pic>
      </p:grpSp>
      <p:sp>
        <p:nvSpPr>
          <p:cNvPr id="4" name="Slide Number Placeholder 3">
            <a:extLst>
              <a:ext uri="{FF2B5EF4-FFF2-40B4-BE49-F238E27FC236}">
                <a16:creationId xmlns:a16="http://schemas.microsoft.com/office/drawing/2014/main" id="{1F761BEC-1AA7-EBD6-2EC9-9A3F714E62C2}"/>
              </a:ext>
            </a:extLst>
          </p:cNvPr>
          <p:cNvSpPr>
            <a:spLocks noGrp="1"/>
          </p:cNvSpPr>
          <p:nvPr>
            <p:ph type="sldNum" sz="quarter" idx="12"/>
          </p:nvPr>
        </p:nvSpPr>
        <p:spPr/>
        <p:txBody>
          <a:bodyPr/>
          <a:lstStyle/>
          <a:p>
            <a:fld id="{000E18F7-2402-4720-BFF4-341E476333D4}" type="slidenum">
              <a:rPr lang="en-IN" smtClean="0"/>
              <a:t>25</a:t>
            </a:fld>
            <a:endParaRPr lang="en-IN"/>
          </a:p>
        </p:txBody>
      </p:sp>
    </p:spTree>
    <p:extLst>
      <p:ext uri="{BB962C8B-B14F-4D97-AF65-F5344CB8AC3E}">
        <p14:creationId xmlns:p14="http://schemas.microsoft.com/office/powerpoint/2010/main" val="21398718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B70BD7-4EE4-DDFD-023C-3EC183CD8B7B}"/>
              </a:ext>
            </a:extLst>
          </p:cNvPr>
          <p:cNvSpPr>
            <a:spLocks noGrp="1"/>
          </p:cNvSpPr>
          <p:nvPr>
            <p:ph type="ctrTitle"/>
          </p:nvPr>
        </p:nvSpPr>
        <p:spPr>
          <a:xfrm>
            <a:off x="1524000" y="1528763"/>
            <a:ext cx="9144000" cy="2387600"/>
          </a:xfrm>
        </p:spPr>
        <p:txBody>
          <a:bodyPr/>
          <a:lstStyle/>
          <a:p>
            <a:r>
              <a:rPr lang="en-IN" b="1" dirty="0"/>
              <a:t>Branch &amp; Bound</a:t>
            </a:r>
            <a:endParaRPr lang="en-IN" dirty="0"/>
          </a:p>
        </p:txBody>
      </p:sp>
      <p:sp>
        <p:nvSpPr>
          <p:cNvPr id="2" name="Slide Number Placeholder 1">
            <a:extLst>
              <a:ext uri="{FF2B5EF4-FFF2-40B4-BE49-F238E27FC236}">
                <a16:creationId xmlns:a16="http://schemas.microsoft.com/office/drawing/2014/main" id="{FF84B33F-2764-8936-1605-26FC2F1D72F8}"/>
              </a:ext>
            </a:extLst>
          </p:cNvPr>
          <p:cNvSpPr>
            <a:spLocks noGrp="1"/>
          </p:cNvSpPr>
          <p:nvPr>
            <p:ph type="sldNum" sz="quarter" idx="12"/>
          </p:nvPr>
        </p:nvSpPr>
        <p:spPr/>
        <p:txBody>
          <a:bodyPr/>
          <a:lstStyle/>
          <a:p>
            <a:fld id="{000E18F7-2402-4720-BFF4-341E476333D4}" type="slidenum">
              <a:rPr lang="en-IN" smtClean="0"/>
              <a:t>26</a:t>
            </a:fld>
            <a:endParaRPr lang="en-IN"/>
          </a:p>
        </p:txBody>
      </p:sp>
    </p:spTree>
    <p:extLst>
      <p:ext uri="{BB962C8B-B14F-4D97-AF65-F5344CB8AC3E}">
        <p14:creationId xmlns:p14="http://schemas.microsoft.com/office/powerpoint/2010/main" val="5832258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B9AA85-EECB-1EAE-5E8D-00D51E5FB4BD}"/>
              </a:ext>
            </a:extLst>
          </p:cNvPr>
          <p:cNvSpPr>
            <a:spLocks noGrp="1"/>
          </p:cNvSpPr>
          <p:nvPr>
            <p:ph type="title"/>
          </p:nvPr>
        </p:nvSpPr>
        <p:spPr/>
        <p:txBody>
          <a:bodyPr/>
          <a:lstStyle/>
          <a:p>
            <a:r>
              <a:rPr lang="en-IN" b="1" dirty="0"/>
              <a:t>Branch &amp; Bound</a:t>
            </a:r>
          </a:p>
        </p:txBody>
      </p:sp>
      <p:sp>
        <p:nvSpPr>
          <p:cNvPr id="3" name="Content Placeholder 2">
            <a:extLst>
              <a:ext uri="{FF2B5EF4-FFF2-40B4-BE49-F238E27FC236}">
                <a16:creationId xmlns:a16="http://schemas.microsoft.com/office/drawing/2014/main" id="{F1342CCE-66F5-0096-F858-6FC1C96FAA9A}"/>
              </a:ext>
            </a:extLst>
          </p:cNvPr>
          <p:cNvSpPr>
            <a:spLocks noGrp="1"/>
          </p:cNvSpPr>
          <p:nvPr>
            <p:ph idx="1"/>
          </p:nvPr>
        </p:nvSpPr>
        <p:spPr>
          <a:xfrm>
            <a:off x="838200" y="1463040"/>
            <a:ext cx="10515600" cy="5029835"/>
          </a:xfrm>
        </p:spPr>
        <p:txBody>
          <a:bodyPr>
            <a:normAutofit fontScale="85000" lnSpcReduction="20000"/>
          </a:bodyPr>
          <a:lstStyle/>
          <a:p>
            <a:pPr algn="just">
              <a:lnSpc>
                <a:spcPct val="160000"/>
              </a:lnSpc>
            </a:pPr>
            <a:r>
              <a:rPr lang="en-IN" dirty="0"/>
              <a:t>The </a:t>
            </a:r>
            <a:r>
              <a:rPr lang="en-IN" b="1" dirty="0"/>
              <a:t>Branch and Bound</a:t>
            </a:r>
            <a:r>
              <a:rPr lang="en-IN" dirty="0"/>
              <a:t> (B&amp;B) technique, as formalized in the classic text </a:t>
            </a:r>
            <a:r>
              <a:rPr lang="en-IN" i="1" dirty="0"/>
              <a:t>Fundamentals of Computer Algorithms</a:t>
            </a:r>
            <a:r>
              <a:rPr lang="en-IN" dirty="0"/>
              <a:t> by Ellis Horowitz and Sartaj Sahni, is a systematic algorithmic method designed primarily to solve </a:t>
            </a:r>
            <a:r>
              <a:rPr lang="en-IN" b="1" dirty="0"/>
              <a:t>hard combinatorial optimization problems</a:t>
            </a:r>
            <a:r>
              <a:rPr lang="en-IN" dirty="0"/>
              <a:t>. </a:t>
            </a:r>
          </a:p>
          <a:p>
            <a:pPr algn="just">
              <a:lnSpc>
                <a:spcPct val="160000"/>
              </a:lnSpc>
            </a:pPr>
            <a:r>
              <a:rPr lang="en-IN" dirty="0"/>
              <a:t>It operates by intelligently pruning (bounding) the search space to find optimal solutions without testing every possibility.</a:t>
            </a:r>
          </a:p>
          <a:p>
            <a:pPr algn="just">
              <a:lnSpc>
                <a:spcPct val="160000"/>
              </a:lnSpc>
            </a:pPr>
            <a:r>
              <a:rPr lang="en-IN" dirty="0"/>
              <a:t>It systematically explores all possible candidate solutions by breaking the problem into smaller subproblems (branching) and discarding those that cannot yield a better result than the best found so far (bounding). </a:t>
            </a:r>
          </a:p>
        </p:txBody>
      </p:sp>
      <p:sp>
        <p:nvSpPr>
          <p:cNvPr id="4" name="Slide Number Placeholder 3">
            <a:extLst>
              <a:ext uri="{FF2B5EF4-FFF2-40B4-BE49-F238E27FC236}">
                <a16:creationId xmlns:a16="http://schemas.microsoft.com/office/drawing/2014/main" id="{3C447482-3DA8-9F40-0BFE-A119E1B020BC}"/>
              </a:ext>
            </a:extLst>
          </p:cNvPr>
          <p:cNvSpPr>
            <a:spLocks noGrp="1"/>
          </p:cNvSpPr>
          <p:nvPr>
            <p:ph type="sldNum" sz="quarter" idx="12"/>
          </p:nvPr>
        </p:nvSpPr>
        <p:spPr/>
        <p:txBody>
          <a:bodyPr/>
          <a:lstStyle/>
          <a:p>
            <a:fld id="{000E18F7-2402-4720-BFF4-341E476333D4}" type="slidenum">
              <a:rPr lang="en-IN" smtClean="0"/>
              <a:t>27</a:t>
            </a:fld>
            <a:endParaRPr lang="en-IN"/>
          </a:p>
        </p:txBody>
      </p:sp>
    </p:spTree>
    <p:extLst>
      <p:ext uri="{BB962C8B-B14F-4D97-AF65-F5344CB8AC3E}">
        <p14:creationId xmlns:p14="http://schemas.microsoft.com/office/powerpoint/2010/main" val="33480729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CCF9F34D-CFC0-EF92-D568-11C92FFECDE2}"/>
              </a:ext>
            </a:extLst>
          </p:cNvPr>
          <p:cNvSpPr>
            <a:spLocks noGrp="1"/>
          </p:cNvSpPr>
          <p:nvPr>
            <p:ph type="title"/>
          </p:nvPr>
        </p:nvSpPr>
        <p:spPr>
          <a:xfrm>
            <a:off x="838200" y="182880"/>
            <a:ext cx="10515600" cy="934780"/>
          </a:xfrm>
        </p:spPr>
        <p:txBody>
          <a:bodyPr>
            <a:normAutofit/>
          </a:bodyPr>
          <a:lstStyle/>
          <a:p>
            <a:r>
              <a:rPr lang="en-IN" sz="4000" b="1" dirty="0"/>
              <a:t>Branch &amp; Bound: Types of Nodes</a:t>
            </a:r>
          </a:p>
        </p:txBody>
      </p:sp>
      <p:sp>
        <p:nvSpPr>
          <p:cNvPr id="3" name="TextBox 2">
            <a:extLst>
              <a:ext uri="{FF2B5EF4-FFF2-40B4-BE49-F238E27FC236}">
                <a16:creationId xmlns:a16="http://schemas.microsoft.com/office/drawing/2014/main" id="{6B3529B8-AC0C-FCCD-6E5E-3AAA9172118C}"/>
              </a:ext>
            </a:extLst>
          </p:cNvPr>
          <p:cNvSpPr txBox="1"/>
          <p:nvPr/>
        </p:nvSpPr>
        <p:spPr>
          <a:xfrm>
            <a:off x="1038860" y="988308"/>
            <a:ext cx="10114280" cy="5575052"/>
          </a:xfrm>
          <a:prstGeom prst="rect">
            <a:avLst/>
          </a:prstGeom>
          <a:noFill/>
        </p:spPr>
        <p:txBody>
          <a:bodyPr wrap="square">
            <a:spAutoFit/>
          </a:bodyPr>
          <a:lstStyle/>
          <a:p>
            <a:pPr marL="342900" indent="-342900" algn="just">
              <a:lnSpc>
                <a:spcPct val="150000"/>
              </a:lnSpc>
              <a:buFont typeface="Arial" panose="020B0604020202020204" pitchFamily="34" charset="0"/>
              <a:buChar char="•"/>
            </a:pPr>
            <a:r>
              <a:rPr lang="en-IN" sz="2400" b="1" dirty="0"/>
              <a:t>L-Node (Live Node): </a:t>
            </a:r>
            <a:r>
              <a:rPr lang="en-IN" sz="2400" dirty="0"/>
              <a:t>A node which has been generated and all of those children have not yet been generated is live node.</a:t>
            </a:r>
          </a:p>
          <a:p>
            <a:pPr marL="342900" indent="-342900" algn="just">
              <a:lnSpc>
                <a:spcPct val="150000"/>
              </a:lnSpc>
              <a:buFont typeface="Arial" panose="020B0604020202020204" pitchFamily="34" charset="0"/>
              <a:buChar char="•"/>
            </a:pPr>
            <a:r>
              <a:rPr lang="en-IN" sz="2400" b="1" dirty="0"/>
              <a:t>E-Node (Expansion Node): </a:t>
            </a:r>
            <a:r>
              <a:rPr lang="en-IN" sz="2400" dirty="0"/>
              <a:t>The live node whose children are currently being generated is called the E-node(node being expanded).</a:t>
            </a:r>
          </a:p>
          <a:p>
            <a:pPr marL="342900" indent="-342900" algn="just">
              <a:lnSpc>
                <a:spcPct val="150000"/>
              </a:lnSpc>
              <a:buFont typeface="Arial" panose="020B0604020202020204" pitchFamily="34" charset="0"/>
              <a:buChar char="•"/>
            </a:pPr>
            <a:r>
              <a:rPr lang="en-IN" sz="2400" b="1" dirty="0"/>
              <a:t>D-Node (Dead Node) or Bounded Node:</a:t>
            </a:r>
            <a:r>
              <a:rPr lang="en-IN" sz="2400" dirty="0"/>
              <a:t> It is a generated node that is either not to be expanded further or one for which all of its children have been generated.</a:t>
            </a:r>
          </a:p>
          <a:p>
            <a:pPr marL="342900" indent="-342900" algn="just">
              <a:lnSpc>
                <a:spcPct val="150000"/>
              </a:lnSpc>
              <a:buFont typeface="Arial" panose="020B0604020202020204" pitchFamily="34" charset="0"/>
              <a:buChar char="•"/>
            </a:pPr>
            <a:r>
              <a:rPr lang="en-IN" sz="2400" b="1" dirty="0"/>
              <a:t>A-Node (Answer Node) or S-Node (Solution Node): </a:t>
            </a:r>
            <a:r>
              <a:rPr lang="en-IN" sz="2400" dirty="0"/>
              <a:t>Those solution states S for which path from root to S defines a tuple which is a member of the set of solutions (i.e., it satisfies the implicit constraints) of the problem.</a:t>
            </a:r>
          </a:p>
        </p:txBody>
      </p:sp>
      <p:sp>
        <p:nvSpPr>
          <p:cNvPr id="2" name="Slide Number Placeholder 1">
            <a:extLst>
              <a:ext uri="{FF2B5EF4-FFF2-40B4-BE49-F238E27FC236}">
                <a16:creationId xmlns:a16="http://schemas.microsoft.com/office/drawing/2014/main" id="{5D5C15BD-1060-3E67-ABCF-A39F8D547257}"/>
              </a:ext>
            </a:extLst>
          </p:cNvPr>
          <p:cNvSpPr>
            <a:spLocks noGrp="1"/>
          </p:cNvSpPr>
          <p:nvPr>
            <p:ph type="sldNum" sz="quarter" idx="12"/>
          </p:nvPr>
        </p:nvSpPr>
        <p:spPr/>
        <p:txBody>
          <a:bodyPr/>
          <a:lstStyle/>
          <a:p>
            <a:fld id="{000E18F7-2402-4720-BFF4-341E476333D4}" type="slidenum">
              <a:rPr lang="en-IN" smtClean="0"/>
              <a:t>28</a:t>
            </a:fld>
            <a:endParaRPr lang="en-IN"/>
          </a:p>
        </p:txBody>
      </p:sp>
    </p:spTree>
    <p:extLst>
      <p:ext uri="{BB962C8B-B14F-4D97-AF65-F5344CB8AC3E}">
        <p14:creationId xmlns:p14="http://schemas.microsoft.com/office/powerpoint/2010/main" val="34827659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1862D55-D629-9D22-1AA3-1CF88828208D}"/>
              </a:ext>
            </a:extLst>
          </p:cNvPr>
          <p:cNvSpPr txBox="1"/>
          <p:nvPr/>
        </p:nvSpPr>
        <p:spPr>
          <a:xfrm>
            <a:off x="1188720" y="1647937"/>
            <a:ext cx="10038080" cy="4524315"/>
          </a:xfrm>
          <a:prstGeom prst="rect">
            <a:avLst/>
          </a:prstGeom>
          <a:noFill/>
        </p:spPr>
        <p:txBody>
          <a:bodyPr wrap="square">
            <a:spAutoFit/>
          </a:bodyPr>
          <a:lstStyle/>
          <a:p>
            <a:pPr algn="just"/>
            <a:r>
              <a:rPr lang="en-IN" sz="2400" dirty="0"/>
              <a:t>Generally THREE types of searching strategies used in Branch &amp; Bound</a:t>
            </a:r>
          </a:p>
          <a:p>
            <a:pPr marL="457200" indent="-457200" algn="just">
              <a:buFont typeface="+mj-lt"/>
              <a:buAutoNum type="arabicPeriod"/>
            </a:pPr>
            <a:r>
              <a:rPr lang="en-IN" sz="2400" b="1" dirty="0"/>
              <a:t>FIFO (First-In-First-Out) Branch and Bound</a:t>
            </a:r>
            <a:r>
              <a:rPr lang="en-IN" sz="2400" dirty="0"/>
              <a:t> uses a Queue data structure to manage nodes, resulting in a Breadth-First Search (BFS) approach with </a:t>
            </a:r>
            <a:r>
              <a:rPr lang="en-IN" sz="2400" b="1" dirty="0"/>
              <a:t>moderate efficiency. </a:t>
            </a:r>
          </a:p>
          <a:p>
            <a:pPr marL="457200" indent="-457200" algn="just">
              <a:buFont typeface="+mj-lt"/>
              <a:buAutoNum type="arabicPeriod"/>
            </a:pPr>
            <a:endParaRPr lang="en-IN" sz="2400" dirty="0"/>
          </a:p>
          <a:p>
            <a:pPr marL="457200" indent="-457200" algn="just">
              <a:buFont typeface="+mj-lt"/>
              <a:buAutoNum type="arabicPeriod"/>
            </a:pPr>
            <a:r>
              <a:rPr lang="en-IN" sz="2400" b="1" dirty="0"/>
              <a:t>LIFO (Last-In-Last-Out) Branch and Bound</a:t>
            </a:r>
            <a:r>
              <a:rPr lang="en-IN" sz="2400" dirty="0"/>
              <a:t> employs a Stack data structure to explore nodes using Depth-First Search (DFS), also offering </a:t>
            </a:r>
            <a:r>
              <a:rPr lang="en-IN" sz="2400" b="1" dirty="0"/>
              <a:t>moderate efficiency. </a:t>
            </a:r>
          </a:p>
          <a:p>
            <a:pPr marL="457200" indent="-457200" algn="just">
              <a:buFont typeface="+mj-lt"/>
              <a:buAutoNum type="arabicPeriod"/>
            </a:pPr>
            <a:endParaRPr lang="en-IN" sz="2400" dirty="0"/>
          </a:p>
          <a:p>
            <a:pPr marL="457200" indent="-457200" algn="just">
              <a:buFont typeface="+mj-lt"/>
              <a:buAutoNum type="arabicPeriod"/>
            </a:pPr>
            <a:r>
              <a:rPr lang="en-IN" sz="2400" b="1" dirty="0"/>
              <a:t>Least Cost (LC) Branch and Bound</a:t>
            </a:r>
            <a:r>
              <a:rPr lang="en-IN" sz="2400" dirty="0"/>
              <a:t> utilizes a Priority Queue to select the node with the lowest bound, functioning as an intelligent or heuristic search that finds the optimal path with </a:t>
            </a:r>
            <a:r>
              <a:rPr lang="en-IN" sz="2400" b="1" dirty="0"/>
              <a:t>high efficiency.</a:t>
            </a:r>
          </a:p>
        </p:txBody>
      </p:sp>
      <p:sp>
        <p:nvSpPr>
          <p:cNvPr id="5" name="TextBox 4">
            <a:extLst>
              <a:ext uri="{FF2B5EF4-FFF2-40B4-BE49-F238E27FC236}">
                <a16:creationId xmlns:a16="http://schemas.microsoft.com/office/drawing/2014/main" id="{AC1B83ED-4BFB-4F3E-1639-0471020B0352}"/>
              </a:ext>
            </a:extLst>
          </p:cNvPr>
          <p:cNvSpPr txBox="1"/>
          <p:nvPr/>
        </p:nvSpPr>
        <p:spPr>
          <a:xfrm>
            <a:off x="1036320" y="483845"/>
            <a:ext cx="6096000" cy="920252"/>
          </a:xfrm>
          <a:prstGeom prst="rect">
            <a:avLst/>
          </a:prstGeom>
          <a:noFill/>
        </p:spPr>
        <p:txBody>
          <a:bodyPr wrap="square">
            <a:spAutoFit/>
          </a:bodyPr>
          <a:lstStyle/>
          <a:p>
            <a:pPr>
              <a:lnSpc>
                <a:spcPct val="150000"/>
              </a:lnSpc>
            </a:pPr>
            <a:r>
              <a:rPr lang="en-IN" sz="4000" dirty="0"/>
              <a:t>Types of Branch &amp; Bound</a:t>
            </a:r>
          </a:p>
        </p:txBody>
      </p:sp>
      <p:sp>
        <p:nvSpPr>
          <p:cNvPr id="2" name="Slide Number Placeholder 1">
            <a:extLst>
              <a:ext uri="{FF2B5EF4-FFF2-40B4-BE49-F238E27FC236}">
                <a16:creationId xmlns:a16="http://schemas.microsoft.com/office/drawing/2014/main" id="{FA662056-F7B1-EDB8-D76D-F98351655B8B}"/>
              </a:ext>
            </a:extLst>
          </p:cNvPr>
          <p:cNvSpPr>
            <a:spLocks noGrp="1"/>
          </p:cNvSpPr>
          <p:nvPr>
            <p:ph type="sldNum" sz="quarter" idx="12"/>
          </p:nvPr>
        </p:nvSpPr>
        <p:spPr/>
        <p:txBody>
          <a:bodyPr/>
          <a:lstStyle/>
          <a:p>
            <a:fld id="{000E18F7-2402-4720-BFF4-341E476333D4}" type="slidenum">
              <a:rPr lang="en-IN" smtClean="0"/>
              <a:t>29</a:t>
            </a:fld>
            <a:endParaRPr lang="en-IN"/>
          </a:p>
        </p:txBody>
      </p:sp>
    </p:spTree>
    <p:extLst>
      <p:ext uri="{BB962C8B-B14F-4D97-AF65-F5344CB8AC3E}">
        <p14:creationId xmlns:p14="http://schemas.microsoft.com/office/powerpoint/2010/main" val="14826351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B6EF4E5-B77A-87C7-85E1-0C26F02EF5FC}"/>
              </a:ext>
            </a:extLst>
          </p:cNvPr>
          <p:cNvSpPr>
            <a:spLocks noGrp="1"/>
          </p:cNvSpPr>
          <p:nvPr>
            <p:ph type="title"/>
          </p:nvPr>
        </p:nvSpPr>
        <p:spPr>
          <a:xfrm>
            <a:off x="838200" y="300484"/>
            <a:ext cx="10515600" cy="955675"/>
          </a:xfrm>
        </p:spPr>
        <p:txBody>
          <a:bodyPr>
            <a:normAutofit/>
          </a:bodyPr>
          <a:lstStyle/>
          <a:p>
            <a:r>
              <a:rPr lang="en-IN" sz="4000" b="1" dirty="0"/>
              <a:t>FIFO-BB (First-In First-Out Branch &amp; Bound) Queue</a:t>
            </a:r>
          </a:p>
        </p:txBody>
      </p:sp>
      <p:sp>
        <p:nvSpPr>
          <p:cNvPr id="3" name="TextBox 2">
            <a:extLst>
              <a:ext uri="{FF2B5EF4-FFF2-40B4-BE49-F238E27FC236}">
                <a16:creationId xmlns:a16="http://schemas.microsoft.com/office/drawing/2014/main" id="{803F1893-2CFD-C1D4-78F6-1BE16E5A6D3A}"/>
              </a:ext>
            </a:extLst>
          </p:cNvPr>
          <p:cNvSpPr txBox="1"/>
          <p:nvPr/>
        </p:nvSpPr>
        <p:spPr>
          <a:xfrm>
            <a:off x="972820" y="1256159"/>
            <a:ext cx="10246360" cy="3913059"/>
          </a:xfrm>
          <a:prstGeom prst="rect">
            <a:avLst/>
          </a:prstGeom>
          <a:noFill/>
        </p:spPr>
        <p:txBody>
          <a:bodyPr wrap="square">
            <a:spAutoFit/>
          </a:bodyPr>
          <a:lstStyle/>
          <a:p>
            <a:pPr algn="just">
              <a:lnSpc>
                <a:spcPct val="150000"/>
              </a:lnSpc>
            </a:pPr>
            <a:r>
              <a:rPr lang="en-IN" sz="2400" b="1" dirty="0"/>
              <a:t>FIFO (First-In-First-Out) Search</a:t>
            </a:r>
          </a:p>
          <a:p>
            <a:pPr marL="342900" indent="-342900" algn="just">
              <a:lnSpc>
                <a:spcPct val="150000"/>
              </a:lnSpc>
              <a:buFont typeface="Arial" panose="020B0604020202020204" pitchFamily="34" charset="0"/>
              <a:buChar char="•"/>
            </a:pPr>
            <a:r>
              <a:rPr lang="en-IN" sz="2400" dirty="0"/>
              <a:t>BFS with QUEUE based Branch &amp; Bound is called FIFO Branch &amp; Bound.</a:t>
            </a:r>
          </a:p>
          <a:p>
            <a:pPr marL="342900" indent="-342900" algn="just">
              <a:lnSpc>
                <a:spcPct val="150000"/>
              </a:lnSpc>
              <a:buFont typeface="Arial" panose="020B0604020202020204" pitchFamily="34" charset="0"/>
              <a:buChar char="•"/>
            </a:pPr>
            <a:r>
              <a:rPr lang="en-IN" sz="2400" dirty="0"/>
              <a:t>In FIFO search the children of the root node are generated in the first iteration.</a:t>
            </a:r>
          </a:p>
          <a:p>
            <a:pPr marL="342900" indent="-342900" algn="just">
              <a:lnSpc>
                <a:spcPct val="150000"/>
              </a:lnSpc>
              <a:buFont typeface="Arial" panose="020B0604020202020204" pitchFamily="34" charset="0"/>
              <a:buChar char="•"/>
            </a:pPr>
            <a:r>
              <a:rPr lang="en-IN" sz="2400" dirty="0"/>
              <a:t>In the next step, children of the first child is generated.</a:t>
            </a:r>
          </a:p>
          <a:p>
            <a:pPr marL="342900" indent="-342900" algn="just">
              <a:lnSpc>
                <a:spcPct val="150000"/>
              </a:lnSpc>
              <a:buFont typeface="Arial" panose="020B0604020202020204" pitchFamily="34" charset="0"/>
              <a:buChar char="•"/>
            </a:pPr>
            <a:r>
              <a:rPr lang="en-IN" sz="2400" dirty="0"/>
              <a:t>If the children not already killed by bounding function then put it in the queue. Then the children of second child is explored.</a:t>
            </a:r>
          </a:p>
          <a:p>
            <a:pPr marL="342900" indent="-342900" algn="just">
              <a:lnSpc>
                <a:spcPct val="150000"/>
              </a:lnSpc>
              <a:buFont typeface="Arial" panose="020B0604020202020204" pitchFamily="34" charset="0"/>
              <a:buChar char="•"/>
            </a:pPr>
            <a:r>
              <a:rPr lang="en-IN" sz="2400" dirty="0"/>
              <a:t>Put all the children in the queue except for those children which are killed.</a:t>
            </a:r>
          </a:p>
        </p:txBody>
      </p:sp>
      <p:sp>
        <p:nvSpPr>
          <p:cNvPr id="2" name="Slide Number Placeholder 1">
            <a:extLst>
              <a:ext uri="{FF2B5EF4-FFF2-40B4-BE49-F238E27FC236}">
                <a16:creationId xmlns:a16="http://schemas.microsoft.com/office/drawing/2014/main" id="{D5140B23-8BCC-F178-8A3C-BCA86A90848B}"/>
              </a:ext>
            </a:extLst>
          </p:cNvPr>
          <p:cNvSpPr>
            <a:spLocks noGrp="1"/>
          </p:cNvSpPr>
          <p:nvPr>
            <p:ph type="sldNum" sz="quarter" idx="12"/>
          </p:nvPr>
        </p:nvSpPr>
        <p:spPr/>
        <p:txBody>
          <a:bodyPr/>
          <a:lstStyle/>
          <a:p>
            <a:fld id="{000E18F7-2402-4720-BFF4-341E476333D4}" type="slidenum">
              <a:rPr lang="en-IN" smtClean="0"/>
              <a:t>30</a:t>
            </a:fld>
            <a:endParaRPr lang="en-IN"/>
          </a:p>
        </p:txBody>
      </p:sp>
    </p:spTree>
    <p:extLst>
      <p:ext uri="{BB962C8B-B14F-4D97-AF65-F5344CB8AC3E}">
        <p14:creationId xmlns:p14="http://schemas.microsoft.com/office/powerpoint/2010/main" val="41564658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64BC79DF-B397-28A0-ACF5-BC783ED12FDB}"/>
              </a:ext>
            </a:extLst>
          </p:cNvPr>
          <p:cNvSpPr txBox="1">
            <a:spLocks/>
          </p:cNvSpPr>
          <p:nvPr/>
        </p:nvSpPr>
        <p:spPr>
          <a:xfrm>
            <a:off x="838200" y="70992"/>
            <a:ext cx="10515600" cy="812800"/>
          </a:xfrm>
          <a:prstGeom prst="rect">
            <a:avLst/>
          </a:prstGeom>
        </p:spPr>
        <p:txBody>
          <a:bodyP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70000"/>
              </a:lnSpc>
            </a:pPr>
            <a:r>
              <a:rPr lang="en-IN" sz="3600" b="1" dirty="0"/>
              <a:t>FIFO-BB (First-In First-Out - Branch &amp; Bound) Queue</a:t>
            </a: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55DCF6A8-BF98-4837-3EF6-D3B079225101}"/>
                  </a:ext>
                </a:extLst>
              </p14:cNvPr>
              <p14:cNvContentPartPr/>
              <p14:nvPr/>
            </p14:nvContentPartPr>
            <p14:xfrm>
              <a:off x="5283320" y="2935840"/>
              <a:ext cx="360" cy="360"/>
            </p14:xfrm>
          </p:contentPart>
        </mc:Choice>
        <mc:Fallback xmlns="">
          <p:pic>
            <p:nvPicPr>
              <p:cNvPr id="2" name="Ink 1">
                <a:extLst>
                  <a:ext uri="{FF2B5EF4-FFF2-40B4-BE49-F238E27FC236}">
                    <a16:creationId xmlns:a16="http://schemas.microsoft.com/office/drawing/2014/main" id="{55DCF6A8-BF98-4837-3EF6-D3B079225101}"/>
                  </a:ext>
                </a:extLst>
              </p:cNvPr>
              <p:cNvPicPr/>
              <p:nvPr/>
            </p:nvPicPr>
            <p:blipFill>
              <a:blip r:embed="rId4"/>
              <a:stretch>
                <a:fillRect/>
              </a:stretch>
            </p:blipFill>
            <p:spPr>
              <a:xfrm>
                <a:off x="5279000" y="2931520"/>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 name="Ink 2">
                <a:extLst>
                  <a:ext uri="{FF2B5EF4-FFF2-40B4-BE49-F238E27FC236}">
                    <a16:creationId xmlns:a16="http://schemas.microsoft.com/office/drawing/2014/main" id="{B3A76559-2283-499F-0691-32BFB4D9F7F9}"/>
                  </a:ext>
                </a:extLst>
              </p14:cNvPr>
              <p14:cNvContentPartPr/>
              <p14:nvPr/>
            </p14:nvContentPartPr>
            <p14:xfrm>
              <a:off x="6847520" y="2336800"/>
              <a:ext cx="360" cy="360"/>
            </p14:xfrm>
          </p:contentPart>
        </mc:Choice>
        <mc:Fallback xmlns="">
          <p:pic>
            <p:nvPicPr>
              <p:cNvPr id="3" name="Ink 2">
                <a:extLst>
                  <a:ext uri="{FF2B5EF4-FFF2-40B4-BE49-F238E27FC236}">
                    <a16:creationId xmlns:a16="http://schemas.microsoft.com/office/drawing/2014/main" id="{B3A76559-2283-499F-0691-32BFB4D9F7F9}"/>
                  </a:ext>
                </a:extLst>
              </p:cNvPr>
              <p:cNvPicPr/>
              <p:nvPr/>
            </p:nvPicPr>
            <p:blipFill>
              <a:blip r:embed="rId4"/>
              <a:stretch>
                <a:fillRect/>
              </a:stretch>
            </p:blipFill>
            <p:spPr>
              <a:xfrm>
                <a:off x="6843200" y="2332480"/>
                <a:ext cx="9000" cy="9000"/>
              </a:xfrm>
              <a:prstGeom prst="rect">
                <a:avLst/>
              </a:prstGeom>
            </p:spPr>
          </p:pic>
        </mc:Fallback>
      </mc:AlternateContent>
      <p:sp>
        <p:nvSpPr>
          <p:cNvPr id="4" name="Oval 3">
            <a:extLst>
              <a:ext uri="{FF2B5EF4-FFF2-40B4-BE49-F238E27FC236}">
                <a16:creationId xmlns:a16="http://schemas.microsoft.com/office/drawing/2014/main" id="{A67C70B7-C4F1-1B08-A44A-96AF5FEF8563}"/>
              </a:ext>
            </a:extLst>
          </p:cNvPr>
          <p:cNvSpPr/>
          <p:nvPr/>
        </p:nvSpPr>
        <p:spPr>
          <a:xfrm>
            <a:off x="7620000" y="1402080"/>
            <a:ext cx="554002"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1</a:t>
            </a:r>
          </a:p>
        </p:txBody>
      </p:sp>
      <p:sp>
        <p:nvSpPr>
          <p:cNvPr id="8" name="Oval 7">
            <a:extLst>
              <a:ext uri="{FF2B5EF4-FFF2-40B4-BE49-F238E27FC236}">
                <a16:creationId xmlns:a16="http://schemas.microsoft.com/office/drawing/2014/main" id="{21550ABA-B0CA-10C7-12EA-B76972E58629}"/>
              </a:ext>
            </a:extLst>
          </p:cNvPr>
          <p:cNvSpPr/>
          <p:nvPr/>
        </p:nvSpPr>
        <p:spPr>
          <a:xfrm>
            <a:off x="5889541" y="2517295"/>
            <a:ext cx="568474" cy="45149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cxnSp>
        <p:nvCxnSpPr>
          <p:cNvPr id="11" name="Straight Connector 10">
            <a:extLst>
              <a:ext uri="{FF2B5EF4-FFF2-40B4-BE49-F238E27FC236}">
                <a16:creationId xmlns:a16="http://schemas.microsoft.com/office/drawing/2014/main" id="{6F87175A-FE21-396B-6207-4E4902DE321A}"/>
              </a:ext>
            </a:extLst>
          </p:cNvPr>
          <p:cNvCxnSpPr>
            <a:cxnSpLocks/>
            <a:stCxn id="4" idx="4"/>
            <a:endCxn id="12" idx="0"/>
          </p:cNvCxnSpPr>
          <p:nvPr/>
        </p:nvCxnSpPr>
        <p:spPr>
          <a:xfrm>
            <a:off x="7897001" y="1879178"/>
            <a:ext cx="12352" cy="784943"/>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29618678-BE27-218F-12EE-90DE2A951686}"/>
              </a:ext>
            </a:extLst>
          </p:cNvPr>
          <p:cNvSpPr/>
          <p:nvPr/>
        </p:nvSpPr>
        <p:spPr>
          <a:xfrm>
            <a:off x="7632352" y="2664121"/>
            <a:ext cx="554002"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cxnSp>
        <p:nvCxnSpPr>
          <p:cNvPr id="17" name="Straight Connector 16">
            <a:extLst>
              <a:ext uri="{FF2B5EF4-FFF2-40B4-BE49-F238E27FC236}">
                <a16:creationId xmlns:a16="http://schemas.microsoft.com/office/drawing/2014/main" id="{54B2438D-FA5B-F19B-255D-C504A3B7D04D}"/>
              </a:ext>
            </a:extLst>
          </p:cNvPr>
          <p:cNvCxnSpPr>
            <a:cxnSpLocks/>
            <a:stCxn id="4" idx="5"/>
            <a:endCxn id="18" idx="0"/>
          </p:cNvCxnSpPr>
          <p:nvPr/>
        </p:nvCxnSpPr>
        <p:spPr>
          <a:xfrm>
            <a:off x="8092870" y="1809309"/>
            <a:ext cx="1625666" cy="707986"/>
          </a:xfrm>
          <a:prstGeom prst="line">
            <a:avLst/>
          </a:prstGeom>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C3A8BDDC-10D2-D151-B78B-B7DBAAF1D489}"/>
              </a:ext>
            </a:extLst>
          </p:cNvPr>
          <p:cNvSpPr/>
          <p:nvPr/>
        </p:nvSpPr>
        <p:spPr>
          <a:xfrm>
            <a:off x="9447712" y="2517295"/>
            <a:ext cx="541647"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7" name="Straight Connector 6">
            <a:extLst>
              <a:ext uri="{FF2B5EF4-FFF2-40B4-BE49-F238E27FC236}">
                <a16:creationId xmlns:a16="http://schemas.microsoft.com/office/drawing/2014/main" id="{BEF31C9C-1FF1-311A-7DCA-923AF567D0AD}"/>
              </a:ext>
            </a:extLst>
          </p:cNvPr>
          <p:cNvCxnSpPr>
            <a:cxnSpLocks/>
            <a:stCxn id="4" idx="3"/>
            <a:endCxn id="8" idx="7"/>
          </p:cNvCxnSpPr>
          <p:nvPr/>
        </p:nvCxnSpPr>
        <p:spPr>
          <a:xfrm flipH="1">
            <a:off x="6374764" y="1809309"/>
            <a:ext cx="1326368" cy="774106"/>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2AE7F88-3924-695A-4617-F877C3181191}"/>
              </a:ext>
            </a:extLst>
          </p:cNvPr>
          <p:cNvSpPr txBox="1"/>
          <p:nvPr/>
        </p:nvSpPr>
        <p:spPr>
          <a:xfrm>
            <a:off x="5653130" y="2317895"/>
            <a:ext cx="418704" cy="369332"/>
          </a:xfrm>
          <a:prstGeom prst="rect">
            <a:avLst/>
          </a:prstGeom>
          <a:noFill/>
        </p:spPr>
        <p:txBody>
          <a:bodyPr wrap="none" rtlCol="0">
            <a:spAutoFit/>
          </a:bodyPr>
          <a:lstStyle/>
          <a:p>
            <a:r>
              <a:rPr lang="en-IN" dirty="0"/>
              <a:t>10</a:t>
            </a:r>
          </a:p>
        </p:txBody>
      </p:sp>
      <p:sp>
        <p:nvSpPr>
          <p:cNvPr id="24" name="TextBox 23">
            <a:extLst>
              <a:ext uri="{FF2B5EF4-FFF2-40B4-BE49-F238E27FC236}">
                <a16:creationId xmlns:a16="http://schemas.microsoft.com/office/drawing/2014/main" id="{F66DD2A4-A1A8-F3B1-68E2-FE378C02F92D}"/>
              </a:ext>
            </a:extLst>
          </p:cNvPr>
          <p:cNvSpPr txBox="1"/>
          <p:nvPr/>
        </p:nvSpPr>
        <p:spPr>
          <a:xfrm>
            <a:off x="7355557" y="2530579"/>
            <a:ext cx="418704" cy="369332"/>
          </a:xfrm>
          <a:prstGeom prst="rect">
            <a:avLst/>
          </a:prstGeom>
          <a:noFill/>
        </p:spPr>
        <p:txBody>
          <a:bodyPr wrap="none" rtlCol="0">
            <a:spAutoFit/>
          </a:bodyPr>
          <a:lstStyle/>
          <a:p>
            <a:r>
              <a:rPr lang="en-IN" dirty="0"/>
              <a:t>15</a:t>
            </a:r>
          </a:p>
        </p:txBody>
      </p:sp>
      <p:sp>
        <p:nvSpPr>
          <p:cNvPr id="26" name="TextBox 25">
            <a:extLst>
              <a:ext uri="{FF2B5EF4-FFF2-40B4-BE49-F238E27FC236}">
                <a16:creationId xmlns:a16="http://schemas.microsoft.com/office/drawing/2014/main" id="{385C4AA9-158E-3AD3-F8A0-9434C10D6498}"/>
              </a:ext>
            </a:extLst>
          </p:cNvPr>
          <p:cNvSpPr txBox="1"/>
          <p:nvPr/>
        </p:nvSpPr>
        <p:spPr>
          <a:xfrm>
            <a:off x="9103268" y="2421440"/>
            <a:ext cx="418704" cy="369332"/>
          </a:xfrm>
          <a:prstGeom prst="rect">
            <a:avLst/>
          </a:prstGeom>
          <a:noFill/>
        </p:spPr>
        <p:txBody>
          <a:bodyPr wrap="none" rtlCol="0">
            <a:spAutoFit/>
          </a:bodyPr>
          <a:lstStyle/>
          <a:p>
            <a:r>
              <a:rPr lang="en-IN" dirty="0"/>
              <a:t>20</a:t>
            </a:r>
          </a:p>
        </p:txBody>
      </p:sp>
      <p:sp>
        <p:nvSpPr>
          <p:cNvPr id="34" name="Oval 33">
            <a:extLst>
              <a:ext uri="{FF2B5EF4-FFF2-40B4-BE49-F238E27FC236}">
                <a16:creationId xmlns:a16="http://schemas.microsoft.com/office/drawing/2014/main" id="{736FF7CD-36CA-E40D-D34E-558A9349F888}"/>
              </a:ext>
            </a:extLst>
          </p:cNvPr>
          <p:cNvSpPr/>
          <p:nvPr/>
        </p:nvSpPr>
        <p:spPr>
          <a:xfrm>
            <a:off x="7040732" y="3820046"/>
            <a:ext cx="518480"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sp>
        <p:nvSpPr>
          <p:cNvPr id="35" name="Oval 34">
            <a:extLst>
              <a:ext uri="{FF2B5EF4-FFF2-40B4-BE49-F238E27FC236}">
                <a16:creationId xmlns:a16="http://schemas.microsoft.com/office/drawing/2014/main" id="{351F2D81-041D-DFB0-1D7B-EF7EFBC644E4}"/>
              </a:ext>
            </a:extLst>
          </p:cNvPr>
          <p:cNvSpPr/>
          <p:nvPr/>
        </p:nvSpPr>
        <p:spPr>
          <a:xfrm>
            <a:off x="8257095" y="3790631"/>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56" name="Straight Connector 55">
            <a:extLst>
              <a:ext uri="{FF2B5EF4-FFF2-40B4-BE49-F238E27FC236}">
                <a16:creationId xmlns:a16="http://schemas.microsoft.com/office/drawing/2014/main" id="{605E42F0-0CB9-1CBB-E07B-D4B6D28343D7}"/>
              </a:ext>
            </a:extLst>
          </p:cNvPr>
          <p:cNvCxnSpPr>
            <a:cxnSpLocks/>
            <a:stCxn id="12" idx="3"/>
            <a:endCxn id="34" idx="0"/>
          </p:cNvCxnSpPr>
          <p:nvPr/>
        </p:nvCxnSpPr>
        <p:spPr>
          <a:xfrm flipH="1">
            <a:off x="7299972" y="3071350"/>
            <a:ext cx="413512" cy="748696"/>
          </a:xfrm>
          <a:prstGeom prst="line">
            <a:avLst/>
          </a:prstGeom>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508B8F27-18DF-C37A-D47B-6F0A23D05CD8}"/>
              </a:ext>
            </a:extLst>
          </p:cNvPr>
          <p:cNvSpPr txBox="1"/>
          <p:nvPr/>
        </p:nvSpPr>
        <p:spPr>
          <a:xfrm>
            <a:off x="6881268" y="3512545"/>
            <a:ext cx="418704" cy="369332"/>
          </a:xfrm>
          <a:prstGeom prst="rect">
            <a:avLst/>
          </a:prstGeom>
          <a:noFill/>
        </p:spPr>
        <p:txBody>
          <a:bodyPr wrap="none" rtlCol="0">
            <a:spAutoFit/>
          </a:bodyPr>
          <a:lstStyle/>
          <a:p>
            <a:r>
              <a:rPr lang="en-IN" dirty="0"/>
              <a:t>19</a:t>
            </a:r>
          </a:p>
        </p:txBody>
      </p:sp>
      <p:cxnSp>
        <p:nvCxnSpPr>
          <p:cNvPr id="60" name="Straight Connector 59">
            <a:extLst>
              <a:ext uri="{FF2B5EF4-FFF2-40B4-BE49-F238E27FC236}">
                <a16:creationId xmlns:a16="http://schemas.microsoft.com/office/drawing/2014/main" id="{2E137805-E041-1CE0-D3D8-A81168848C1B}"/>
              </a:ext>
            </a:extLst>
          </p:cNvPr>
          <p:cNvCxnSpPr>
            <a:cxnSpLocks/>
            <a:stCxn id="12" idx="5"/>
            <a:endCxn id="35" idx="0"/>
          </p:cNvCxnSpPr>
          <p:nvPr/>
        </p:nvCxnSpPr>
        <p:spPr>
          <a:xfrm>
            <a:off x="8105222" y="3071350"/>
            <a:ext cx="422697" cy="719281"/>
          </a:xfrm>
          <a:prstGeom prst="line">
            <a:avLst/>
          </a:prstGeom>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E47CCD7F-C8B8-2FDA-76C6-DB3D14191F2A}"/>
              </a:ext>
            </a:extLst>
          </p:cNvPr>
          <p:cNvSpPr txBox="1"/>
          <p:nvPr/>
        </p:nvSpPr>
        <p:spPr>
          <a:xfrm>
            <a:off x="8002728" y="3576858"/>
            <a:ext cx="418704" cy="369332"/>
          </a:xfrm>
          <a:prstGeom prst="rect">
            <a:avLst/>
          </a:prstGeom>
          <a:noFill/>
        </p:spPr>
        <p:txBody>
          <a:bodyPr wrap="none" rtlCol="0">
            <a:spAutoFit/>
          </a:bodyPr>
          <a:lstStyle/>
          <a:p>
            <a:r>
              <a:rPr lang="en-IN" dirty="0"/>
              <a:t>17</a:t>
            </a:r>
          </a:p>
        </p:txBody>
      </p:sp>
      <p:sp>
        <p:nvSpPr>
          <p:cNvPr id="77" name="Oval 76">
            <a:extLst>
              <a:ext uri="{FF2B5EF4-FFF2-40B4-BE49-F238E27FC236}">
                <a16:creationId xmlns:a16="http://schemas.microsoft.com/office/drawing/2014/main" id="{7DFD8E20-BA7E-8A9B-B960-AA796A143202}"/>
              </a:ext>
            </a:extLst>
          </p:cNvPr>
          <p:cNvSpPr/>
          <p:nvPr/>
        </p:nvSpPr>
        <p:spPr>
          <a:xfrm>
            <a:off x="5161132" y="3738766"/>
            <a:ext cx="518480"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sp>
        <p:nvSpPr>
          <p:cNvPr id="78" name="Oval 77">
            <a:extLst>
              <a:ext uri="{FF2B5EF4-FFF2-40B4-BE49-F238E27FC236}">
                <a16:creationId xmlns:a16="http://schemas.microsoft.com/office/drawing/2014/main" id="{A3F3A4CF-1305-3FD3-C495-F67D7DA188B4}"/>
              </a:ext>
            </a:extLst>
          </p:cNvPr>
          <p:cNvSpPr/>
          <p:nvPr/>
        </p:nvSpPr>
        <p:spPr>
          <a:xfrm>
            <a:off x="6175228" y="3738766"/>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79" name="Straight Connector 78">
            <a:extLst>
              <a:ext uri="{FF2B5EF4-FFF2-40B4-BE49-F238E27FC236}">
                <a16:creationId xmlns:a16="http://schemas.microsoft.com/office/drawing/2014/main" id="{87FDFE43-179D-1AD3-CCB7-DCCF84346D93}"/>
              </a:ext>
            </a:extLst>
          </p:cNvPr>
          <p:cNvCxnSpPr>
            <a:cxnSpLocks/>
            <a:stCxn id="8" idx="3"/>
            <a:endCxn id="77" idx="0"/>
          </p:cNvCxnSpPr>
          <p:nvPr/>
        </p:nvCxnSpPr>
        <p:spPr>
          <a:xfrm flipH="1">
            <a:off x="5420372" y="2902670"/>
            <a:ext cx="552420" cy="836096"/>
          </a:xfrm>
          <a:prstGeom prst="line">
            <a:avLst/>
          </a:prstGeom>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DAD5BB50-FCA6-3239-2106-50B0B057C8A8}"/>
              </a:ext>
            </a:extLst>
          </p:cNvPr>
          <p:cNvSpPr txBox="1"/>
          <p:nvPr/>
        </p:nvSpPr>
        <p:spPr>
          <a:xfrm>
            <a:off x="5001668" y="3431265"/>
            <a:ext cx="418704" cy="369332"/>
          </a:xfrm>
          <a:prstGeom prst="rect">
            <a:avLst/>
          </a:prstGeom>
          <a:noFill/>
        </p:spPr>
        <p:txBody>
          <a:bodyPr wrap="none" rtlCol="0">
            <a:spAutoFit/>
          </a:bodyPr>
          <a:lstStyle/>
          <a:p>
            <a:r>
              <a:rPr lang="en-IN" dirty="0"/>
              <a:t>14</a:t>
            </a:r>
          </a:p>
        </p:txBody>
      </p:sp>
      <p:cxnSp>
        <p:nvCxnSpPr>
          <p:cNvPr id="81" name="Straight Connector 80">
            <a:extLst>
              <a:ext uri="{FF2B5EF4-FFF2-40B4-BE49-F238E27FC236}">
                <a16:creationId xmlns:a16="http://schemas.microsoft.com/office/drawing/2014/main" id="{9595BA21-ECE0-C865-F499-83BDC43CB2D0}"/>
              </a:ext>
            </a:extLst>
          </p:cNvPr>
          <p:cNvCxnSpPr>
            <a:cxnSpLocks/>
            <a:stCxn id="8" idx="4"/>
            <a:endCxn id="78" idx="0"/>
          </p:cNvCxnSpPr>
          <p:nvPr/>
        </p:nvCxnSpPr>
        <p:spPr>
          <a:xfrm>
            <a:off x="6173778" y="2968790"/>
            <a:ext cx="272274" cy="769976"/>
          </a:xfrm>
          <a:prstGeom prst="line">
            <a:avLst/>
          </a:prstGeom>
        </p:spPr>
        <p:style>
          <a:lnRef idx="1">
            <a:schemeClr val="accent1"/>
          </a:lnRef>
          <a:fillRef idx="0">
            <a:schemeClr val="accent1"/>
          </a:fillRef>
          <a:effectRef idx="0">
            <a:schemeClr val="accent1"/>
          </a:effectRef>
          <a:fontRef idx="minor">
            <a:schemeClr val="tx1"/>
          </a:fontRef>
        </p:style>
      </p:cxnSp>
      <p:sp>
        <p:nvSpPr>
          <p:cNvPr id="82" name="TextBox 81">
            <a:extLst>
              <a:ext uri="{FF2B5EF4-FFF2-40B4-BE49-F238E27FC236}">
                <a16:creationId xmlns:a16="http://schemas.microsoft.com/office/drawing/2014/main" id="{F4E15669-5211-1F6B-9DB0-A9EEC2F36D1D}"/>
              </a:ext>
            </a:extLst>
          </p:cNvPr>
          <p:cNvSpPr txBox="1"/>
          <p:nvPr/>
        </p:nvSpPr>
        <p:spPr>
          <a:xfrm>
            <a:off x="5918670" y="3516260"/>
            <a:ext cx="418704" cy="369332"/>
          </a:xfrm>
          <a:prstGeom prst="rect">
            <a:avLst/>
          </a:prstGeom>
          <a:noFill/>
        </p:spPr>
        <p:txBody>
          <a:bodyPr wrap="none" rtlCol="0">
            <a:spAutoFit/>
          </a:bodyPr>
          <a:lstStyle/>
          <a:p>
            <a:r>
              <a:rPr lang="en-IN" dirty="0"/>
              <a:t>18</a:t>
            </a:r>
          </a:p>
        </p:txBody>
      </p:sp>
      <p:sp>
        <p:nvSpPr>
          <p:cNvPr id="88" name="Oval 87">
            <a:extLst>
              <a:ext uri="{FF2B5EF4-FFF2-40B4-BE49-F238E27FC236}">
                <a16:creationId xmlns:a16="http://schemas.microsoft.com/office/drawing/2014/main" id="{7D8D0F35-89AC-81C8-F1B2-5235BED00B7D}"/>
              </a:ext>
            </a:extLst>
          </p:cNvPr>
          <p:cNvSpPr/>
          <p:nvPr/>
        </p:nvSpPr>
        <p:spPr>
          <a:xfrm>
            <a:off x="5047468" y="4871412"/>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89" name="Straight Connector 88">
            <a:extLst>
              <a:ext uri="{FF2B5EF4-FFF2-40B4-BE49-F238E27FC236}">
                <a16:creationId xmlns:a16="http://schemas.microsoft.com/office/drawing/2014/main" id="{CAD06DE5-F270-1223-D862-CA7FD2F8BA9A}"/>
              </a:ext>
            </a:extLst>
          </p:cNvPr>
          <p:cNvCxnSpPr>
            <a:cxnSpLocks/>
            <a:stCxn id="77" idx="4"/>
            <a:endCxn id="88" idx="0"/>
          </p:cNvCxnSpPr>
          <p:nvPr/>
        </p:nvCxnSpPr>
        <p:spPr>
          <a:xfrm flipH="1">
            <a:off x="5318292" y="4229582"/>
            <a:ext cx="102080" cy="641830"/>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a:extLst>
              <a:ext uri="{FF2B5EF4-FFF2-40B4-BE49-F238E27FC236}">
                <a16:creationId xmlns:a16="http://schemas.microsoft.com/office/drawing/2014/main" id="{B98EB2FF-CD88-E5BA-2524-55FBD5871291}"/>
              </a:ext>
            </a:extLst>
          </p:cNvPr>
          <p:cNvSpPr txBox="1"/>
          <p:nvPr/>
        </p:nvSpPr>
        <p:spPr>
          <a:xfrm>
            <a:off x="4923097" y="4567594"/>
            <a:ext cx="418704" cy="369332"/>
          </a:xfrm>
          <a:prstGeom prst="rect">
            <a:avLst/>
          </a:prstGeom>
          <a:noFill/>
        </p:spPr>
        <p:txBody>
          <a:bodyPr wrap="none" rtlCol="0">
            <a:spAutoFit/>
          </a:bodyPr>
          <a:lstStyle/>
          <a:p>
            <a:r>
              <a:rPr lang="en-IN" dirty="0"/>
              <a:t>16</a:t>
            </a:r>
          </a:p>
        </p:txBody>
      </p:sp>
      <p:sp>
        <p:nvSpPr>
          <p:cNvPr id="96" name="TextBox 95">
            <a:extLst>
              <a:ext uri="{FF2B5EF4-FFF2-40B4-BE49-F238E27FC236}">
                <a16:creationId xmlns:a16="http://schemas.microsoft.com/office/drawing/2014/main" id="{52BD7420-7208-2AB4-CAEC-4A38324FCD35}"/>
              </a:ext>
            </a:extLst>
          </p:cNvPr>
          <p:cNvSpPr txBox="1"/>
          <p:nvPr/>
        </p:nvSpPr>
        <p:spPr>
          <a:xfrm>
            <a:off x="4750414" y="5432882"/>
            <a:ext cx="1065811" cy="338554"/>
          </a:xfrm>
          <a:prstGeom prst="rect">
            <a:avLst/>
          </a:prstGeom>
          <a:noFill/>
        </p:spPr>
        <p:txBody>
          <a:bodyPr wrap="square" rtlCol="0">
            <a:spAutoFit/>
          </a:bodyPr>
          <a:lstStyle/>
          <a:p>
            <a:pPr algn="ctr"/>
            <a:r>
              <a:rPr lang="en-IN" sz="1600" b="1" dirty="0">
                <a:highlight>
                  <a:srgbClr val="00FE73"/>
                </a:highlight>
              </a:rPr>
              <a:t>Solution-6</a:t>
            </a:r>
          </a:p>
        </p:txBody>
      </p:sp>
      <p:sp>
        <p:nvSpPr>
          <p:cNvPr id="97" name="TextBox 96">
            <a:extLst>
              <a:ext uri="{FF2B5EF4-FFF2-40B4-BE49-F238E27FC236}">
                <a16:creationId xmlns:a16="http://schemas.microsoft.com/office/drawing/2014/main" id="{C2FB86B4-903B-0D01-9D58-3CE5E7FED837}"/>
              </a:ext>
            </a:extLst>
          </p:cNvPr>
          <p:cNvSpPr txBox="1"/>
          <p:nvPr/>
        </p:nvSpPr>
        <p:spPr>
          <a:xfrm>
            <a:off x="7770448" y="6097066"/>
            <a:ext cx="3804153" cy="400110"/>
          </a:xfrm>
          <a:prstGeom prst="rect">
            <a:avLst/>
          </a:prstGeom>
          <a:noFill/>
        </p:spPr>
        <p:txBody>
          <a:bodyPr wrap="square" rtlCol="0">
            <a:spAutoFit/>
          </a:bodyPr>
          <a:lstStyle/>
          <a:p>
            <a:pPr algn="ctr"/>
            <a:r>
              <a:rPr lang="en-IN" sz="2000" b="1" dirty="0">
                <a:highlight>
                  <a:srgbClr val="C0C0C0"/>
                </a:highlight>
              </a:rPr>
              <a:t>State space Tree (Solution Tree) </a:t>
            </a:r>
          </a:p>
        </p:txBody>
      </p:sp>
      <p:sp>
        <p:nvSpPr>
          <p:cNvPr id="98" name="Oval 97">
            <a:extLst>
              <a:ext uri="{FF2B5EF4-FFF2-40B4-BE49-F238E27FC236}">
                <a16:creationId xmlns:a16="http://schemas.microsoft.com/office/drawing/2014/main" id="{E133C2B4-E13E-A019-BFD4-C754008F8ECF}"/>
              </a:ext>
            </a:extLst>
          </p:cNvPr>
          <p:cNvSpPr/>
          <p:nvPr/>
        </p:nvSpPr>
        <p:spPr>
          <a:xfrm>
            <a:off x="2001520" y="1275709"/>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1</a:t>
            </a:r>
          </a:p>
        </p:txBody>
      </p:sp>
      <p:sp>
        <p:nvSpPr>
          <p:cNvPr id="100" name="Oval 99">
            <a:extLst>
              <a:ext uri="{FF2B5EF4-FFF2-40B4-BE49-F238E27FC236}">
                <a16:creationId xmlns:a16="http://schemas.microsoft.com/office/drawing/2014/main" id="{7E1DC9BA-8A0C-5137-106F-312237710085}"/>
              </a:ext>
            </a:extLst>
          </p:cNvPr>
          <p:cNvSpPr/>
          <p:nvPr/>
        </p:nvSpPr>
        <p:spPr>
          <a:xfrm>
            <a:off x="762278" y="2365794"/>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sp>
        <p:nvSpPr>
          <p:cNvPr id="102" name="Oval 101">
            <a:extLst>
              <a:ext uri="{FF2B5EF4-FFF2-40B4-BE49-F238E27FC236}">
                <a16:creationId xmlns:a16="http://schemas.microsoft.com/office/drawing/2014/main" id="{6ED7D8F6-B0C5-6B19-93C2-BF9C852F0F75}"/>
              </a:ext>
            </a:extLst>
          </p:cNvPr>
          <p:cNvSpPr/>
          <p:nvPr/>
        </p:nvSpPr>
        <p:spPr>
          <a:xfrm>
            <a:off x="3255643" y="2389363"/>
            <a:ext cx="568474"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sp>
        <p:nvSpPr>
          <p:cNvPr id="104" name="Oval 103">
            <a:extLst>
              <a:ext uri="{FF2B5EF4-FFF2-40B4-BE49-F238E27FC236}">
                <a16:creationId xmlns:a16="http://schemas.microsoft.com/office/drawing/2014/main" id="{C1302BCF-4274-7C24-6449-A3CFB6697913}"/>
              </a:ext>
            </a:extLst>
          </p:cNvPr>
          <p:cNvSpPr/>
          <p:nvPr/>
        </p:nvSpPr>
        <p:spPr>
          <a:xfrm>
            <a:off x="2001520" y="3503017"/>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106" name="Straight Connector 105">
            <a:extLst>
              <a:ext uri="{FF2B5EF4-FFF2-40B4-BE49-F238E27FC236}">
                <a16:creationId xmlns:a16="http://schemas.microsoft.com/office/drawing/2014/main" id="{9246921D-B06C-7CDE-C109-87A4727CDE95}"/>
              </a:ext>
            </a:extLst>
          </p:cNvPr>
          <p:cNvCxnSpPr>
            <a:stCxn id="98" idx="4"/>
            <a:endCxn id="104" idx="0"/>
          </p:cNvCxnSpPr>
          <p:nvPr/>
        </p:nvCxnSpPr>
        <p:spPr>
          <a:xfrm>
            <a:off x="2278521" y="1834087"/>
            <a:ext cx="0" cy="1668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EDF37E82-9ECA-4793-CFC7-A851F7D7D7C3}"/>
              </a:ext>
            </a:extLst>
          </p:cNvPr>
          <p:cNvCxnSpPr>
            <a:stCxn id="100" idx="6"/>
            <a:endCxn id="102" idx="2"/>
          </p:cNvCxnSpPr>
          <p:nvPr/>
        </p:nvCxnSpPr>
        <p:spPr>
          <a:xfrm>
            <a:off x="1316280" y="2644983"/>
            <a:ext cx="1939363" cy="23569"/>
          </a:xfrm>
          <a:prstGeom prst="line">
            <a:avLst/>
          </a:prstGeom>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D025B9E2-8AB3-C41C-175A-B63C85FAA64E}"/>
              </a:ext>
            </a:extLst>
          </p:cNvPr>
          <p:cNvCxnSpPr>
            <a:cxnSpLocks/>
            <a:stCxn id="98" idx="2"/>
            <a:endCxn id="100" idx="0"/>
          </p:cNvCxnSpPr>
          <p:nvPr/>
        </p:nvCxnSpPr>
        <p:spPr>
          <a:xfrm flipH="1">
            <a:off x="1039279" y="1554898"/>
            <a:ext cx="962241" cy="8108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5A205C3F-17C1-02E8-BAB8-4C381C3B66E7}"/>
              </a:ext>
            </a:extLst>
          </p:cNvPr>
          <p:cNvCxnSpPr>
            <a:cxnSpLocks/>
            <a:stCxn id="98" idx="6"/>
            <a:endCxn id="102" idx="0"/>
          </p:cNvCxnSpPr>
          <p:nvPr/>
        </p:nvCxnSpPr>
        <p:spPr>
          <a:xfrm>
            <a:off x="2555522" y="1554898"/>
            <a:ext cx="984358" cy="8344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ECFAE7EA-D10F-2346-1BD9-61F1E19D7784}"/>
              </a:ext>
            </a:extLst>
          </p:cNvPr>
          <p:cNvCxnSpPr>
            <a:stCxn id="100" idx="4"/>
            <a:endCxn id="104" idx="2"/>
          </p:cNvCxnSpPr>
          <p:nvPr/>
        </p:nvCxnSpPr>
        <p:spPr>
          <a:xfrm>
            <a:off x="1039279" y="2924172"/>
            <a:ext cx="962241" cy="858034"/>
          </a:xfrm>
          <a:prstGeom prst="line">
            <a:avLst/>
          </a:prstGeom>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317D957D-4FB5-4A92-C898-538B5FBC134F}"/>
              </a:ext>
            </a:extLst>
          </p:cNvPr>
          <p:cNvCxnSpPr>
            <a:stCxn id="102" idx="4"/>
            <a:endCxn id="104" idx="6"/>
          </p:cNvCxnSpPr>
          <p:nvPr/>
        </p:nvCxnSpPr>
        <p:spPr>
          <a:xfrm flipH="1">
            <a:off x="2555522" y="2947741"/>
            <a:ext cx="984358" cy="834465"/>
          </a:xfrm>
          <a:prstGeom prst="line">
            <a:avLst/>
          </a:prstGeom>
        </p:spPr>
        <p:style>
          <a:lnRef idx="1">
            <a:schemeClr val="accent1"/>
          </a:lnRef>
          <a:fillRef idx="0">
            <a:schemeClr val="accent1"/>
          </a:fillRef>
          <a:effectRef idx="0">
            <a:schemeClr val="accent1"/>
          </a:effectRef>
          <a:fontRef idx="minor">
            <a:schemeClr val="tx1"/>
          </a:fontRef>
        </p:style>
      </p:cxnSp>
      <p:sp>
        <p:nvSpPr>
          <p:cNvPr id="124" name="TextBox 123">
            <a:extLst>
              <a:ext uri="{FF2B5EF4-FFF2-40B4-BE49-F238E27FC236}">
                <a16:creationId xmlns:a16="http://schemas.microsoft.com/office/drawing/2014/main" id="{DE7EAB9F-3B6D-41CC-6108-E9B4D2AD3284}"/>
              </a:ext>
            </a:extLst>
          </p:cNvPr>
          <p:cNvSpPr txBox="1"/>
          <p:nvPr/>
        </p:nvSpPr>
        <p:spPr>
          <a:xfrm>
            <a:off x="1692140" y="906377"/>
            <a:ext cx="1163320" cy="369332"/>
          </a:xfrm>
          <a:prstGeom prst="rect">
            <a:avLst/>
          </a:prstGeom>
          <a:noFill/>
        </p:spPr>
        <p:txBody>
          <a:bodyPr wrap="square" rtlCol="0">
            <a:spAutoFit/>
          </a:bodyPr>
          <a:lstStyle/>
          <a:p>
            <a:pPr algn="ctr"/>
            <a:r>
              <a:rPr lang="en-IN" dirty="0"/>
              <a:t>Start</a:t>
            </a:r>
          </a:p>
        </p:txBody>
      </p:sp>
      <p:sp>
        <p:nvSpPr>
          <p:cNvPr id="126" name="TextBox 125">
            <a:extLst>
              <a:ext uri="{FF2B5EF4-FFF2-40B4-BE49-F238E27FC236}">
                <a16:creationId xmlns:a16="http://schemas.microsoft.com/office/drawing/2014/main" id="{88B28C2C-8AA9-0A12-4738-724251A336DC}"/>
              </a:ext>
            </a:extLst>
          </p:cNvPr>
          <p:cNvSpPr txBox="1"/>
          <p:nvPr/>
        </p:nvSpPr>
        <p:spPr>
          <a:xfrm>
            <a:off x="1723120" y="4059420"/>
            <a:ext cx="1163320" cy="369332"/>
          </a:xfrm>
          <a:prstGeom prst="rect">
            <a:avLst/>
          </a:prstGeom>
          <a:noFill/>
        </p:spPr>
        <p:txBody>
          <a:bodyPr wrap="square" rtlCol="0">
            <a:spAutoFit/>
          </a:bodyPr>
          <a:lstStyle/>
          <a:p>
            <a:pPr algn="ctr"/>
            <a:r>
              <a:rPr lang="en-IN" dirty="0"/>
              <a:t>Goal</a:t>
            </a:r>
          </a:p>
        </p:txBody>
      </p:sp>
      <p:sp>
        <p:nvSpPr>
          <p:cNvPr id="127" name="TextBox 126">
            <a:extLst>
              <a:ext uri="{FF2B5EF4-FFF2-40B4-BE49-F238E27FC236}">
                <a16:creationId xmlns:a16="http://schemas.microsoft.com/office/drawing/2014/main" id="{6F5737AA-2D72-3860-CF24-AECDD6AC2B51}"/>
              </a:ext>
            </a:extLst>
          </p:cNvPr>
          <p:cNvSpPr txBox="1"/>
          <p:nvPr/>
        </p:nvSpPr>
        <p:spPr>
          <a:xfrm>
            <a:off x="1255447" y="1661778"/>
            <a:ext cx="472753" cy="369332"/>
          </a:xfrm>
          <a:prstGeom prst="rect">
            <a:avLst/>
          </a:prstGeom>
          <a:noFill/>
        </p:spPr>
        <p:txBody>
          <a:bodyPr wrap="square" rtlCol="0">
            <a:spAutoFit/>
          </a:bodyPr>
          <a:lstStyle/>
          <a:p>
            <a:r>
              <a:rPr lang="en-IN" dirty="0"/>
              <a:t>10</a:t>
            </a:r>
          </a:p>
        </p:txBody>
      </p:sp>
      <p:sp>
        <p:nvSpPr>
          <p:cNvPr id="129" name="TextBox 128">
            <a:extLst>
              <a:ext uri="{FF2B5EF4-FFF2-40B4-BE49-F238E27FC236}">
                <a16:creationId xmlns:a16="http://schemas.microsoft.com/office/drawing/2014/main" id="{C3410332-5B45-06FB-0A94-8A639E6A14CC}"/>
              </a:ext>
            </a:extLst>
          </p:cNvPr>
          <p:cNvSpPr txBox="1"/>
          <p:nvPr/>
        </p:nvSpPr>
        <p:spPr>
          <a:xfrm>
            <a:off x="3006284" y="1671516"/>
            <a:ext cx="472753" cy="369332"/>
          </a:xfrm>
          <a:prstGeom prst="rect">
            <a:avLst/>
          </a:prstGeom>
          <a:noFill/>
        </p:spPr>
        <p:txBody>
          <a:bodyPr wrap="square" rtlCol="0">
            <a:spAutoFit/>
          </a:bodyPr>
          <a:lstStyle/>
          <a:p>
            <a:r>
              <a:rPr lang="en-IN" dirty="0"/>
              <a:t>15</a:t>
            </a:r>
          </a:p>
        </p:txBody>
      </p:sp>
      <p:sp>
        <p:nvSpPr>
          <p:cNvPr id="131" name="TextBox 130">
            <a:extLst>
              <a:ext uri="{FF2B5EF4-FFF2-40B4-BE49-F238E27FC236}">
                <a16:creationId xmlns:a16="http://schemas.microsoft.com/office/drawing/2014/main" id="{85CE253A-09D2-EE02-5BE5-B741CBBC6E65}"/>
              </a:ext>
            </a:extLst>
          </p:cNvPr>
          <p:cNvSpPr txBox="1"/>
          <p:nvPr/>
        </p:nvSpPr>
        <p:spPr>
          <a:xfrm>
            <a:off x="2201851" y="2894368"/>
            <a:ext cx="472753" cy="369332"/>
          </a:xfrm>
          <a:prstGeom prst="rect">
            <a:avLst/>
          </a:prstGeom>
          <a:noFill/>
        </p:spPr>
        <p:txBody>
          <a:bodyPr wrap="square" rtlCol="0">
            <a:spAutoFit/>
          </a:bodyPr>
          <a:lstStyle/>
          <a:p>
            <a:r>
              <a:rPr lang="en-IN" dirty="0"/>
              <a:t>20</a:t>
            </a:r>
          </a:p>
        </p:txBody>
      </p:sp>
      <p:sp>
        <p:nvSpPr>
          <p:cNvPr id="139" name="TextBox 138">
            <a:extLst>
              <a:ext uri="{FF2B5EF4-FFF2-40B4-BE49-F238E27FC236}">
                <a16:creationId xmlns:a16="http://schemas.microsoft.com/office/drawing/2014/main" id="{8D0A9E00-68CE-CBEA-A7D2-AE82D591E609}"/>
              </a:ext>
            </a:extLst>
          </p:cNvPr>
          <p:cNvSpPr txBox="1"/>
          <p:nvPr/>
        </p:nvSpPr>
        <p:spPr>
          <a:xfrm>
            <a:off x="1425566" y="2336800"/>
            <a:ext cx="472753" cy="369332"/>
          </a:xfrm>
          <a:prstGeom prst="rect">
            <a:avLst/>
          </a:prstGeom>
          <a:noFill/>
        </p:spPr>
        <p:txBody>
          <a:bodyPr wrap="square" rtlCol="0">
            <a:spAutoFit/>
          </a:bodyPr>
          <a:lstStyle/>
          <a:p>
            <a:r>
              <a:rPr lang="en-IN" dirty="0"/>
              <a:t>4</a:t>
            </a:r>
          </a:p>
        </p:txBody>
      </p:sp>
      <p:sp>
        <p:nvSpPr>
          <p:cNvPr id="141" name="TextBox 140">
            <a:extLst>
              <a:ext uri="{FF2B5EF4-FFF2-40B4-BE49-F238E27FC236}">
                <a16:creationId xmlns:a16="http://schemas.microsoft.com/office/drawing/2014/main" id="{420D57F2-C3B4-F683-B0B5-8E5204852E53}"/>
              </a:ext>
            </a:extLst>
          </p:cNvPr>
          <p:cNvSpPr txBox="1"/>
          <p:nvPr/>
        </p:nvSpPr>
        <p:spPr>
          <a:xfrm>
            <a:off x="1121088" y="3286976"/>
            <a:ext cx="472753" cy="369332"/>
          </a:xfrm>
          <a:prstGeom prst="rect">
            <a:avLst/>
          </a:prstGeom>
          <a:noFill/>
        </p:spPr>
        <p:txBody>
          <a:bodyPr wrap="square" rtlCol="0">
            <a:spAutoFit/>
          </a:bodyPr>
          <a:lstStyle/>
          <a:p>
            <a:r>
              <a:rPr lang="en-IN" dirty="0"/>
              <a:t>8</a:t>
            </a:r>
          </a:p>
        </p:txBody>
      </p:sp>
      <p:sp>
        <p:nvSpPr>
          <p:cNvPr id="143" name="TextBox 142">
            <a:extLst>
              <a:ext uri="{FF2B5EF4-FFF2-40B4-BE49-F238E27FC236}">
                <a16:creationId xmlns:a16="http://schemas.microsoft.com/office/drawing/2014/main" id="{690A2F7E-4D24-BBCB-231F-6E7A4F67D455}"/>
              </a:ext>
            </a:extLst>
          </p:cNvPr>
          <p:cNvSpPr txBox="1"/>
          <p:nvPr/>
        </p:nvSpPr>
        <p:spPr>
          <a:xfrm>
            <a:off x="3025019" y="3318351"/>
            <a:ext cx="472753" cy="369332"/>
          </a:xfrm>
          <a:prstGeom prst="rect">
            <a:avLst/>
          </a:prstGeom>
          <a:noFill/>
        </p:spPr>
        <p:txBody>
          <a:bodyPr wrap="square" rtlCol="0">
            <a:spAutoFit/>
          </a:bodyPr>
          <a:lstStyle/>
          <a:p>
            <a:r>
              <a:rPr lang="en-IN" dirty="0"/>
              <a:t>2</a:t>
            </a:r>
          </a:p>
        </p:txBody>
      </p:sp>
      <p:sp>
        <p:nvSpPr>
          <p:cNvPr id="144" name="TextBox 143">
            <a:extLst>
              <a:ext uri="{FF2B5EF4-FFF2-40B4-BE49-F238E27FC236}">
                <a16:creationId xmlns:a16="http://schemas.microsoft.com/office/drawing/2014/main" id="{D8FAA35A-EAAB-E911-4EEE-95100AF7112B}"/>
              </a:ext>
            </a:extLst>
          </p:cNvPr>
          <p:cNvSpPr txBox="1"/>
          <p:nvPr/>
        </p:nvSpPr>
        <p:spPr>
          <a:xfrm>
            <a:off x="1461594" y="4495750"/>
            <a:ext cx="1624411" cy="400110"/>
          </a:xfrm>
          <a:prstGeom prst="rect">
            <a:avLst/>
          </a:prstGeom>
          <a:noFill/>
        </p:spPr>
        <p:txBody>
          <a:bodyPr wrap="square" rtlCol="0">
            <a:spAutoFit/>
          </a:bodyPr>
          <a:lstStyle/>
          <a:p>
            <a:pPr algn="ctr"/>
            <a:r>
              <a:rPr lang="en-IN" sz="2000" b="1" dirty="0">
                <a:highlight>
                  <a:srgbClr val="C0C0C0"/>
                </a:highlight>
              </a:rPr>
              <a:t>Graph </a:t>
            </a:r>
          </a:p>
        </p:txBody>
      </p:sp>
      <p:sp>
        <p:nvSpPr>
          <p:cNvPr id="154" name="TextBox 153">
            <a:extLst>
              <a:ext uri="{FF2B5EF4-FFF2-40B4-BE49-F238E27FC236}">
                <a16:creationId xmlns:a16="http://schemas.microsoft.com/office/drawing/2014/main" id="{17F8027B-8173-CC20-FD8B-8AFC3C23B41B}"/>
              </a:ext>
            </a:extLst>
          </p:cNvPr>
          <p:cNvSpPr txBox="1"/>
          <p:nvPr/>
        </p:nvSpPr>
        <p:spPr>
          <a:xfrm>
            <a:off x="5350416" y="949161"/>
            <a:ext cx="4840064" cy="369332"/>
          </a:xfrm>
          <a:prstGeom prst="rect">
            <a:avLst/>
          </a:prstGeom>
          <a:noFill/>
        </p:spPr>
        <p:txBody>
          <a:bodyPr wrap="square">
            <a:spAutoFit/>
          </a:bodyPr>
          <a:lstStyle/>
          <a:p>
            <a:pPr algn="ctr"/>
            <a:r>
              <a:rPr lang="en-IN" b="1" dirty="0"/>
              <a:t>Breadth</a:t>
            </a:r>
            <a:r>
              <a:rPr lang="en-IN" sz="1800" b="1" dirty="0"/>
              <a:t> First Search (BFS)</a:t>
            </a:r>
          </a:p>
        </p:txBody>
      </p:sp>
      <p:sp>
        <p:nvSpPr>
          <p:cNvPr id="155" name="Oval 154">
            <a:extLst>
              <a:ext uri="{FF2B5EF4-FFF2-40B4-BE49-F238E27FC236}">
                <a16:creationId xmlns:a16="http://schemas.microsoft.com/office/drawing/2014/main" id="{61F5AC53-CDB1-E5D5-780A-17BCEF06402F}"/>
              </a:ext>
            </a:extLst>
          </p:cNvPr>
          <p:cNvSpPr/>
          <p:nvPr/>
        </p:nvSpPr>
        <p:spPr>
          <a:xfrm>
            <a:off x="6781492" y="4968095"/>
            <a:ext cx="518480"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sp>
        <p:nvSpPr>
          <p:cNvPr id="156" name="Oval 155">
            <a:extLst>
              <a:ext uri="{FF2B5EF4-FFF2-40B4-BE49-F238E27FC236}">
                <a16:creationId xmlns:a16="http://schemas.microsoft.com/office/drawing/2014/main" id="{0E4B79AD-5618-0ABD-DAF6-751E9ABF5AB4}"/>
              </a:ext>
            </a:extLst>
          </p:cNvPr>
          <p:cNvSpPr/>
          <p:nvPr/>
        </p:nvSpPr>
        <p:spPr>
          <a:xfrm>
            <a:off x="7724133" y="4927763"/>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157" name="Straight Connector 156">
            <a:extLst>
              <a:ext uri="{FF2B5EF4-FFF2-40B4-BE49-F238E27FC236}">
                <a16:creationId xmlns:a16="http://schemas.microsoft.com/office/drawing/2014/main" id="{F8BEC31C-8931-F44A-9093-A7A89D05FC0C}"/>
              </a:ext>
            </a:extLst>
          </p:cNvPr>
          <p:cNvCxnSpPr>
            <a:cxnSpLocks/>
            <a:stCxn id="34" idx="4"/>
            <a:endCxn id="155" idx="0"/>
          </p:cNvCxnSpPr>
          <p:nvPr/>
        </p:nvCxnSpPr>
        <p:spPr>
          <a:xfrm flipH="1">
            <a:off x="7040732" y="4310862"/>
            <a:ext cx="259240" cy="657233"/>
          </a:xfrm>
          <a:prstGeom prst="line">
            <a:avLst/>
          </a:prstGeom>
        </p:spPr>
        <p:style>
          <a:lnRef idx="1">
            <a:schemeClr val="accent1"/>
          </a:lnRef>
          <a:fillRef idx="0">
            <a:schemeClr val="accent1"/>
          </a:fillRef>
          <a:effectRef idx="0">
            <a:schemeClr val="accent1"/>
          </a:effectRef>
          <a:fontRef idx="minor">
            <a:schemeClr val="tx1"/>
          </a:fontRef>
        </p:style>
      </p:cxnSp>
      <p:sp>
        <p:nvSpPr>
          <p:cNvPr id="158" name="TextBox 157">
            <a:extLst>
              <a:ext uri="{FF2B5EF4-FFF2-40B4-BE49-F238E27FC236}">
                <a16:creationId xmlns:a16="http://schemas.microsoft.com/office/drawing/2014/main" id="{FDD693DB-02A5-02C4-E678-8E58A59378BC}"/>
              </a:ext>
            </a:extLst>
          </p:cNvPr>
          <p:cNvSpPr txBox="1"/>
          <p:nvPr/>
        </p:nvSpPr>
        <p:spPr>
          <a:xfrm>
            <a:off x="6688555" y="4682025"/>
            <a:ext cx="418704" cy="369332"/>
          </a:xfrm>
          <a:prstGeom prst="rect">
            <a:avLst/>
          </a:prstGeom>
          <a:noFill/>
        </p:spPr>
        <p:txBody>
          <a:bodyPr wrap="none" rtlCol="0">
            <a:spAutoFit/>
          </a:bodyPr>
          <a:lstStyle/>
          <a:p>
            <a:r>
              <a:rPr lang="en-IN" dirty="0"/>
              <a:t>23</a:t>
            </a:r>
          </a:p>
        </p:txBody>
      </p:sp>
      <p:cxnSp>
        <p:nvCxnSpPr>
          <p:cNvPr id="159" name="Straight Connector 158">
            <a:extLst>
              <a:ext uri="{FF2B5EF4-FFF2-40B4-BE49-F238E27FC236}">
                <a16:creationId xmlns:a16="http://schemas.microsoft.com/office/drawing/2014/main" id="{8ABCD14D-35FF-C57F-7287-9A9A9DB6E4F2}"/>
              </a:ext>
            </a:extLst>
          </p:cNvPr>
          <p:cNvCxnSpPr>
            <a:cxnSpLocks/>
            <a:stCxn id="34" idx="5"/>
            <a:endCxn id="156" idx="0"/>
          </p:cNvCxnSpPr>
          <p:nvPr/>
        </p:nvCxnSpPr>
        <p:spPr>
          <a:xfrm>
            <a:off x="7483282" y="4238984"/>
            <a:ext cx="511675" cy="688779"/>
          </a:xfrm>
          <a:prstGeom prst="line">
            <a:avLst/>
          </a:prstGeom>
        </p:spPr>
        <p:style>
          <a:lnRef idx="1">
            <a:schemeClr val="accent1"/>
          </a:lnRef>
          <a:fillRef idx="0">
            <a:schemeClr val="accent1"/>
          </a:fillRef>
          <a:effectRef idx="0">
            <a:schemeClr val="accent1"/>
          </a:effectRef>
          <a:fontRef idx="minor">
            <a:schemeClr val="tx1"/>
          </a:fontRef>
        </p:style>
      </p:cxnSp>
      <p:sp>
        <p:nvSpPr>
          <p:cNvPr id="167" name="TextBox 166">
            <a:extLst>
              <a:ext uri="{FF2B5EF4-FFF2-40B4-BE49-F238E27FC236}">
                <a16:creationId xmlns:a16="http://schemas.microsoft.com/office/drawing/2014/main" id="{965D9858-4DD4-8D11-10D7-3AE336B1D92D}"/>
              </a:ext>
            </a:extLst>
          </p:cNvPr>
          <p:cNvSpPr txBox="1"/>
          <p:nvPr/>
        </p:nvSpPr>
        <p:spPr>
          <a:xfrm>
            <a:off x="7442797" y="4769411"/>
            <a:ext cx="418704" cy="369332"/>
          </a:xfrm>
          <a:prstGeom prst="rect">
            <a:avLst/>
          </a:prstGeom>
          <a:noFill/>
        </p:spPr>
        <p:txBody>
          <a:bodyPr wrap="none" rtlCol="0">
            <a:spAutoFit/>
          </a:bodyPr>
          <a:lstStyle/>
          <a:p>
            <a:r>
              <a:rPr lang="en-IN" dirty="0"/>
              <a:t>27</a:t>
            </a:r>
          </a:p>
        </p:txBody>
      </p:sp>
      <p:sp>
        <p:nvSpPr>
          <p:cNvPr id="168" name="TextBox 167">
            <a:extLst>
              <a:ext uri="{FF2B5EF4-FFF2-40B4-BE49-F238E27FC236}">
                <a16:creationId xmlns:a16="http://schemas.microsoft.com/office/drawing/2014/main" id="{A1BBB6C7-6493-C48B-B933-4FB833B07528}"/>
              </a:ext>
            </a:extLst>
          </p:cNvPr>
          <p:cNvSpPr txBox="1"/>
          <p:nvPr/>
        </p:nvSpPr>
        <p:spPr>
          <a:xfrm>
            <a:off x="7515394" y="5459253"/>
            <a:ext cx="1065811" cy="338554"/>
          </a:xfrm>
          <a:prstGeom prst="rect">
            <a:avLst/>
          </a:prstGeom>
          <a:noFill/>
        </p:spPr>
        <p:txBody>
          <a:bodyPr wrap="square" rtlCol="0">
            <a:spAutoFit/>
          </a:bodyPr>
          <a:lstStyle/>
          <a:p>
            <a:pPr algn="ctr"/>
            <a:r>
              <a:rPr lang="en-IN" sz="1600" b="1" dirty="0"/>
              <a:t>Solution-3</a:t>
            </a:r>
          </a:p>
        </p:txBody>
      </p:sp>
      <p:sp>
        <p:nvSpPr>
          <p:cNvPr id="169" name="Oval 168">
            <a:extLst>
              <a:ext uri="{FF2B5EF4-FFF2-40B4-BE49-F238E27FC236}">
                <a16:creationId xmlns:a16="http://schemas.microsoft.com/office/drawing/2014/main" id="{8316ADDA-6491-55F6-8338-9AB96E11B653}"/>
              </a:ext>
            </a:extLst>
          </p:cNvPr>
          <p:cNvSpPr/>
          <p:nvPr/>
        </p:nvSpPr>
        <p:spPr>
          <a:xfrm>
            <a:off x="6573025" y="5904346"/>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170" name="Straight Connector 169">
            <a:extLst>
              <a:ext uri="{FF2B5EF4-FFF2-40B4-BE49-F238E27FC236}">
                <a16:creationId xmlns:a16="http://schemas.microsoft.com/office/drawing/2014/main" id="{6C743394-A05F-B45B-151F-4B6D3B056E6F}"/>
              </a:ext>
            </a:extLst>
          </p:cNvPr>
          <p:cNvCxnSpPr>
            <a:cxnSpLocks/>
            <a:stCxn id="155" idx="4"/>
            <a:endCxn id="169" idx="0"/>
          </p:cNvCxnSpPr>
          <p:nvPr/>
        </p:nvCxnSpPr>
        <p:spPr>
          <a:xfrm flipH="1">
            <a:off x="6843849" y="5458911"/>
            <a:ext cx="196883" cy="445435"/>
          </a:xfrm>
          <a:prstGeom prst="line">
            <a:avLst/>
          </a:prstGeom>
        </p:spPr>
        <p:style>
          <a:lnRef idx="1">
            <a:schemeClr val="accent1"/>
          </a:lnRef>
          <a:fillRef idx="0">
            <a:schemeClr val="accent1"/>
          </a:fillRef>
          <a:effectRef idx="0">
            <a:schemeClr val="accent1"/>
          </a:effectRef>
          <a:fontRef idx="minor">
            <a:schemeClr val="tx1"/>
          </a:fontRef>
        </p:style>
      </p:cxnSp>
      <p:sp>
        <p:nvSpPr>
          <p:cNvPr id="172" name="TextBox 171">
            <a:extLst>
              <a:ext uri="{FF2B5EF4-FFF2-40B4-BE49-F238E27FC236}">
                <a16:creationId xmlns:a16="http://schemas.microsoft.com/office/drawing/2014/main" id="{51B54D72-82DE-F09A-2D4D-F70B023B0F50}"/>
              </a:ext>
            </a:extLst>
          </p:cNvPr>
          <p:cNvSpPr txBox="1"/>
          <p:nvPr/>
        </p:nvSpPr>
        <p:spPr>
          <a:xfrm>
            <a:off x="6425145" y="5691926"/>
            <a:ext cx="418704" cy="369332"/>
          </a:xfrm>
          <a:prstGeom prst="rect">
            <a:avLst/>
          </a:prstGeom>
          <a:noFill/>
        </p:spPr>
        <p:txBody>
          <a:bodyPr wrap="none" rtlCol="0">
            <a:spAutoFit/>
          </a:bodyPr>
          <a:lstStyle/>
          <a:p>
            <a:r>
              <a:rPr lang="en-IN" dirty="0"/>
              <a:t>25</a:t>
            </a:r>
          </a:p>
        </p:txBody>
      </p:sp>
      <p:sp>
        <p:nvSpPr>
          <p:cNvPr id="181" name="TextBox 180">
            <a:extLst>
              <a:ext uri="{FF2B5EF4-FFF2-40B4-BE49-F238E27FC236}">
                <a16:creationId xmlns:a16="http://schemas.microsoft.com/office/drawing/2014/main" id="{6C03216A-AC45-56CD-4D3D-8E967ADAAF49}"/>
              </a:ext>
            </a:extLst>
          </p:cNvPr>
          <p:cNvSpPr txBox="1"/>
          <p:nvPr/>
        </p:nvSpPr>
        <p:spPr>
          <a:xfrm>
            <a:off x="6284574" y="6408242"/>
            <a:ext cx="1065811" cy="338554"/>
          </a:xfrm>
          <a:prstGeom prst="rect">
            <a:avLst/>
          </a:prstGeom>
          <a:noFill/>
        </p:spPr>
        <p:txBody>
          <a:bodyPr wrap="square" rtlCol="0">
            <a:spAutoFit/>
          </a:bodyPr>
          <a:lstStyle/>
          <a:p>
            <a:pPr algn="ctr"/>
            <a:r>
              <a:rPr lang="en-IN" sz="1600" b="1" dirty="0"/>
              <a:t>Solution-4</a:t>
            </a:r>
          </a:p>
        </p:txBody>
      </p:sp>
      <p:sp>
        <p:nvSpPr>
          <p:cNvPr id="182" name="TextBox 181">
            <a:extLst>
              <a:ext uri="{FF2B5EF4-FFF2-40B4-BE49-F238E27FC236}">
                <a16:creationId xmlns:a16="http://schemas.microsoft.com/office/drawing/2014/main" id="{8324C3B1-2208-B907-BB68-4976794E8857}"/>
              </a:ext>
            </a:extLst>
          </p:cNvPr>
          <p:cNvSpPr txBox="1"/>
          <p:nvPr/>
        </p:nvSpPr>
        <p:spPr>
          <a:xfrm>
            <a:off x="5896350" y="4295637"/>
            <a:ext cx="1065811" cy="338554"/>
          </a:xfrm>
          <a:prstGeom prst="rect">
            <a:avLst/>
          </a:prstGeom>
          <a:noFill/>
        </p:spPr>
        <p:txBody>
          <a:bodyPr wrap="square" rtlCol="0">
            <a:spAutoFit/>
          </a:bodyPr>
          <a:lstStyle/>
          <a:p>
            <a:pPr algn="ctr"/>
            <a:r>
              <a:rPr lang="en-IN" sz="1600" b="1" dirty="0"/>
              <a:t>Solution-5</a:t>
            </a:r>
          </a:p>
        </p:txBody>
      </p:sp>
      <p:sp>
        <p:nvSpPr>
          <p:cNvPr id="183" name="TextBox 182">
            <a:extLst>
              <a:ext uri="{FF2B5EF4-FFF2-40B4-BE49-F238E27FC236}">
                <a16:creationId xmlns:a16="http://schemas.microsoft.com/office/drawing/2014/main" id="{E15CAFC1-A10B-1818-B312-CFEEBB80BA21}"/>
              </a:ext>
            </a:extLst>
          </p:cNvPr>
          <p:cNvSpPr txBox="1"/>
          <p:nvPr/>
        </p:nvSpPr>
        <p:spPr>
          <a:xfrm>
            <a:off x="8032094" y="4274642"/>
            <a:ext cx="1065811" cy="338554"/>
          </a:xfrm>
          <a:prstGeom prst="rect">
            <a:avLst/>
          </a:prstGeom>
          <a:noFill/>
        </p:spPr>
        <p:txBody>
          <a:bodyPr wrap="square" rtlCol="0">
            <a:spAutoFit/>
          </a:bodyPr>
          <a:lstStyle/>
          <a:p>
            <a:pPr algn="ctr"/>
            <a:r>
              <a:rPr lang="en-IN" sz="1600" b="1" dirty="0"/>
              <a:t>Solution-2</a:t>
            </a:r>
          </a:p>
        </p:txBody>
      </p:sp>
      <p:sp>
        <p:nvSpPr>
          <p:cNvPr id="184" name="TextBox 183">
            <a:extLst>
              <a:ext uri="{FF2B5EF4-FFF2-40B4-BE49-F238E27FC236}">
                <a16:creationId xmlns:a16="http://schemas.microsoft.com/office/drawing/2014/main" id="{DDEF8D56-6D8D-170A-F340-CBD719C41D88}"/>
              </a:ext>
            </a:extLst>
          </p:cNvPr>
          <p:cNvSpPr txBox="1"/>
          <p:nvPr/>
        </p:nvSpPr>
        <p:spPr>
          <a:xfrm>
            <a:off x="9211020" y="3035790"/>
            <a:ext cx="1065811" cy="338554"/>
          </a:xfrm>
          <a:prstGeom prst="rect">
            <a:avLst/>
          </a:prstGeom>
          <a:noFill/>
        </p:spPr>
        <p:txBody>
          <a:bodyPr wrap="square" rtlCol="0">
            <a:spAutoFit/>
          </a:bodyPr>
          <a:lstStyle/>
          <a:p>
            <a:pPr algn="ctr"/>
            <a:r>
              <a:rPr lang="en-IN" sz="1600" b="1" dirty="0"/>
              <a:t>Solution-1</a:t>
            </a:r>
          </a:p>
        </p:txBody>
      </p:sp>
      <p:sp>
        <p:nvSpPr>
          <p:cNvPr id="185" name="TextBox 184">
            <a:extLst>
              <a:ext uri="{FF2B5EF4-FFF2-40B4-BE49-F238E27FC236}">
                <a16:creationId xmlns:a16="http://schemas.microsoft.com/office/drawing/2014/main" id="{B43425AF-2084-113E-D5AD-D678F6B6041E}"/>
              </a:ext>
            </a:extLst>
          </p:cNvPr>
          <p:cNvSpPr txBox="1"/>
          <p:nvPr/>
        </p:nvSpPr>
        <p:spPr>
          <a:xfrm>
            <a:off x="637218" y="6067337"/>
            <a:ext cx="4922532" cy="400110"/>
          </a:xfrm>
          <a:prstGeom prst="rect">
            <a:avLst/>
          </a:prstGeom>
          <a:noFill/>
          <a:ln>
            <a:solidFill>
              <a:schemeClr val="accent1"/>
            </a:solidFill>
          </a:ln>
        </p:spPr>
        <p:txBody>
          <a:bodyPr wrap="square" rtlCol="0">
            <a:spAutoFit/>
          </a:bodyPr>
          <a:lstStyle/>
          <a:p>
            <a:pPr algn="ctr"/>
            <a:r>
              <a:rPr lang="en-IN" sz="2000" b="1" dirty="0"/>
              <a:t>Optimal Solution: </a:t>
            </a:r>
            <a:r>
              <a:rPr lang="en-IN" sz="2000" dirty="0"/>
              <a:t>Solution-6 with Cost 16</a:t>
            </a:r>
          </a:p>
        </p:txBody>
      </p:sp>
      <p:sp>
        <p:nvSpPr>
          <p:cNvPr id="5" name="Slide Number Placeholder 4">
            <a:extLst>
              <a:ext uri="{FF2B5EF4-FFF2-40B4-BE49-F238E27FC236}">
                <a16:creationId xmlns:a16="http://schemas.microsoft.com/office/drawing/2014/main" id="{0D9F3F68-5903-4D86-241E-DF6090CFB908}"/>
              </a:ext>
            </a:extLst>
          </p:cNvPr>
          <p:cNvSpPr>
            <a:spLocks noGrp="1"/>
          </p:cNvSpPr>
          <p:nvPr>
            <p:ph type="sldNum" sz="quarter" idx="12"/>
          </p:nvPr>
        </p:nvSpPr>
        <p:spPr/>
        <p:txBody>
          <a:bodyPr/>
          <a:lstStyle/>
          <a:p>
            <a:fld id="{000E18F7-2402-4720-BFF4-341E476333D4}" type="slidenum">
              <a:rPr lang="en-IN" smtClean="0"/>
              <a:t>31</a:t>
            </a:fld>
            <a:endParaRPr lang="en-IN"/>
          </a:p>
        </p:txBody>
      </p:sp>
    </p:spTree>
    <p:extLst>
      <p:ext uri="{BB962C8B-B14F-4D97-AF65-F5344CB8AC3E}">
        <p14:creationId xmlns:p14="http://schemas.microsoft.com/office/powerpoint/2010/main" val="1725422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9"/>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8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8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78"/>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4"/>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6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61"/>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8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8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8"/>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9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182"/>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15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58"/>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55"/>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167"/>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156"/>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9"/>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183"/>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96"/>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172"/>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170"/>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169"/>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168"/>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181"/>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1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8" grpId="0" animBg="1"/>
      <p:bldP spid="12" grpId="0" animBg="1"/>
      <p:bldP spid="18" grpId="0" animBg="1"/>
      <p:bldP spid="21" grpId="0"/>
      <p:bldP spid="24" grpId="0"/>
      <p:bldP spid="26" grpId="0"/>
      <p:bldP spid="34" grpId="0" animBg="1"/>
      <p:bldP spid="35" grpId="0" animBg="1"/>
      <p:bldP spid="57" grpId="0"/>
      <p:bldP spid="61" grpId="0"/>
      <p:bldP spid="77" grpId="0" animBg="1"/>
      <p:bldP spid="78" grpId="0" animBg="1"/>
      <p:bldP spid="80" grpId="0"/>
      <p:bldP spid="82" grpId="0"/>
      <p:bldP spid="88" grpId="0" animBg="1"/>
      <p:bldP spid="90" grpId="0"/>
      <p:bldP spid="96" grpId="0"/>
      <p:bldP spid="155" grpId="0" animBg="1"/>
      <p:bldP spid="156" grpId="0" animBg="1"/>
      <p:bldP spid="158" grpId="0"/>
      <p:bldP spid="167" grpId="0"/>
      <p:bldP spid="168" grpId="0"/>
      <p:bldP spid="169" grpId="0" animBg="1"/>
      <p:bldP spid="172" grpId="0"/>
      <p:bldP spid="181" grpId="0"/>
      <p:bldP spid="182" grpId="0"/>
      <p:bldP spid="183" grpId="0"/>
      <p:bldP spid="184" grpId="0"/>
      <p:bldP spid="185"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C4854FF-CC12-E810-5D13-ED160CD725D9}"/>
              </a:ext>
            </a:extLst>
          </p:cNvPr>
          <p:cNvSpPr txBox="1"/>
          <p:nvPr/>
        </p:nvSpPr>
        <p:spPr>
          <a:xfrm>
            <a:off x="1137920" y="1195471"/>
            <a:ext cx="9977120" cy="4467057"/>
          </a:xfrm>
          <a:prstGeom prst="rect">
            <a:avLst/>
          </a:prstGeom>
          <a:noFill/>
        </p:spPr>
        <p:txBody>
          <a:bodyPr wrap="square">
            <a:spAutoFit/>
          </a:bodyPr>
          <a:lstStyle/>
          <a:p>
            <a:pPr algn="just">
              <a:lnSpc>
                <a:spcPct val="150000"/>
              </a:lnSpc>
            </a:pPr>
            <a:r>
              <a:rPr lang="en-IN" sz="2400" b="1" dirty="0"/>
              <a:t>LIFO(Last-In-Last-Out) Search</a:t>
            </a:r>
          </a:p>
          <a:p>
            <a:pPr marL="342900" indent="-342900" algn="just">
              <a:lnSpc>
                <a:spcPct val="150000"/>
              </a:lnSpc>
              <a:buFont typeface="Arial" panose="020B0604020202020204" pitchFamily="34" charset="0"/>
              <a:buChar char="•"/>
            </a:pPr>
            <a:r>
              <a:rPr lang="en-IN" sz="2400" dirty="0"/>
              <a:t>DFS with stack based Branch &amp; Bound is called LIFO Branch &amp; Bound.</a:t>
            </a:r>
          </a:p>
          <a:p>
            <a:pPr marL="342900" indent="-342900" algn="just">
              <a:lnSpc>
                <a:spcPct val="150000"/>
              </a:lnSpc>
              <a:buFont typeface="Arial" panose="020B0604020202020204" pitchFamily="34" charset="0"/>
              <a:buChar char="•"/>
            </a:pPr>
            <a:r>
              <a:rPr lang="en-IN" sz="2400" dirty="0"/>
              <a:t>In LIFO search the children of the root node are generated in the first iteration.</a:t>
            </a:r>
          </a:p>
          <a:p>
            <a:pPr marL="342900" indent="-342900" algn="just">
              <a:lnSpc>
                <a:spcPct val="150000"/>
              </a:lnSpc>
              <a:buFont typeface="Arial" panose="020B0604020202020204" pitchFamily="34" charset="0"/>
              <a:buChar char="•"/>
            </a:pPr>
            <a:r>
              <a:rPr lang="en-IN" sz="2400" dirty="0"/>
              <a:t>In the next step, children of the first child is generated.</a:t>
            </a:r>
          </a:p>
          <a:p>
            <a:pPr marL="342900" indent="-342900" algn="just">
              <a:lnSpc>
                <a:spcPct val="150000"/>
              </a:lnSpc>
              <a:buFont typeface="Arial" panose="020B0604020202020204" pitchFamily="34" charset="0"/>
              <a:buChar char="•"/>
            </a:pPr>
            <a:r>
              <a:rPr lang="en-IN" sz="2400" dirty="0"/>
              <a:t>If the children not already killed by bounding function then put it in the stack. Then the children of second child is explored.</a:t>
            </a:r>
          </a:p>
          <a:p>
            <a:pPr marL="342900" indent="-342900" algn="just">
              <a:lnSpc>
                <a:spcPct val="150000"/>
              </a:lnSpc>
              <a:buFont typeface="Arial" panose="020B0604020202020204" pitchFamily="34" charset="0"/>
              <a:buChar char="•"/>
            </a:pPr>
            <a:r>
              <a:rPr lang="en-IN" sz="2400" dirty="0"/>
              <a:t>Put all the children in the stack except for those children which are killed.</a:t>
            </a:r>
          </a:p>
        </p:txBody>
      </p:sp>
      <p:sp>
        <p:nvSpPr>
          <p:cNvPr id="5" name="TextBox 4">
            <a:extLst>
              <a:ext uri="{FF2B5EF4-FFF2-40B4-BE49-F238E27FC236}">
                <a16:creationId xmlns:a16="http://schemas.microsoft.com/office/drawing/2014/main" id="{1227514E-17A6-BA02-C30D-B8BF2CF1FD1E}"/>
              </a:ext>
            </a:extLst>
          </p:cNvPr>
          <p:cNvSpPr txBox="1"/>
          <p:nvPr/>
        </p:nvSpPr>
        <p:spPr>
          <a:xfrm>
            <a:off x="1137920" y="369054"/>
            <a:ext cx="10210800" cy="646331"/>
          </a:xfrm>
          <a:prstGeom prst="rect">
            <a:avLst/>
          </a:prstGeom>
          <a:noFill/>
        </p:spPr>
        <p:txBody>
          <a:bodyPr wrap="square">
            <a:spAutoFit/>
          </a:bodyPr>
          <a:lstStyle/>
          <a:p>
            <a:r>
              <a:rPr lang="en-IN" sz="3600" dirty="0"/>
              <a:t>LIFO-BB (Last-In First-Out - Branch &amp; Bound) Stack</a:t>
            </a:r>
          </a:p>
        </p:txBody>
      </p:sp>
      <p:sp>
        <p:nvSpPr>
          <p:cNvPr id="2" name="Slide Number Placeholder 1">
            <a:extLst>
              <a:ext uri="{FF2B5EF4-FFF2-40B4-BE49-F238E27FC236}">
                <a16:creationId xmlns:a16="http://schemas.microsoft.com/office/drawing/2014/main" id="{E6B0C926-1CA0-DE32-37EB-2921ED429501}"/>
              </a:ext>
            </a:extLst>
          </p:cNvPr>
          <p:cNvSpPr>
            <a:spLocks noGrp="1"/>
          </p:cNvSpPr>
          <p:nvPr>
            <p:ph type="sldNum" sz="quarter" idx="12"/>
          </p:nvPr>
        </p:nvSpPr>
        <p:spPr/>
        <p:txBody>
          <a:bodyPr/>
          <a:lstStyle/>
          <a:p>
            <a:fld id="{000E18F7-2402-4720-BFF4-341E476333D4}" type="slidenum">
              <a:rPr lang="en-IN" smtClean="0"/>
              <a:t>32</a:t>
            </a:fld>
            <a:endParaRPr lang="en-IN"/>
          </a:p>
        </p:txBody>
      </p:sp>
    </p:spTree>
    <p:extLst>
      <p:ext uri="{BB962C8B-B14F-4D97-AF65-F5344CB8AC3E}">
        <p14:creationId xmlns:p14="http://schemas.microsoft.com/office/powerpoint/2010/main" val="2843244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AA2F5-FF7E-AED7-17D1-BDF62D0CD2C9}"/>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B11DBFB4-71BD-4A0B-AB89-C4B88C22FD27}"/>
              </a:ext>
            </a:extLst>
          </p:cNvPr>
          <p:cNvSpPr txBox="1">
            <a:spLocks/>
          </p:cNvSpPr>
          <p:nvPr/>
        </p:nvSpPr>
        <p:spPr>
          <a:xfrm>
            <a:off x="946938" y="135673"/>
            <a:ext cx="10515600" cy="912481"/>
          </a:xfrm>
          <a:prstGeom prst="rect">
            <a:avLst/>
          </a:prstGeom>
        </p:spPr>
        <p:txBody>
          <a:bodyP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nSpc>
                <a:spcPct val="170000"/>
              </a:lnSpc>
            </a:pPr>
            <a:r>
              <a:rPr lang="en-IN" sz="3600" b="1" dirty="0"/>
              <a:t>LIFO-BB (Last-In First-Out - Branch &amp; Bound) Stack</a:t>
            </a: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EB49F21B-4851-E631-1FF2-5D53BF66FB89}"/>
                  </a:ext>
                </a:extLst>
              </p14:cNvPr>
              <p14:cNvContentPartPr/>
              <p14:nvPr/>
            </p14:nvContentPartPr>
            <p14:xfrm>
              <a:off x="5283320" y="3342240"/>
              <a:ext cx="360" cy="360"/>
            </p14:xfrm>
          </p:contentPart>
        </mc:Choice>
        <mc:Fallback xmlns="">
          <p:pic>
            <p:nvPicPr>
              <p:cNvPr id="2" name="Ink 1">
                <a:extLst>
                  <a:ext uri="{FF2B5EF4-FFF2-40B4-BE49-F238E27FC236}">
                    <a16:creationId xmlns:a16="http://schemas.microsoft.com/office/drawing/2014/main" id="{EB49F21B-4851-E631-1FF2-5D53BF66FB89}"/>
                  </a:ext>
                </a:extLst>
              </p:cNvPr>
              <p:cNvPicPr/>
              <p:nvPr/>
            </p:nvPicPr>
            <p:blipFill>
              <a:blip r:embed="rId4"/>
              <a:stretch>
                <a:fillRect/>
              </a:stretch>
            </p:blipFill>
            <p:spPr>
              <a:xfrm>
                <a:off x="5279000" y="3337920"/>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 name="Ink 2">
                <a:extLst>
                  <a:ext uri="{FF2B5EF4-FFF2-40B4-BE49-F238E27FC236}">
                    <a16:creationId xmlns:a16="http://schemas.microsoft.com/office/drawing/2014/main" id="{7D16CDD5-4A1B-137B-975C-B32F7F0E3B3A}"/>
                  </a:ext>
                </a:extLst>
              </p14:cNvPr>
              <p14:cNvContentPartPr/>
              <p14:nvPr/>
            </p14:nvContentPartPr>
            <p14:xfrm>
              <a:off x="6847520" y="2743200"/>
              <a:ext cx="360" cy="360"/>
            </p14:xfrm>
          </p:contentPart>
        </mc:Choice>
        <mc:Fallback xmlns="">
          <p:pic>
            <p:nvPicPr>
              <p:cNvPr id="3" name="Ink 2">
                <a:extLst>
                  <a:ext uri="{FF2B5EF4-FFF2-40B4-BE49-F238E27FC236}">
                    <a16:creationId xmlns:a16="http://schemas.microsoft.com/office/drawing/2014/main" id="{7D16CDD5-4A1B-137B-975C-B32F7F0E3B3A}"/>
                  </a:ext>
                </a:extLst>
              </p:cNvPr>
              <p:cNvPicPr/>
              <p:nvPr/>
            </p:nvPicPr>
            <p:blipFill>
              <a:blip r:embed="rId4"/>
              <a:stretch>
                <a:fillRect/>
              </a:stretch>
            </p:blipFill>
            <p:spPr>
              <a:xfrm>
                <a:off x="6843200" y="2738880"/>
                <a:ext cx="9000" cy="9000"/>
              </a:xfrm>
              <a:prstGeom prst="rect">
                <a:avLst/>
              </a:prstGeom>
            </p:spPr>
          </p:pic>
        </mc:Fallback>
      </mc:AlternateContent>
      <p:sp>
        <p:nvSpPr>
          <p:cNvPr id="4" name="Oval 3">
            <a:extLst>
              <a:ext uri="{FF2B5EF4-FFF2-40B4-BE49-F238E27FC236}">
                <a16:creationId xmlns:a16="http://schemas.microsoft.com/office/drawing/2014/main" id="{6C93EB14-0F27-1635-65B7-4EC8916B2F14}"/>
              </a:ext>
            </a:extLst>
          </p:cNvPr>
          <p:cNvSpPr/>
          <p:nvPr/>
        </p:nvSpPr>
        <p:spPr>
          <a:xfrm>
            <a:off x="7620000" y="1808480"/>
            <a:ext cx="554002"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1</a:t>
            </a:r>
          </a:p>
        </p:txBody>
      </p:sp>
      <p:sp>
        <p:nvSpPr>
          <p:cNvPr id="8" name="Oval 7">
            <a:extLst>
              <a:ext uri="{FF2B5EF4-FFF2-40B4-BE49-F238E27FC236}">
                <a16:creationId xmlns:a16="http://schemas.microsoft.com/office/drawing/2014/main" id="{DAFC553E-FB89-F9BB-5185-9CEC0C43AF16}"/>
              </a:ext>
            </a:extLst>
          </p:cNvPr>
          <p:cNvSpPr/>
          <p:nvPr/>
        </p:nvSpPr>
        <p:spPr>
          <a:xfrm>
            <a:off x="5889541" y="2953660"/>
            <a:ext cx="568474" cy="45149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cxnSp>
        <p:nvCxnSpPr>
          <p:cNvPr id="11" name="Straight Connector 10">
            <a:extLst>
              <a:ext uri="{FF2B5EF4-FFF2-40B4-BE49-F238E27FC236}">
                <a16:creationId xmlns:a16="http://schemas.microsoft.com/office/drawing/2014/main" id="{C6DAC1FB-2829-ECBA-70D3-7DBA1CCBFA49}"/>
              </a:ext>
            </a:extLst>
          </p:cNvPr>
          <p:cNvCxnSpPr>
            <a:cxnSpLocks/>
            <a:stCxn id="4" idx="4"/>
            <a:endCxn id="12" idx="0"/>
          </p:cNvCxnSpPr>
          <p:nvPr/>
        </p:nvCxnSpPr>
        <p:spPr>
          <a:xfrm>
            <a:off x="7897001" y="2285578"/>
            <a:ext cx="12352" cy="814908"/>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530CF8CD-A9FC-E65E-0CF8-3C5B7C4FF4F9}"/>
              </a:ext>
            </a:extLst>
          </p:cNvPr>
          <p:cNvSpPr/>
          <p:nvPr/>
        </p:nvSpPr>
        <p:spPr>
          <a:xfrm>
            <a:off x="7632352" y="3100486"/>
            <a:ext cx="554002"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cxnSp>
        <p:nvCxnSpPr>
          <p:cNvPr id="17" name="Straight Connector 16">
            <a:extLst>
              <a:ext uri="{FF2B5EF4-FFF2-40B4-BE49-F238E27FC236}">
                <a16:creationId xmlns:a16="http://schemas.microsoft.com/office/drawing/2014/main" id="{B8014ADB-367D-25F0-DAF3-FE0644CFE835}"/>
              </a:ext>
            </a:extLst>
          </p:cNvPr>
          <p:cNvCxnSpPr>
            <a:cxnSpLocks/>
            <a:stCxn id="4" idx="5"/>
            <a:endCxn id="18" idx="0"/>
          </p:cNvCxnSpPr>
          <p:nvPr/>
        </p:nvCxnSpPr>
        <p:spPr>
          <a:xfrm>
            <a:off x="8092870" y="2215709"/>
            <a:ext cx="1625666" cy="737951"/>
          </a:xfrm>
          <a:prstGeom prst="line">
            <a:avLst/>
          </a:prstGeom>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906722E0-14C4-8348-3FDD-358FD734B441}"/>
              </a:ext>
            </a:extLst>
          </p:cNvPr>
          <p:cNvSpPr/>
          <p:nvPr/>
        </p:nvSpPr>
        <p:spPr>
          <a:xfrm>
            <a:off x="9447712" y="2953660"/>
            <a:ext cx="541647"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7" name="Straight Connector 6">
            <a:extLst>
              <a:ext uri="{FF2B5EF4-FFF2-40B4-BE49-F238E27FC236}">
                <a16:creationId xmlns:a16="http://schemas.microsoft.com/office/drawing/2014/main" id="{C4CB5966-0A71-BD51-7898-68153238AF60}"/>
              </a:ext>
            </a:extLst>
          </p:cNvPr>
          <p:cNvCxnSpPr>
            <a:cxnSpLocks/>
            <a:stCxn id="4" idx="3"/>
            <a:endCxn id="8" idx="7"/>
          </p:cNvCxnSpPr>
          <p:nvPr/>
        </p:nvCxnSpPr>
        <p:spPr>
          <a:xfrm flipH="1">
            <a:off x="6374764" y="2215709"/>
            <a:ext cx="1326368" cy="804071"/>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85F542B-648F-4DED-F8DC-5B3D4C208AF9}"/>
              </a:ext>
            </a:extLst>
          </p:cNvPr>
          <p:cNvSpPr txBox="1"/>
          <p:nvPr/>
        </p:nvSpPr>
        <p:spPr>
          <a:xfrm>
            <a:off x="5653130" y="2724295"/>
            <a:ext cx="418704" cy="369332"/>
          </a:xfrm>
          <a:prstGeom prst="rect">
            <a:avLst/>
          </a:prstGeom>
          <a:noFill/>
        </p:spPr>
        <p:txBody>
          <a:bodyPr wrap="none" rtlCol="0">
            <a:spAutoFit/>
          </a:bodyPr>
          <a:lstStyle/>
          <a:p>
            <a:r>
              <a:rPr lang="en-IN" dirty="0"/>
              <a:t>10</a:t>
            </a:r>
          </a:p>
        </p:txBody>
      </p:sp>
      <p:sp>
        <p:nvSpPr>
          <p:cNvPr id="24" name="TextBox 23">
            <a:extLst>
              <a:ext uri="{FF2B5EF4-FFF2-40B4-BE49-F238E27FC236}">
                <a16:creationId xmlns:a16="http://schemas.microsoft.com/office/drawing/2014/main" id="{49DDDCC8-2F2D-A5CC-ABAE-FED378AA0D77}"/>
              </a:ext>
            </a:extLst>
          </p:cNvPr>
          <p:cNvSpPr txBox="1"/>
          <p:nvPr/>
        </p:nvSpPr>
        <p:spPr>
          <a:xfrm>
            <a:off x="7355557" y="2936979"/>
            <a:ext cx="418704" cy="369332"/>
          </a:xfrm>
          <a:prstGeom prst="rect">
            <a:avLst/>
          </a:prstGeom>
          <a:noFill/>
        </p:spPr>
        <p:txBody>
          <a:bodyPr wrap="none" rtlCol="0">
            <a:spAutoFit/>
          </a:bodyPr>
          <a:lstStyle/>
          <a:p>
            <a:r>
              <a:rPr lang="en-IN" dirty="0"/>
              <a:t>15</a:t>
            </a:r>
          </a:p>
        </p:txBody>
      </p:sp>
      <p:sp>
        <p:nvSpPr>
          <p:cNvPr id="26" name="TextBox 25">
            <a:extLst>
              <a:ext uri="{FF2B5EF4-FFF2-40B4-BE49-F238E27FC236}">
                <a16:creationId xmlns:a16="http://schemas.microsoft.com/office/drawing/2014/main" id="{96870A91-D560-1AEF-2B5A-FF1C3E44B9BB}"/>
              </a:ext>
            </a:extLst>
          </p:cNvPr>
          <p:cNvSpPr txBox="1"/>
          <p:nvPr/>
        </p:nvSpPr>
        <p:spPr>
          <a:xfrm>
            <a:off x="9107411" y="3058675"/>
            <a:ext cx="418704" cy="369332"/>
          </a:xfrm>
          <a:prstGeom prst="rect">
            <a:avLst/>
          </a:prstGeom>
          <a:noFill/>
        </p:spPr>
        <p:txBody>
          <a:bodyPr wrap="none" rtlCol="0">
            <a:spAutoFit/>
          </a:bodyPr>
          <a:lstStyle/>
          <a:p>
            <a:r>
              <a:rPr lang="en-IN" dirty="0"/>
              <a:t>20</a:t>
            </a:r>
          </a:p>
        </p:txBody>
      </p:sp>
      <p:sp>
        <p:nvSpPr>
          <p:cNvPr id="77" name="Oval 76">
            <a:extLst>
              <a:ext uri="{FF2B5EF4-FFF2-40B4-BE49-F238E27FC236}">
                <a16:creationId xmlns:a16="http://schemas.microsoft.com/office/drawing/2014/main" id="{19F5E215-594D-B585-AF71-A673B8D4F41F}"/>
              </a:ext>
            </a:extLst>
          </p:cNvPr>
          <p:cNvSpPr/>
          <p:nvPr/>
        </p:nvSpPr>
        <p:spPr>
          <a:xfrm>
            <a:off x="5161132" y="4145166"/>
            <a:ext cx="518480"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sp>
        <p:nvSpPr>
          <p:cNvPr id="78" name="Oval 77">
            <a:extLst>
              <a:ext uri="{FF2B5EF4-FFF2-40B4-BE49-F238E27FC236}">
                <a16:creationId xmlns:a16="http://schemas.microsoft.com/office/drawing/2014/main" id="{D0A86D49-D085-9C2B-2349-6242207AACF3}"/>
              </a:ext>
            </a:extLst>
          </p:cNvPr>
          <p:cNvSpPr/>
          <p:nvPr/>
        </p:nvSpPr>
        <p:spPr>
          <a:xfrm>
            <a:off x="6175228" y="4145166"/>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79" name="Straight Connector 78">
            <a:extLst>
              <a:ext uri="{FF2B5EF4-FFF2-40B4-BE49-F238E27FC236}">
                <a16:creationId xmlns:a16="http://schemas.microsoft.com/office/drawing/2014/main" id="{5DF84486-A183-C31A-2032-BD43DA9E2663}"/>
              </a:ext>
            </a:extLst>
          </p:cNvPr>
          <p:cNvCxnSpPr>
            <a:cxnSpLocks/>
            <a:stCxn id="8" idx="3"/>
            <a:endCxn id="77" idx="0"/>
          </p:cNvCxnSpPr>
          <p:nvPr/>
        </p:nvCxnSpPr>
        <p:spPr>
          <a:xfrm flipH="1">
            <a:off x="5420372" y="3339035"/>
            <a:ext cx="552420" cy="806131"/>
          </a:xfrm>
          <a:prstGeom prst="line">
            <a:avLst/>
          </a:prstGeom>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611F28DD-338C-7153-7854-2EA444BE435B}"/>
              </a:ext>
            </a:extLst>
          </p:cNvPr>
          <p:cNvSpPr txBox="1"/>
          <p:nvPr/>
        </p:nvSpPr>
        <p:spPr>
          <a:xfrm>
            <a:off x="5001668" y="3837665"/>
            <a:ext cx="418704" cy="369332"/>
          </a:xfrm>
          <a:prstGeom prst="rect">
            <a:avLst/>
          </a:prstGeom>
          <a:noFill/>
        </p:spPr>
        <p:txBody>
          <a:bodyPr wrap="none" rtlCol="0">
            <a:spAutoFit/>
          </a:bodyPr>
          <a:lstStyle/>
          <a:p>
            <a:r>
              <a:rPr lang="en-IN" dirty="0"/>
              <a:t>14</a:t>
            </a:r>
          </a:p>
        </p:txBody>
      </p:sp>
      <p:cxnSp>
        <p:nvCxnSpPr>
          <p:cNvPr id="81" name="Straight Connector 80">
            <a:extLst>
              <a:ext uri="{FF2B5EF4-FFF2-40B4-BE49-F238E27FC236}">
                <a16:creationId xmlns:a16="http://schemas.microsoft.com/office/drawing/2014/main" id="{FDE7D79E-F49E-FEEA-6FA8-65F9B67DFAFF}"/>
              </a:ext>
            </a:extLst>
          </p:cNvPr>
          <p:cNvCxnSpPr>
            <a:cxnSpLocks/>
            <a:stCxn id="8" idx="4"/>
            <a:endCxn id="78" idx="0"/>
          </p:cNvCxnSpPr>
          <p:nvPr/>
        </p:nvCxnSpPr>
        <p:spPr>
          <a:xfrm>
            <a:off x="6173778" y="3405155"/>
            <a:ext cx="272274" cy="740011"/>
          </a:xfrm>
          <a:prstGeom prst="line">
            <a:avLst/>
          </a:prstGeom>
        </p:spPr>
        <p:style>
          <a:lnRef idx="1">
            <a:schemeClr val="accent1"/>
          </a:lnRef>
          <a:fillRef idx="0">
            <a:schemeClr val="accent1"/>
          </a:fillRef>
          <a:effectRef idx="0">
            <a:schemeClr val="accent1"/>
          </a:effectRef>
          <a:fontRef idx="minor">
            <a:schemeClr val="tx1"/>
          </a:fontRef>
        </p:style>
      </p:cxnSp>
      <p:sp>
        <p:nvSpPr>
          <p:cNvPr id="82" name="TextBox 81">
            <a:extLst>
              <a:ext uri="{FF2B5EF4-FFF2-40B4-BE49-F238E27FC236}">
                <a16:creationId xmlns:a16="http://schemas.microsoft.com/office/drawing/2014/main" id="{81BA855D-EC84-A3C7-204D-6CA0CB4CAAC1}"/>
              </a:ext>
            </a:extLst>
          </p:cNvPr>
          <p:cNvSpPr txBox="1"/>
          <p:nvPr/>
        </p:nvSpPr>
        <p:spPr>
          <a:xfrm>
            <a:off x="5918670" y="3922660"/>
            <a:ext cx="418704" cy="369332"/>
          </a:xfrm>
          <a:prstGeom prst="rect">
            <a:avLst/>
          </a:prstGeom>
          <a:noFill/>
        </p:spPr>
        <p:txBody>
          <a:bodyPr wrap="none" rtlCol="0">
            <a:spAutoFit/>
          </a:bodyPr>
          <a:lstStyle/>
          <a:p>
            <a:r>
              <a:rPr lang="en-IN" dirty="0"/>
              <a:t>18</a:t>
            </a:r>
          </a:p>
        </p:txBody>
      </p:sp>
      <p:sp>
        <p:nvSpPr>
          <p:cNvPr id="88" name="Oval 87">
            <a:extLst>
              <a:ext uri="{FF2B5EF4-FFF2-40B4-BE49-F238E27FC236}">
                <a16:creationId xmlns:a16="http://schemas.microsoft.com/office/drawing/2014/main" id="{90E68E09-CA1A-4FE2-E1D7-077A0AC59B4B}"/>
              </a:ext>
            </a:extLst>
          </p:cNvPr>
          <p:cNvSpPr/>
          <p:nvPr/>
        </p:nvSpPr>
        <p:spPr>
          <a:xfrm>
            <a:off x="5154935" y="5275437"/>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89" name="Straight Connector 88">
            <a:extLst>
              <a:ext uri="{FF2B5EF4-FFF2-40B4-BE49-F238E27FC236}">
                <a16:creationId xmlns:a16="http://schemas.microsoft.com/office/drawing/2014/main" id="{6E0985B3-502E-09AC-6D21-C1AC201DB054}"/>
              </a:ext>
            </a:extLst>
          </p:cNvPr>
          <p:cNvCxnSpPr>
            <a:cxnSpLocks/>
            <a:stCxn id="77" idx="4"/>
            <a:endCxn id="88" idx="0"/>
          </p:cNvCxnSpPr>
          <p:nvPr/>
        </p:nvCxnSpPr>
        <p:spPr>
          <a:xfrm>
            <a:off x="5420372" y="4635982"/>
            <a:ext cx="5387" cy="639455"/>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a:extLst>
              <a:ext uri="{FF2B5EF4-FFF2-40B4-BE49-F238E27FC236}">
                <a16:creationId xmlns:a16="http://schemas.microsoft.com/office/drawing/2014/main" id="{52619CB8-55A6-32A6-B5A6-3F7974BF573B}"/>
              </a:ext>
            </a:extLst>
          </p:cNvPr>
          <p:cNvSpPr txBox="1"/>
          <p:nvPr/>
        </p:nvSpPr>
        <p:spPr>
          <a:xfrm>
            <a:off x="4923097" y="4973994"/>
            <a:ext cx="418704" cy="369332"/>
          </a:xfrm>
          <a:prstGeom prst="rect">
            <a:avLst/>
          </a:prstGeom>
          <a:noFill/>
        </p:spPr>
        <p:txBody>
          <a:bodyPr wrap="none" rtlCol="0">
            <a:spAutoFit/>
          </a:bodyPr>
          <a:lstStyle/>
          <a:p>
            <a:r>
              <a:rPr lang="en-IN" dirty="0"/>
              <a:t>16</a:t>
            </a:r>
          </a:p>
        </p:txBody>
      </p:sp>
      <p:sp>
        <p:nvSpPr>
          <p:cNvPr id="96" name="TextBox 95">
            <a:extLst>
              <a:ext uri="{FF2B5EF4-FFF2-40B4-BE49-F238E27FC236}">
                <a16:creationId xmlns:a16="http://schemas.microsoft.com/office/drawing/2014/main" id="{C9A28A1B-2C8F-9321-7C9C-9D9319168698}"/>
              </a:ext>
            </a:extLst>
          </p:cNvPr>
          <p:cNvSpPr txBox="1"/>
          <p:nvPr/>
        </p:nvSpPr>
        <p:spPr>
          <a:xfrm>
            <a:off x="9117868" y="3468333"/>
            <a:ext cx="1201334" cy="369332"/>
          </a:xfrm>
          <a:prstGeom prst="rect">
            <a:avLst/>
          </a:prstGeom>
          <a:noFill/>
        </p:spPr>
        <p:txBody>
          <a:bodyPr wrap="square" rtlCol="0">
            <a:spAutoFit/>
          </a:bodyPr>
          <a:lstStyle/>
          <a:p>
            <a:r>
              <a:rPr lang="en-IN" b="1" dirty="0"/>
              <a:t>Solution-1</a:t>
            </a:r>
          </a:p>
        </p:txBody>
      </p:sp>
      <p:sp>
        <p:nvSpPr>
          <p:cNvPr id="97" name="TextBox 96">
            <a:extLst>
              <a:ext uri="{FF2B5EF4-FFF2-40B4-BE49-F238E27FC236}">
                <a16:creationId xmlns:a16="http://schemas.microsoft.com/office/drawing/2014/main" id="{20B7ADFF-D7E6-2D68-B4FC-54F8A19ABFDA}"/>
              </a:ext>
            </a:extLst>
          </p:cNvPr>
          <p:cNvSpPr txBox="1"/>
          <p:nvPr/>
        </p:nvSpPr>
        <p:spPr>
          <a:xfrm>
            <a:off x="5653130" y="6265910"/>
            <a:ext cx="4302610" cy="461665"/>
          </a:xfrm>
          <a:prstGeom prst="rect">
            <a:avLst/>
          </a:prstGeom>
          <a:noFill/>
        </p:spPr>
        <p:txBody>
          <a:bodyPr wrap="square" rtlCol="0">
            <a:spAutoFit/>
          </a:bodyPr>
          <a:lstStyle/>
          <a:p>
            <a:pPr algn="ctr"/>
            <a:r>
              <a:rPr lang="en-IN" sz="2400" b="1" dirty="0">
                <a:highlight>
                  <a:srgbClr val="C0C0C0"/>
                </a:highlight>
              </a:rPr>
              <a:t>State space Tree (Solution Tree) </a:t>
            </a:r>
          </a:p>
        </p:txBody>
      </p:sp>
      <p:sp>
        <p:nvSpPr>
          <p:cNvPr id="98" name="Oval 97">
            <a:extLst>
              <a:ext uri="{FF2B5EF4-FFF2-40B4-BE49-F238E27FC236}">
                <a16:creationId xmlns:a16="http://schemas.microsoft.com/office/drawing/2014/main" id="{1C97767E-7786-ED96-6D17-7EB1F647C607}"/>
              </a:ext>
            </a:extLst>
          </p:cNvPr>
          <p:cNvSpPr/>
          <p:nvPr/>
        </p:nvSpPr>
        <p:spPr>
          <a:xfrm>
            <a:off x="2001520" y="1682109"/>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1</a:t>
            </a:r>
          </a:p>
        </p:txBody>
      </p:sp>
      <p:sp>
        <p:nvSpPr>
          <p:cNvPr id="100" name="Oval 99">
            <a:extLst>
              <a:ext uri="{FF2B5EF4-FFF2-40B4-BE49-F238E27FC236}">
                <a16:creationId xmlns:a16="http://schemas.microsoft.com/office/drawing/2014/main" id="{6CE2B522-4D25-F197-DBDB-49DBA7AB1654}"/>
              </a:ext>
            </a:extLst>
          </p:cNvPr>
          <p:cNvSpPr/>
          <p:nvPr/>
        </p:nvSpPr>
        <p:spPr>
          <a:xfrm>
            <a:off x="762278" y="2772194"/>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sp>
        <p:nvSpPr>
          <p:cNvPr id="102" name="Oval 101">
            <a:extLst>
              <a:ext uri="{FF2B5EF4-FFF2-40B4-BE49-F238E27FC236}">
                <a16:creationId xmlns:a16="http://schemas.microsoft.com/office/drawing/2014/main" id="{785C73BD-EAEB-E934-3BD4-CA1D485BEFB9}"/>
              </a:ext>
            </a:extLst>
          </p:cNvPr>
          <p:cNvSpPr/>
          <p:nvPr/>
        </p:nvSpPr>
        <p:spPr>
          <a:xfrm>
            <a:off x="3255643" y="2795763"/>
            <a:ext cx="568474"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sp>
        <p:nvSpPr>
          <p:cNvPr id="104" name="Oval 103">
            <a:extLst>
              <a:ext uri="{FF2B5EF4-FFF2-40B4-BE49-F238E27FC236}">
                <a16:creationId xmlns:a16="http://schemas.microsoft.com/office/drawing/2014/main" id="{C314BECF-5FC6-244F-ED62-86E7A55E8176}"/>
              </a:ext>
            </a:extLst>
          </p:cNvPr>
          <p:cNvSpPr/>
          <p:nvPr/>
        </p:nvSpPr>
        <p:spPr>
          <a:xfrm>
            <a:off x="2001520" y="3909417"/>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106" name="Straight Connector 105">
            <a:extLst>
              <a:ext uri="{FF2B5EF4-FFF2-40B4-BE49-F238E27FC236}">
                <a16:creationId xmlns:a16="http://schemas.microsoft.com/office/drawing/2014/main" id="{2F58131E-D145-251E-271C-685E297DE494}"/>
              </a:ext>
            </a:extLst>
          </p:cNvPr>
          <p:cNvCxnSpPr>
            <a:stCxn id="98" idx="4"/>
            <a:endCxn id="104" idx="0"/>
          </p:cNvCxnSpPr>
          <p:nvPr/>
        </p:nvCxnSpPr>
        <p:spPr>
          <a:xfrm>
            <a:off x="2278521" y="2240487"/>
            <a:ext cx="0" cy="1668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26526278-3B03-F2FC-CBC7-4D763DDE450E}"/>
              </a:ext>
            </a:extLst>
          </p:cNvPr>
          <p:cNvCxnSpPr>
            <a:stCxn id="100" idx="6"/>
            <a:endCxn id="102" idx="2"/>
          </p:cNvCxnSpPr>
          <p:nvPr/>
        </p:nvCxnSpPr>
        <p:spPr>
          <a:xfrm>
            <a:off x="1316280" y="3051383"/>
            <a:ext cx="1939363" cy="23569"/>
          </a:xfrm>
          <a:prstGeom prst="line">
            <a:avLst/>
          </a:prstGeom>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1D08DDB2-9497-017F-5693-321E8887DAB9}"/>
              </a:ext>
            </a:extLst>
          </p:cNvPr>
          <p:cNvCxnSpPr>
            <a:cxnSpLocks/>
            <a:stCxn id="98" idx="2"/>
            <a:endCxn id="100" idx="0"/>
          </p:cNvCxnSpPr>
          <p:nvPr/>
        </p:nvCxnSpPr>
        <p:spPr>
          <a:xfrm flipH="1">
            <a:off x="1039279" y="1961298"/>
            <a:ext cx="962241" cy="8108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52E246C2-6C54-3ACB-BD91-64F3442C8BDD}"/>
              </a:ext>
            </a:extLst>
          </p:cNvPr>
          <p:cNvCxnSpPr>
            <a:cxnSpLocks/>
            <a:stCxn id="98" idx="6"/>
            <a:endCxn id="102" idx="0"/>
          </p:cNvCxnSpPr>
          <p:nvPr/>
        </p:nvCxnSpPr>
        <p:spPr>
          <a:xfrm>
            <a:off x="2555522" y="1961298"/>
            <a:ext cx="984358" cy="8344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1C2F52F0-68D4-F939-E923-AA66FF8A7179}"/>
              </a:ext>
            </a:extLst>
          </p:cNvPr>
          <p:cNvCxnSpPr>
            <a:stCxn id="100" idx="4"/>
            <a:endCxn id="104" idx="2"/>
          </p:cNvCxnSpPr>
          <p:nvPr/>
        </p:nvCxnSpPr>
        <p:spPr>
          <a:xfrm>
            <a:off x="1039279" y="3330572"/>
            <a:ext cx="962241" cy="858034"/>
          </a:xfrm>
          <a:prstGeom prst="line">
            <a:avLst/>
          </a:prstGeom>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598E15E0-A52A-FD0B-196B-189FEDB97610}"/>
              </a:ext>
            </a:extLst>
          </p:cNvPr>
          <p:cNvCxnSpPr>
            <a:stCxn id="102" idx="4"/>
            <a:endCxn id="104" idx="6"/>
          </p:cNvCxnSpPr>
          <p:nvPr/>
        </p:nvCxnSpPr>
        <p:spPr>
          <a:xfrm flipH="1">
            <a:off x="2555522" y="3354141"/>
            <a:ext cx="984358" cy="834465"/>
          </a:xfrm>
          <a:prstGeom prst="line">
            <a:avLst/>
          </a:prstGeom>
        </p:spPr>
        <p:style>
          <a:lnRef idx="1">
            <a:schemeClr val="accent1"/>
          </a:lnRef>
          <a:fillRef idx="0">
            <a:schemeClr val="accent1"/>
          </a:fillRef>
          <a:effectRef idx="0">
            <a:schemeClr val="accent1"/>
          </a:effectRef>
          <a:fontRef idx="minor">
            <a:schemeClr val="tx1"/>
          </a:fontRef>
        </p:style>
      </p:cxnSp>
      <p:sp>
        <p:nvSpPr>
          <p:cNvPr id="124" name="TextBox 123">
            <a:extLst>
              <a:ext uri="{FF2B5EF4-FFF2-40B4-BE49-F238E27FC236}">
                <a16:creationId xmlns:a16="http://schemas.microsoft.com/office/drawing/2014/main" id="{0CF18CEA-675E-7FA3-7A4C-C7FDC2CBFCCF}"/>
              </a:ext>
            </a:extLst>
          </p:cNvPr>
          <p:cNvSpPr txBox="1"/>
          <p:nvPr/>
        </p:nvSpPr>
        <p:spPr>
          <a:xfrm>
            <a:off x="1692140" y="1312777"/>
            <a:ext cx="1163320" cy="369332"/>
          </a:xfrm>
          <a:prstGeom prst="rect">
            <a:avLst/>
          </a:prstGeom>
          <a:noFill/>
        </p:spPr>
        <p:txBody>
          <a:bodyPr wrap="square" rtlCol="0">
            <a:spAutoFit/>
          </a:bodyPr>
          <a:lstStyle/>
          <a:p>
            <a:pPr algn="ctr"/>
            <a:r>
              <a:rPr lang="en-IN" dirty="0"/>
              <a:t>Start</a:t>
            </a:r>
          </a:p>
        </p:txBody>
      </p:sp>
      <p:sp>
        <p:nvSpPr>
          <p:cNvPr id="126" name="TextBox 125">
            <a:extLst>
              <a:ext uri="{FF2B5EF4-FFF2-40B4-BE49-F238E27FC236}">
                <a16:creationId xmlns:a16="http://schemas.microsoft.com/office/drawing/2014/main" id="{DC6DA389-DBF6-EE4A-5A76-BB63937396D0}"/>
              </a:ext>
            </a:extLst>
          </p:cNvPr>
          <p:cNvSpPr txBox="1"/>
          <p:nvPr/>
        </p:nvSpPr>
        <p:spPr>
          <a:xfrm>
            <a:off x="1723120" y="4465820"/>
            <a:ext cx="1163320" cy="369332"/>
          </a:xfrm>
          <a:prstGeom prst="rect">
            <a:avLst/>
          </a:prstGeom>
          <a:noFill/>
        </p:spPr>
        <p:txBody>
          <a:bodyPr wrap="square" rtlCol="0">
            <a:spAutoFit/>
          </a:bodyPr>
          <a:lstStyle/>
          <a:p>
            <a:pPr algn="ctr"/>
            <a:r>
              <a:rPr lang="en-IN" dirty="0"/>
              <a:t>Goal</a:t>
            </a:r>
          </a:p>
        </p:txBody>
      </p:sp>
      <p:sp>
        <p:nvSpPr>
          <p:cNvPr id="127" name="TextBox 126">
            <a:extLst>
              <a:ext uri="{FF2B5EF4-FFF2-40B4-BE49-F238E27FC236}">
                <a16:creationId xmlns:a16="http://schemas.microsoft.com/office/drawing/2014/main" id="{3D719CB7-2EF2-F793-8168-79808B971A1C}"/>
              </a:ext>
            </a:extLst>
          </p:cNvPr>
          <p:cNvSpPr txBox="1"/>
          <p:nvPr/>
        </p:nvSpPr>
        <p:spPr>
          <a:xfrm>
            <a:off x="1255447" y="2068178"/>
            <a:ext cx="472753" cy="369332"/>
          </a:xfrm>
          <a:prstGeom prst="rect">
            <a:avLst/>
          </a:prstGeom>
          <a:noFill/>
        </p:spPr>
        <p:txBody>
          <a:bodyPr wrap="square" rtlCol="0">
            <a:spAutoFit/>
          </a:bodyPr>
          <a:lstStyle/>
          <a:p>
            <a:r>
              <a:rPr lang="en-IN" dirty="0"/>
              <a:t>10</a:t>
            </a:r>
          </a:p>
        </p:txBody>
      </p:sp>
      <p:sp>
        <p:nvSpPr>
          <p:cNvPr id="129" name="TextBox 128">
            <a:extLst>
              <a:ext uri="{FF2B5EF4-FFF2-40B4-BE49-F238E27FC236}">
                <a16:creationId xmlns:a16="http://schemas.microsoft.com/office/drawing/2014/main" id="{D13532A4-6DC0-0E92-CE7B-514AAD73D517}"/>
              </a:ext>
            </a:extLst>
          </p:cNvPr>
          <p:cNvSpPr txBox="1"/>
          <p:nvPr/>
        </p:nvSpPr>
        <p:spPr>
          <a:xfrm>
            <a:off x="3006284" y="2077916"/>
            <a:ext cx="472753" cy="369332"/>
          </a:xfrm>
          <a:prstGeom prst="rect">
            <a:avLst/>
          </a:prstGeom>
          <a:noFill/>
        </p:spPr>
        <p:txBody>
          <a:bodyPr wrap="square" rtlCol="0">
            <a:spAutoFit/>
          </a:bodyPr>
          <a:lstStyle/>
          <a:p>
            <a:r>
              <a:rPr lang="en-IN" dirty="0"/>
              <a:t>15</a:t>
            </a:r>
          </a:p>
        </p:txBody>
      </p:sp>
      <p:sp>
        <p:nvSpPr>
          <p:cNvPr id="131" name="TextBox 130">
            <a:extLst>
              <a:ext uri="{FF2B5EF4-FFF2-40B4-BE49-F238E27FC236}">
                <a16:creationId xmlns:a16="http://schemas.microsoft.com/office/drawing/2014/main" id="{8D3F72DF-3CB1-04CF-A4B0-FCB8CE58FD2C}"/>
              </a:ext>
            </a:extLst>
          </p:cNvPr>
          <p:cNvSpPr txBox="1"/>
          <p:nvPr/>
        </p:nvSpPr>
        <p:spPr>
          <a:xfrm>
            <a:off x="2201851" y="3300768"/>
            <a:ext cx="472753" cy="369332"/>
          </a:xfrm>
          <a:prstGeom prst="rect">
            <a:avLst/>
          </a:prstGeom>
          <a:noFill/>
        </p:spPr>
        <p:txBody>
          <a:bodyPr wrap="square" rtlCol="0">
            <a:spAutoFit/>
          </a:bodyPr>
          <a:lstStyle/>
          <a:p>
            <a:r>
              <a:rPr lang="en-IN" dirty="0"/>
              <a:t>20</a:t>
            </a:r>
          </a:p>
        </p:txBody>
      </p:sp>
      <p:sp>
        <p:nvSpPr>
          <p:cNvPr id="139" name="TextBox 138">
            <a:extLst>
              <a:ext uri="{FF2B5EF4-FFF2-40B4-BE49-F238E27FC236}">
                <a16:creationId xmlns:a16="http://schemas.microsoft.com/office/drawing/2014/main" id="{7523FD93-3521-C3F9-DA08-500DEADF4210}"/>
              </a:ext>
            </a:extLst>
          </p:cNvPr>
          <p:cNvSpPr txBox="1"/>
          <p:nvPr/>
        </p:nvSpPr>
        <p:spPr>
          <a:xfrm>
            <a:off x="1425566" y="2743200"/>
            <a:ext cx="472753" cy="369332"/>
          </a:xfrm>
          <a:prstGeom prst="rect">
            <a:avLst/>
          </a:prstGeom>
          <a:noFill/>
        </p:spPr>
        <p:txBody>
          <a:bodyPr wrap="square" rtlCol="0">
            <a:spAutoFit/>
          </a:bodyPr>
          <a:lstStyle/>
          <a:p>
            <a:r>
              <a:rPr lang="en-IN" dirty="0"/>
              <a:t>4</a:t>
            </a:r>
          </a:p>
        </p:txBody>
      </p:sp>
      <p:sp>
        <p:nvSpPr>
          <p:cNvPr id="141" name="TextBox 140">
            <a:extLst>
              <a:ext uri="{FF2B5EF4-FFF2-40B4-BE49-F238E27FC236}">
                <a16:creationId xmlns:a16="http://schemas.microsoft.com/office/drawing/2014/main" id="{946245F6-9C7F-EFF3-3964-72CCF844B9B9}"/>
              </a:ext>
            </a:extLst>
          </p:cNvPr>
          <p:cNvSpPr txBox="1"/>
          <p:nvPr/>
        </p:nvSpPr>
        <p:spPr>
          <a:xfrm>
            <a:off x="1121088" y="3693376"/>
            <a:ext cx="472753" cy="369332"/>
          </a:xfrm>
          <a:prstGeom prst="rect">
            <a:avLst/>
          </a:prstGeom>
          <a:noFill/>
        </p:spPr>
        <p:txBody>
          <a:bodyPr wrap="square" rtlCol="0">
            <a:spAutoFit/>
          </a:bodyPr>
          <a:lstStyle/>
          <a:p>
            <a:r>
              <a:rPr lang="en-IN" dirty="0"/>
              <a:t>8</a:t>
            </a:r>
          </a:p>
        </p:txBody>
      </p:sp>
      <p:sp>
        <p:nvSpPr>
          <p:cNvPr id="143" name="TextBox 142">
            <a:extLst>
              <a:ext uri="{FF2B5EF4-FFF2-40B4-BE49-F238E27FC236}">
                <a16:creationId xmlns:a16="http://schemas.microsoft.com/office/drawing/2014/main" id="{C83B1ED4-D855-BDB6-AD0E-905BCB3BE41F}"/>
              </a:ext>
            </a:extLst>
          </p:cNvPr>
          <p:cNvSpPr txBox="1"/>
          <p:nvPr/>
        </p:nvSpPr>
        <p:spPr>
          <a:xfrm>
            <a:off x="3025019" y="3724751"/>
            <a:ext cx="472753" cy="369332"/>
          </a:xfrm>
          <a:prstGeom prst="rect">
            <a:avLst/>
          </a:prstGeom>
          <a:noFill/>
        </p:spPr>
        <p:txBody>
          <a:bodyPr wrap="square" rtlCol="0">
            <a:spAutoFit/>
          </a:bodyPr>
          <a:lstStyle/>
          <a:p>
            <a:r>
              <a:rPr lang="en-IN" dirty="0"/>
              <a:t>2</a:t>
            </a:r>
          </a:p>
        </p:txBody>
      </p:sp>
      <p:sp>
        <p:nvSpPr>
          <p:cNvPr id="144" name="TextBox 143">
            <a:extLst>
              <a:ext uri="{FF2B5EF4-FFF2-40B4-BE49-F238E27FC236}">
                <a16:creationId xmlns:a16="http://schemas.microsoft.com/office/drawing/2014/main" id="{EA98E542-0BE4-E19D-1979-BEE436D18BFB}"/>
              </a:ext>
            </a:extLst>
          </p:cNvPr>
          <p:cNvSpPr txBox="1"/>
          <p:nvPr/>
        </p:nvSpPr>
        <p:spPr>
          <a:xfrm>
            <a:off x="803103" y="4886761"/>
            <a:ext cx="2642629" cy="461665"/>
          </a:xfrm>
          <a:prstGeom prst="rect">
            <a:avLst/>
          </a:prstGeom>
          <a:noFill/>
        </p:spPr>
        <p:txBody>
          <a:bodyPr wrap="square" rtlCol="0">
            <a:spAutoFit/>
          </a:bodyPr>
          <a:lstStyle/>
          <a:p>
            <a:pPr algn="ctr"/>
            <a:r>
              <a:rPr lang="en-IN" sz="2400" b="1" dirty="0">
                <a:highlight>
                  <a:srgbClr val="C0C0C0"/>
                </a:highlight>
              </a:rPr>
              <a:t>Graph </a:t>
            </a:r>
          </a:p>
        </p:txBody>
      </p:sp>
      <p:sp>
        <p:nvSpPr>
          <p:cNvPr id="6" name="TextBox 5">
            <a:extLst>
              <a:ext uri="{FF2B5EF4-FFF2-40B4-BE49-F238E27FC236}">
                <a16:creationId xmlns:a16="http://schemas.microsoft.com/office/drawing/2014/main" id="{3BEF2B92-53AD-F624-82CF-7BE73F87E771}"/>
              </a:ext>
            </a:extLst>
          </p:cNvPr>
          <p:cNvSpPr txBox="1"/>
          <p:nvPr/>
        </p:nvSpPr>
        <p:spPr>
          <a:xfrm>
            <a:off x="5938670" y="1123707"/>
            <a:ext cx="4302610" cy="506421"/>
          </a:xfrm>
          <a:prstGeom prst="rect">
            <a:avLst/>
          </a:prstGeom>
          <a:noFill/>
        </p:spPr>
        <p:txBody>
          <a:bodyPr wrap="square">
            <a:spAutoFit/>
          </a:bodyPr>
          <a:lstStyle/>
          <a:p>
            <a:pPr algn="ctr">
              <a:lnSpc>
                <a:spcPct val="170000"/>
              </a:lnSpc>
            </a:pPr>
            <a:r>
              <a:rPr lang="en-IN" b="1" dirty="0"/>
              <a:t>Depth</a:t>
            </a:r>
            <a:r>
              <a:rPr lang="en-IN" sz="1800" b="1" dirty="0"/>
              <a:t> First Search (DFS)</a:t>
            </a:r>
          </a:p>
        </p:txBody>
      </p:sp>
      <p:sp>
        <p:nvSpPr>
          <p:cNvPr id="15" name="Oval 14">
            <a:extLst>
              <a:ext uri="{FF2B5EF4-FFF2-40B4-BE49-F238E27FC236}">
                <a16:creationId xmlns:a16="http://schemas.microsoft.com/office/drawing/2014/main" id="{2D2ABB81-1652-7745-2378-379947777E82}"/>
              </a:ext>
            </a:extLst>
          </p:cNvPr>
          <p:cNvSpPr/>
          <p:nvPr/>
        </p:nvSpPr>
        <p:spPr>
          <a:xfrm>
            <a:off x="8230170" y="4206997"/>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16" name="Straight Connector 15">
            <a:extLst>
              <a:ext uri="{FF2B5EF4-FFF2-40B4-BE49-F238E27FC236}">
                <a16:creationId xmlns:a16="http://schemas.microsoft.com/office/drawing/2014/main" id="{0A6D2289-9639-B13A-74FF-68186600101C}"/>
              </a:ext>
            </a:extLst>
          </p:cNvPr>
          <p:cNvCxnSpPr>
            <a:cxnSpLocks/>
            <a:stCxn id="12" idx="4"/>
            <a:endCxn id="15" idx="0"/>
          </p:cNvCxnSpPr>
          <p:nvPr/>
        </p:nvCxnSpPr>
        <p:spPr>
          <a:xfrm>
            <a:off x="7909353" y="3577584"/>
            <a:ext cx="591641" cy="629413"/>
          </a:xfrm>
          <a:prstGeom prst="line">
            <a:avLst/>
          </a:prstGeom>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509DA4C4-2D64-46C5-84DC-2A94B82E70AA}"/>
              </a:ext>
            </a:extLst>
          </p:cNvPr>
          <p:cNvSpPr/>
          <p:nvPr/>
        </p:nvSpPr>
        <p:spPr>
          <a:xfrm>
            <a:off x="7187178" y="4217473"/>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cxnSp>
        <p:nvCxnSpPr>
          <p:cNvPr id="27" name="Straight Connector 26">
            <a:extLst>
              <a:ext uri="{FF2B5EF4-FFF2-40B4-BE49-F238E27FC236}">
                <a16:creationId xmlns:a16="http://schemas.microsoft.com/office/drawing/2014/main" id="{E2B25B08-B895-B3FB-D7A4-5098DEFB623F}"/>
              </a:ext>
            </a:extLst>
          </p:cNvPr>
          <p:cNvCxnSpPr>
            <a:cxnSpLocks/>
            <a:stCxn id="12" idx="4"/>
            <a:endCxn id="25" idx="0"/>
          </p:cNvCxnSpPr>
          <p:nvPr/>
        </p:nvCxnSpPr>
        <p:spPr>
          <a:xfrm flipH="1">
            <a:off x="7458002" y="3577584"/>
            <a:ext cx="451351" cy="639889"/>
          </a:xfrm>
          <a:prstGeom prst="line">
            <a:avLst/>
          </a:prstGeom>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FDACD854-1415-6817-0A88-40D7DA6D37E6}"/>
              </a:ext>
            </a:extLst>
          </p:cNvPr>
          <p:cNvSpPr/>
          <p:nvPr/>
        </p:nvSpPr>
        <p:spPr>
          <a:xfrm>
            <a:off x="7187178" y="5359409"/>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52" name="Straight Connector 51">
            <a:extLst>
              <a:ext uri="{FF2B5EF4-FFF2-40B4-BE49-F238E27FC236}">
                <a16:creationId xmlns:a16="http://schemas.microsoft.com/office/drawing/2014/main" id="{D37D6E2A-2265-F5D7-697A-0365307F0E14}"/>
              </a:ext>
            </a:extLst>
          </p:cNvPr>
          <p:cNvCxnSpPr>
            <a:cxnSpLocks/>
            <a:stCxn id="25" idx="4"/>
            <a:endCxn id="50" idx="0"/>
          </p:cNvCxnSpPr>
          <p:nvPr/>
        </p:nvCxnSpPr>
        <p:spPr>
          <a:xfrm>
            <a:off x="7458002" y="4708289"/>
            <a:ext cx="0" cy="651120"/>
          </a:xfrm>
          <a:prstGeom prst="line">
            <a:avLst/>
          </a:prstGeom>
        </p:spPr>
        <p:style>
          <a:lnRef idx="1">
            <a:schemeClr val="accent1"/>
          </a:lnRef>
          <a:fillRef idx="0">
            <a:schemeClr val="accent1"/>
          </a:fillRef>
          <a:effectRef idx="0">
            <a:schemeClr val="accent1"/>
          </a:effectRef>
          <a:fontRef idx="minor">
            <a:schemeClr val="tx1"/>
          </a:fontRef>
        </p:style>
      </p:cxnSp>
      <p:sp>
        <p:nvSpPr>
          <p:cNvPr id="67" name="TextBox 66">
            <a:extLst>
              <a:ext uri="{FF2B5EF4-FFF2-40B4-BE49-F238E27FC236}">
                <a16:creationId xmlns:a16="http://schemas.microsoft.com/office/drawing/2014/main" id="{CDB3A54C-6814-F33B-AF05-54248F9759BF}"/>
              </a:ext>
            </a:extLst>
          </p:cNvPr>
          <p:cNvSpPr txBox="1"/>
          <p:nvPr/>
        </p:nvSpPr>
        <p:spPr>
          <a:xfrm>
            <a:off x="7096317" y="3871510"/>
            <a:ext cx="418704" cy="369332"/>
          </a:xfrm>
          <a:prstGeom prst="rect">
            <a:avLst/>
          </a:prstGeom>
          <a:noFill/>
        </p:spPr>
        <p:txBody>
          <a:bodyPr wrap="none" rtlCol="0">
            <a:spAutoFit/>
          </a:bodyPr>
          <a:lstStyle/>
          <a:p>
            <a:r>
              <a:rPr lang="en-IN" dirty="0"/>
              <a:t>19</a:t>
            </a:r>
          </a:p>
        </p:txBody>
      </p:sp>
      <p:sp>
        <p:nvSpPr>
          <p:cNvPr id="74" name="TextBox 73">
            <a:extLst>
              <a:ext uri="{FF2B5EF4-FFF2-40B4-BE49-F238E27FC236}">
                <a16:creationId xmlns:a16="http://schemas.microsoft.com/office/drawing/2014/main" id="{3BB4BAC1-CF48-EE38-8742-464395F9C36F}"/>
              </a:ext>
            </a:extLst>
          </p:cNvPr>
          <p:cNvSpPr txBox="1"/>
          <p:nvPr/>
        </p:nvSpPr>
        <p:spPr>
          <a:xfrm>
            <a:off x="7037948" y="5050819"/>
            <a:ext cx="418704" cy="369332"/>
          </a:xfrm>
          <a:prstGeom prst="rect">
            <a:avLst/>
          </a:prstGeom>
          <a:noFill/>
        </p:spPr>
        <p:txBody>
          <a:bodyPr wrap="none" rtlCol="0">
            <a:spAutoFit/>
          </a:bodyPr>
          <a:lstStyle/>
          <a:p>
            <a:r>
              <a:rPr lang="en-IN" dirty="0"/>
              <a:t>27</a:t>
            </a:r>
          </a:p>
        </p:txBody>
      </p:sp>
      <p:sp>
        <p:nvSpPr>
          <p:cNvPr id="76" name="TextBox 75">
            <a:extLst>
              <a:ext uri="{FF2B5EF4-FFF2-40B4-BE49-F238E27FC236}">
                <a16:creationId xmlns:a16="http://schemas.microsoft.com/office/drawing/2014/main" id="{042A09ED-74FB-892D-46D7-75CE501CC37D}"/>
              </a:ext>
            </a:extLst>
          </p:cNvPr>
          <p:cNvSpPr txBox="1"/>
          <p:nvPr/>
        </p:nvSpPr>
        <p:spPr>
          <a:xfrm>
            <a:off x="7985324" y="3956374"/>
            <a:ext cx="418704" cy="369332"/>
          </a:xfrm>
          <a:prstGeom prst="rect">
            <a:avLst/>
          </a:prstGeom>
          <a:noFill/>
        </p:spPr>
        <p:txBody>
          <a:bodyPr wrap="none" rtlCol="0">
            <a:spAutoFit/>
          </a:bodyPr>
          <a:lstStyle/>
          <a:p>
            <a:r>
              <a:rPr lang="en-IN" dirty="0"/>
              <a:t>17</a:t>
            </a:r>
          </a:p>
        </p:txBody>
      </p:sp>
      <p:sp>
        <p:nvSpPr>
          <p:cNvPr id="92" name="TextBox 91">
            <a:extLst>
              <a:ext uri="{FF2B5EF4-FFF2-40B4-BE49-F238E27FC236}">
                <a16:creationId xmlns:a16="http://schemas.microsoft.com/office/drawing/2014/main" id="{0E4DA03C-1F94-558D-96BE-DC8E36823C15}"/>
              </a:ext>
            </a:extLst>
          </p:cNvPr>
          <p:cNvSpPr txBox="1"/>
          <p:nvPr/>
        </p:nvSpPr>
        <p:spPr>
          <a:xfrm>
            <a:off x="5845384" y="4638117"/>
            <a:ext cx="1201334" cy="369332"/>
          </a:xfrm>
          <a:prstGeom prst="rect">
            <a:avLst/>
          </a:prstGeom>
          <a:noFill/>
        </p:spPr>
        <p:txBody>
          <a:bodyPr wrap="square" rtlCol="0">
            <a:spAutoFit/>
          </a:bodyPr>
          <a:lstStyle/>
          <a:p>
            <a:r>
              <a:rPr lang="en-IN" b="1" dirty="0"/>
              <a:t>Solution-2</a:t>
            </a:r>
          </a:p>
        </p:txBody>
      </p:sp>
      <p:sp>
        <p:nvSpPr>
          <p:cNvPr id="101" name="TextBox 100">
            <a:extLst>
              <a:ext uri="{FF2B5EF4-FFF2-40B4-BE49-F238E27FC236}">
                <a16:creationId xmlns:a16="http://schemas.microsoft.com/office/drawing/2014/main" id="{536EE7AD-1440-53FD-9EE2-3D7C5105A1D3}"/>
              </a:ext>
            </a:extLst>
          </p:cNvPr>
          <p:cNvSpPr txBox="1"/>
          <p:nvPr/>
        </p:nvSpPr>
        <p:spPr>
          <a:xfrm>
            <a:off x="7985324" y="4686468"/>
            <a:ext cx="1201334" cy="369332"/>
          </a:xfrm>
          <a:prstGeom prst="rect">
            <a:avLst/>
          </a:prstGeom>
          <a:noFill/>
        </p:spPr>
        <p:txBody>
          <a:bodyPr wrap="square" rtlCol="0">
            <a:spAutoFit/>
          </a:bodyPr>
          <a:lstStyle/>
          <a:p>
            <a:r>
              <a:rPr lang="en-IN" b="1" dirty="0"/>
              <a:t>Solution-3</a:t>
            </a:r>
          </a:p>
        </p:txBody>
      </p:sp>
      <p:sp>
        <p:nvSpPr>
          <p:cNvPr id="105" name="TextBox 104">
            <a:extLst>
              <a:ext uri="{FF2B5EF4-FFF2-40B4-BE49-F238E27FC236}">
                <a16:creationId xmlns:a16="http://schemas.microsoft.com/office/drawing/2014/main" id="{AF868829-581B-D58A-8832-5FAFEABEA63A}"/>
              </a:ext>
            </a:extLst>
          </p:cNvPr>
          <p:cNvSpPr txBox="1"/>
          <p:nvPr/>
        </p:nvSpPr>
        <p:spPr>
          <a:xfrm>
            <a:off x="4819705" y="5849217"/>
            <a:ext cx="1201334" cy="369332"/>
          </a:xfrm>
          <a:prstGeom prst="rect">
            <a:avLst/>
          </a:prstGeom>
          <a:noFill/>
        </p:spPr>
        <p:txBody>
          <a:bodyPr wrap="square" rtlCol="0">
            <a:spAutoFit/>
          </a:bodyPr>
          <a:lstStyle/>
          <a:p>
            <a:r>
              <a:rPr lang="en-IN" b="1" dirty="0">
                <a:highlight>
                  <a:srgbClr val="00FE73"/>
                </a:highlight>
              </a:rPr>
              <a:t>Solution-4</a:t>
            </a:r>
          </a:p>
        </p:txBody>
      </p:sp>
      <p:sp>
        <p:nvSpPr>
          <p:cNvPr id="108" name="TextBox 107">
            <a:extLst>
              <a:ext uri="{FF2B5EF4-FFF2-40B4-BE49-F238E27FC236}">
                <a16:creationId xmlns:a16="http://schemas.microsoft.com/office/drawing/2014/main" id="{B3B79F10-16AD-7898-A771-B563F60103AC}"/>
              </a:ext>
            </a:extLst>
          </p:cNvPr>
          <p:cNvSpPr txBox="1"/>
          <p:nvPr/>
        </p:nvSpPr>
        <p:spPr>
          <a:xfrm>
            <a:off x="6947731" y="5791918"/>
            <a:ext cx="1201334" cy="369332"/>
          </a:xfrm>
          <a:prstGeom prst="rect">
            <a:avLst/>
          </a:prstGeom>
          <a:noFill/>
        </p:spPr>
        <p:txBody>
          <a:bodyPr wrap="square" rtlCol="0">
            <a:spAutoFit/>
          </a:bodyPr>
          <a:lstStyle/>
          <a:p>
            <a:r>
              <a:rPr lang="en-IN" b="1" dirty="0"/>
              <a:t>Solution-5</a:t>
            </a:r>
          </a:p>
        </p:txBody>
      </p:sp>
      <p:sp>
        <p:nvSpPr>
          <p:cNvPr id="110" name="TextBox 109">
            <a:extLst>
              <a:ext uri="{FF2B5EF4-FFF2-40B4-BE49-F238E27FC236}">
                <a16:creationId xmlns:a16="http://schemas.microsoft.com/office/drawing/2014/main" id="{89BBF266-80E9-F230-4C90-9F7275CAF9E0}"/>
              </a:ext>
            </a:extLst>
          </p:cNvPr>
          <p:cNvSpPr txBox="1"/>
          <p:nvPr/>
        </p:nvSpPr>
        <p:spPr>
          <a:xfrm>
            <a:off x="308524" y="5791918"/>
            <a:ext cx="4305209" cy="369332"/>
          </a:xfrm>
          <a:prstGeom prst="rect">
            <a:avLst/>
          </a:prstGeom>
          <a:noFill/>
          <a:ln>
            <a:solidFill>
              <a:schemeClr val="accent1"/>
            </a:solidFill>
          </a:ln>
        </p:spPr>
        <p:txBody>
          <a:bodyPr wrap="square" rtlCol="0">
            <a:spAutoFit/>
          </a:bodyPr>
          <a:lstStyle/>
          <a:p>
            <a:pPr algn="ctr"/>
            <a:r>
              <a:rPr lang="en-IN" b="1" dirty="0"/>
              <a:t>Optimal Solution: </a:t>
            </a:r>
            <a:r>
              <a:rPr lang="en-IN" dirty="0"/>
              <a:t>Solution-4 with Cost 16</a:t>
            </a:r>
          </a:p>
        </p:txBody>
      </p:sp>
      <p:sp>
        <p:nvSpPr>
          <p:cNvPr id="5" name="Slide Number Placeholder 4">
            <a:extLst>
              <a:ext uri="{FF2B5EF4-FFF2-40B4-BE49-F238E27FC236}">
                <a16:creationId xmlns:a16="http://schemas.microsoft.com/office/drawing/2014/main" id="{482CB555-226A-447E-4438-F5E8B8109E4F}"/>
              </a:ext>
            </a:extLst>
          </p:cNvPr>
          <p:cNvSpPr>
            <a:spLocks noGrp="1"/>
          </p:cNvSpPr>
          <p:nvPr>
            <p:ph type="sldNum" sz="quarter" idx="12"/>
          </p:nvPr>
        </p:nvSpPr>
        <p:spPr/>
        <p:txBody>
          <a:bodyPr/>
          <a:lstStyle/>
          <a:p>
            <a:fld id="{000E18F7-2402-4720-BFF4-341E476333D4}" type="slidenum">
              <a:rPr lang="en-IN" smtClean="0"/>
              <a:t>33</a:t>
            </a:fld>
            <a:endParaRPr lang="en-IN"/>
          </a:p>
        </p:txBody>
      </p:sp>
    </p:spTree>
    <p:extLst>
      <p:ext uri="{BB962C8B-B14F-4D97-AF65-F5344CB8AC3E}">
        <p14:creationId xmlns:p14="http://schemas.microsoft.com/office/powerpoint/2010/main" val="1140643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6"/>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01"/>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5"/>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74"/>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2"/>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0"/>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08"/>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8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8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78"/>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92"/>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nodeType="clickEffect">
                                  <p:stCondLst>
                                    <p:cond delay="0"/>
                                  </p:stCondLst>
                                  <p:childTnLst>
                                    <p:set>
                                      <p:cBhvr>
                                        <p:cTn id="82" dur="1" fill="hold">
                                          <p:stCondLst>
                                            <p:cond delay="0"/>
                                          </p:stCondLst>
                                        </p:cTn>
                                        <p:tgtEl>
                                          <p:spTgt spid="7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80"/>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77"/>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89"/>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90"/>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88"/>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105"/>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1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8" grpId="0" animBg="1"/>
      <p:bldP spid="12" grpId="0" animBg="1"/>
      <p:bldP spid="18" grpId="0" animBg="1"/>
      <p:bldP spid="21" grpId="0"/>
      <p:bldP spid="24" grpId="0"/>
      <p:bldP spid="26" grpId="0"/>
      <p:bldP spid="77" grpId="0" animBg="1"/>
      <p:bldP spid="78" grpId="0" animBg="1"/>
      <p:bldP spid="80" grpId="0"/>
      <p:bldP spid="82" grpId="0"/>
      <p:bldP spid="88" grpId="0" animBg="1"/>
      <p:bldP spid="90" grpId="0"/>
      <p:bldP spid="96" grpId="0"/>
      <p:bldP spid="15" grpId="0" animBg="1"/>
      <p:bldP spid="25" grpId="0" animBg="1"/>
      <p:bldP spid="50" grpId="0" animBg="1"/>
      <p:bldP spid="67" grpId="0"/>
      <p:bldP spid="74" grpId="0"/>
      <p:bldP spid="76" grpId="0"/>
      <p:bldP spid="92" grpId="0"/>
      <p:bldP spid="101" grpId="0"/>
      <p:bldP spid="105" grpId="0"/>
      <p:bldP spid="108" grpId="0"/>
      <p:bldP spid="110"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8606AF3A-42FB-4EE7-353C-2EB84C77DB7F}"/>
              </a:ext>
            </a:extLst>
          </p:cNvPr>
          <p:cNvSpPr txBox="1">
            <a:spLocks/>
          </p:cNvSpPr>
          <p:nvPr/>
        </p:nvSpPr>
        <p:spPr>
          <a:xfrm>
            <a:off x="838200" y="355600"/>
            <a:ext cx="10515600" cy="812800"/>
          </a:xfrm>
          <a:prstGeom prst="rect">
            <a:avLst/>
          </a:prstGeom>
        </p:spPr>
        <p:txBody>
          <a:bodyP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4000" b="1" dirty="0"/>
              <a:t>LC-BB (Least Cost - Branch &amp; Bound) Priority Queue</a:t>
            </a:r>
          </a:p>
        </p:txBody>
      </p:sp>
      <p:sp>
        <p:nvSpPr>
          <p:cNvPr id="4" name="TextBox 3">
            <a:extLst>
              <a:ext uri="{FF2B5EF4-FFF2-40B4-BE49-F238E27FC236}">
                <a16:creationId xmlns:a16="http://schemas.microsoft.com/office/drawing/2014/main" id="{2F209EE4-085E-466B-C525-6DDC422574B1}"/>
              </a:ext>
            </a:extLst>
          </p:cNvPr>
          <p:cNvSpPr txBox="1"/>
          <p:nvPr/>
        </p:nvSpPr>
        <p:spPr>
          <a:xfrm>
            <a:off x="1102360" y="1168400"/>
            <a:ext cx="9987280" cy="3913059"/>
          </a:xfrm>
          <a:prstGeom prst="rect">
            <a:avLst/>
          </a:prstGeom>
          <a:noFill/>
        </p:spPr>
        <p:txBody>
          <a:bodyPr wrap="square">
            <a:spAutoFit/>
          </a:bodyPr>
          <a:lstStyle/>
          <a:p>
            <a:pPr algn="just">
              <a:lnSpc>
                <a:spcPct val="150000"/>
              </a:lnSpc>
            </a:pPr>
            <a:r>
              <a:rPr lang="en-IN" sz="2400" dirty="0"/>
              <a:t>LC(Least Cost Search)</a:t>
            </a:r>
          </a:p>
          <a:p>
            <a:pPr marL="342900" indent="-342900" algn="just">
              <a:lnSpc>
                <a:spcPct val="150000"/>
              </a:lnSpc>
              <a:buFont typeface="Arial" panose="020B0604020202020204" pitchFamily="34" charset="0"/>
              <a:buChar char="•"/>
            </a:pPr>
            <a:r>
              <a:rPr lang="en-IN" sz="2400" dirty="0"/>
              <a:t>In both FIFO and LIFO B&amp;B the selection rule for the next E-node is fixed.</a:t>
            </a:r>
          </a:p>
          <a:p>
            <a:pPr marL="342900" indent="-342900" algn="just">
              <a:lnSpc>
                <a:spcPct val="150000"/>
              </a:lnSpc>
              <a:buFont typeface="Arial" panose="020B0604020202020204" pitchFamily="34" charset="0"/>
              <a:buChar char="•"/>
            </a:pPr>
            <a:r>
              <a:rPr lang="en-IN" sz="2400" dirty="0"/>
              <a:t>The rigid selection rule does not give any preference to a node which best and can search the answer node quickly.</a:t>
            </a:r>
          </a:p>
          <a:p>
            <a:pPr marL="342900" indent="-342900" algn="just">
              <a:lnSpc>
                <a:spcPct val="150000"/>
              </a:lnSpc>
              <a:buFont typeface="Arial" panose="020B0604020202020204" pitchFamily="34" charset="0"/>
              <a:buChar char="•"/>
            </a:pPr>
            <a:r>
              <a:rPr lang="en-IN" sz="2400" dirty="0"/>
              <a:t>The search for an answer node can be speeded by using a ranking function for live nodes.</a:t>
            </a:r>
          </a:p>
          <a:p>
            <a:pPr marL="342900" indent="-342900" algn="just">
              <a:lnSpc>
                <a:spcPct val="150000"/>
              </a:lnSpc>
              <a:buFont typeface="Arial" panose="020B0604020202020204" pitchFamily="34" charset="0"/>
              <a:buChar char="•"/>
            </a:pPr>
            <a:r>
              <a:rPr lang="en-IN" sz="2400" dirty="0"/>
              <a:t>The next E-node is selected on the basis of this ranking function.</a:t>
            </a:r>
          </a:p>
        </p:txBody>
      </p:sp>
      <p:sp>
        <p:nvSpPr>
          <p:cNvPr id="2" name="Slide Number Placeholder 1">
            <a:extLst>
              <a:ext uri="{FF2B5EF4-FFF2-40B4-BE49-F238E27FC236}">
                <a16:creationId xmlns:a16="http://schemas.microsoft.com/office/drawing/2014/main" id="{B18FF9FA-3BCF-FE94-ADBB-A057F07F6C6F}"/>
              </a:ext>
            </a:extLst>
          </p:cNvPr>
          <p:cNvSpPr>
            <a:spLocks noGrp="1"/>
          </p:cNvSpPr>
          <p:nvPr>
            <p:ph type="sldNum" sz="quarter" idx="12"/>
          </p:nvPr>
        </p:nvSpPr>
        <p:spPr/>
        <p:txBody>
          <a:bodyPr/>
          <a:lstStyle/>
          <a:p>
            <a:fld id="{000E18F7-2402-4720-BFF4-341E476333D4}" type="slidenum">
              <a:rPr lang="en-IN" smtClean="0"/>
              <a:t>34</a:t>
            </a:fld>
            <a:endParaRPr lang="en-IN"/>
          </a:p>
        </p:txBody>
      </p:sp>
    </p:spTree>
    <p:extLst>
      <p:ext uri="{BB962C8B-B14F-4D97-AF65-F5344CB8AC3E}">
        <p14:creationId xmlns:p14="http://schemas.microsoft.com/office/powerpoint/2010/main" val="25417119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0C81A-3319-DD33-288D-5E0DFB92EAEE}"/>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E2091A63-2C33-9D34-9408-C81C0B4DCB0F}"/>
              </a:ext>
            </a:extLst>
          </p:cNvPr>
          <p:cNvSpPr txBox="1">
            <a:spLocks/>
          </p:cNvSpPr>
          <p:nvPr/>
        </p:nvSpPr>
        <p:spPr>
          <a:xfrm>
            <a:off x="838200" y="181810"/>
            <a:ext cx="10515600" cy="812800"/>
          </a:xfrm>
          <a:prstGeom prst="rect">
            <a:avLst/>
          </a:prstGeom>
        </p:spPr>
        <p:txBody>
          <a:bodyP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3600" b="1" dirty="0"/>
              <a:t>LC-BB (Least Cost - Branch &amp; Bound) Priority Queue</a:t>
            </a:r>
          </a:p>
        </p:txBody>
      </p:sp>
      <mc:AlternateContent xmlns:mc="http://schemas.openxmlformats.org/markup-compatibility/2006" xmlns:p14="http://schemas.microsoft.com/office/powerpoint/2010/main">
        <mc:Choice Requires="p14">
          <p:contentPart p14:bwMode="auto" r:id="rId3">
            <p14:nvContentPartPr>
              <p14:cNvPr id="2" name="Ink 1">
                <a:extLst>
                  <a:ext uri="{FF2B5EF4-FFF2-40B4-BE49-F238E27FC236}">
                    <a16:creationId xmlns:a16="http://schemas.microsoft.com/office/drawing/2014/main" id="{9A8BFC9B-B683-92CE-A0CF-5FFA63644602}"/>
                  </a:ext>
                </a:extLst>
              </p14:cNvPr>
              <p14:cNvContentPartPr/>
              <p14:nvPr/>
            </p14:nvContentPartPr>
            <p14:xfrm>
              <a:off x="5283320" y="2935840"/>
              <a:ext cx="360" cy="360"/>
            </p14:xfrm>
          </p:contentPart>
        </mc:Choice>
        <mc:Fallback xmlns="">
          <p:pic>
            <p:nvPicPr>
              <p:cNvPr id="2" name="Ink 1">
                <a:extLst>
                  <a:ext uri="{FF2B5EF4-FFF2-40B4-BE49-F238E27FC236}">
                    <a16:creationId xmlns:a16="http://schemas.microsoft.com/office/drawing/2014/main" id="{9A8BFC9B-B683-92CE-A0CF-5FFA63644602}"/>
                  </a:ext>
                </a:extLst>
              </p:cNvPr>
              <p:cNvPicPr/>
              <p:nvPr/>
            </p:nvPicPr>
            <p:blipFill>
              <a:blip r:embed="rId4"/>
              <a:stretch>
                <a:fillRect/>
              </a:stretch>
            </p:blipFill>
            <p:spPr>
              <a:xfrm>
                <a:off x="5279000" y="2931520"/>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3" name="Ink 2">
                <a:extLst>
                  <a:ext uri="{FF2B5EF4-FFF2-40B4-BE49-F238E27FC236}">
                    <a16:creationId xmlns:a16="http://schemas.microsoft.com/office/drawing/2014/main" id="{4CF7A142-AD58-9CB3-102E-99AF0A7AF8D3}"/>
                  </a:ext>
                </a:extLst>
              </p14:cNvPr>
              <p14:cNvContentPartPr/>
              <p14:nvPr/>
            </p14:nvContentPartPr>
            <p14:xfrm>
              <a:off x="6847520" y="2336800"/>
              <a:ext cx="360" cy="360"/>
            </p14:xfrm>
          </p:contentPart>
        </mc:Choice>
        <mc:Fallback xmlns="">
          <p:pic>
            <p:nvPicPr>
              <p:cNvPr id="3" name="Ink 2">
                <a:extLst>
                  <a:ext uri="{FF2B5EF4-FFF2-40B4-BE49-F238E27FC236}">
                    <a16:creationId xmlns:a16="http://schemas.microsoft.com/office/drawing/2014/main" id="{4CF7A142-AD58-9CB3-102E-99AF0A7AF8D3}"/>
                  </a:ext>
                </a:extLst>
              </p:cNvPr>
              <p:cNvPicPr/>
              <p:nvPr/>
            </p:nvPicPr>
            <p:blipFill>
              <a:blip r:embed="rId4"/>
              <a:stretch>
                <a:fillRect/>
              </a:stretch>
            </p:blipFill>
            <p:spPr>
              <a:xfrm>
                <a:off x="6843200" y="2332480"/>
                <a:ext cx="9000" cy="9000"/>
              </a:xfrm>
              <a:prstGeom prst="rect">
                <a:avLst/>
              </a:prstGeom>
            </p:spPr>
          </p:pic>
        </mc:Fallback>
      </mc:AlternateContent>
      <p:sp>
        <p:nvSpPr>
          <p:cNvPr id="4" name="Oval 3">
            <a:extLst>
              <a:ext uri="{FF2B5EF4-FFF2-40B4-BE49-F238E27FC236}">
                <a16:creationId xmlns:a16="http://schemas.microsoft.com/office/drawing/2014/main" id="{3F0D96DC-26FB-4587-521F-8E9F5902222B}"/>
              </a:ext>
            </a:extLst>
          </p:cNvPr>
          <p:cNvSpPr/>
          <p:nvPr/>
        </p:nvSpPr>
        <p:spPr>
          <a:xfrm>
            <a:off x="7620000" y="1402080"/>
            <a:ext cx="554002"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1</a:t>
            </a:r>
          </a:p>
        </p:txBody>
      </p:sp>
      <p:sp>
        <p:nvSpPr>
          <p:cNvPr id="8" name="Oval 7">
            <a:extLst>
              <a:ext uri="{FF2B5EF4-FFF2-40B4-BE49-F238E27FC236}">
                <a16:creationId xmlns:a16="http://schemas.microsoft.com/office/drawing/2014/main" id="{2B6AC3BC-32B4-88CA-2F5D-1DE5D073A823}"/>
              </a:ext>
            </a:extLst>
          </p:cNvPr>
          <p:cNvSpPr/>
          <p:nvPr/>
        </p:nvSpPr>
        <p:spPr>
          <a:xfrm>
            <a:off x="5889541" y="2517295"/>
            <a:ext cx="568474" cy="45149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cxnSp>
        <p:nvCxnSpPr>
          <p:cNvPr id="11" name="Straight Connector 10">
            <a:extLst>
              <a:ext uri="{FF2B5EF4-FFF2-40B4-BE49-F238E27FC236}">
                <a16:creationId xmlns:a16="http://schemas.microsoft.com/office/drawing/2014/main" id="{BB0773DE-D73A-B8E9-31EC-E2D152EFF7F6}"/>
              </a:ext>
            </a:extLst>
          </p:cNvPr>
          <p:cNvCxnSpPr>
            <a:cxnSpLocks/>
            <a:stCxn id="4" idx="4"/>
            <a:endCxn id="12" idx="0"/>
          </p:cNvCxnSpPr>
          <p:nvPr/>
        </p:nvCxnSpPr>
        <p:spPr>
          <a:xfrm>
            <a:off x="7897001" y="1879178"/>
            <a:ext cx="12352" cy="784943"/>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F453B621-B5A1-00A9-C5DE-8729FE57C5C2}"/>
              </a:ext>
            </a:extLst>
          </p:cNvPr>
          <p:cNvSpPr/>
          <p:nvPr/>
        </p:nvSpPr>
        <p:spPr>
          <a:xfrm>
            <a:off x="7632352" y="2664121"/>
            <a:ext cx="554002"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cxnSp>
        <p:nvCxnSpPr>
          <p:cNvPr id="17" name="Straight Connector 16">
            <a:extLst>
              <a:ext uri="{FF2B5EF4-FFF2-40B4-BE49-F238E27FC236}">
                <a16:creationId xmlns:a16="http://schemas.microsoft.com/office/drawing/2014/main" id="{E5F0A9F9-283F-6ABE-430E-D0EC9B3F08CF}"/>
              </a:ext>
            </a:extLst>
          </p:cNvPr>
          <p:cNvCxnSpPr>
            <a:cxnSpLocks/>
            <a:stCxn id="4" idx="5"/>
            <a:endCxn id="18" idx="0"/>
          </p:cNvCxnSpPr>
          <p:nvPr/>
        </p:nvCxnSpPr>
        <p:spPr>
          <a:xfrm>
            <a:off x="8092870" y="1809309"/>
            <a:ext cx="1625666" cy="707986"/>
          </a:xfrm>
          <a:prstGeom prst="line">
            <a:avLst/>
          </a:prstGeom>
        </p:spPr>
        <p:style>
          <a:lnRef idx="1">
            <a:schemeClr val="accent1"/>
          </a:lnRef>
          <a:fillRef idx="0">
            <a:schemeClr val="accent1"/>
          </a:fillRef>
          <a:effectRef idx="0">
            <a:schemeClr val="accent1"/>
          </a:effectRef>
          <a:fontRef idx="minor">
            <a:schemeClr val="tx1"/>
          </a:fontRef>
        </p:style>
      </p:cxnSp>
      <p:sp>
        <p:nvSpPr>
          <p:cNvPr id="18" name="Oval 17">
            <a:extLst>
              <a:ext uri="{FF2B5EF4-FFF2-40B4-BE49-F238E27FC236}">
                <a16:creationId xmlns:a16="http://schemas.microsoft.com/office/drawing/2014/main" id="{56AB4245-7CE0-D122-77A9-E095EB15A4ED}"/>
              </a:ext>
            </a:extLst>
          </p:cNvPr>
          <p:cNvSpPr/>
          <p:nvPr/>
        </p:nvSpPr>
        <p:spPr>
          <a:xfrm>
            <a:off x="9447712" y="2517295"/>
            <a:ext cx="541647"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7" name="Straight Connector 6">
            <a:extLst>
              <a:ext uri="{FF2B5EF4-FFF2-40B4-BE49-F238E27FC236}">
                <a16:creationId xmlns:a16="http://schemas.microsoft.com/office/drawing/2014/main" id="{BF188CF0-E681-F66A-6A93-7780776CFC5C}"/>
              </a:ext>
            </a:extLst>
          </p:cNvPr>
          <p:cNvCxnSpPr>
            <a:cxnSpLocks/>
            <a:stCxn id="4" idx="3"/>
            <a:endCxn id="8" idx="7"/>
          </p:cNvCxnSpPr>
          <p:nvPr/>
        </p:nvCxnSpPr>
        <p:spPr>
          <a:xfrm flipH="1">
            <a:off x="6374764" y="1809309"/>
            <a:ext cx="1326368" cy="774106"/>
          </a:xfrm>
          <a:prstGeom prst="line">
            <a:avLst/>
          </a:prstGeom>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6889DEE3-693B-4565-6C06-101462CC62FB}"/>
              </a:ext>
            </a:extLst>
          </p:cNvPr>
          <p:cNvSpPr txBox="1"/>
          <p:nvPr/>
        </p:nvSpPr>
        <p:spPr>
          <a:xfrm>
            <a:off x="5653130" y="2317895"/>
            <a:ext cx="418704" cy="369332"/>
          </a:xfrm>
          <a:prstGeom prst="rect">
            <a:avLst/>
          </a:prstGeom>
          <a:noFill/>
        </p:spPr>
        <p:txBody>
          <a:bodyPr wrap="none" rtlCol="0">
            <a:spAutoFit/>
          </a:bodyPr>
          <a:lstStyle/>
          <a:p>
            <a:r>
              <a:rPr lang="en-IN" dirty="0"/>
              <a:t>10</a:t>
            </a:r>
          </a:p>
        </p:txBody>
      </p:sp>
      <p:sp>
        <p:nvSpPr>
          <p:cNvPr id="24" name="TextBox 23">
            <a:extLst>
              <a:ext uri="{FF2B5EF4-FFF2-40B4-BE49-F238E27FC236}">
                <a16:creationId xmlns:a16="http://schemas.microsoft.com/office/drawing/2014/main" id="{2CF1216D-EAD4-40B9-66DF-18327127F813}"/>
              </a:ext>
            </a:extLst>
          </p:cNvPr>
          <p:cNvSpPr txBox="1"/>
          <p:nvPr/>
        </p:nvSpPr>
        <p:spPr>
          <a:xfrm>
            <a:off x="7355557" y="2530579"/>
            <a:ext cx="418704" cy="369332"/>
          </a:xfrm>
          <a:prstGeom prst="rect">
            <a:avLst/>
          </a:prstGeom>
          <a:noFill/>
        </p:spPr>
        <p:txBody>
          <a:bodyPr wrap="none" rtlCol="0">
            <a:spAutoFit/>
          </a:bodyPr>
          <a:lstStyle/>
          <a:p>
            <a:r>
              <a:rPr lang="en-IN" dirty="0"/>
              <a:t>15</a:t>
            </a:r>
          </a:p>
        </p:txBody>
      </p:sp>
      <p:sp>
        <p:nvSpPr>
          <p:cNvPr id="26" name="TextBox 25">
            <a:extLst>
              <a:ext uri="{FF2B5EF4-FFF2-40B4-BE49-F238E27FC236}">
                <a16:creationId xmlns:a16="http://schemas.microsoft.com/office/drawing/2014/main" id="{0A44333C-367D-CB17-8B3D-85A3A36DAD88}"/>
              </a:ext>
            </a:extLst>
          </p:cNvPr>
          <p:cNvSpPr txBox="1"/>
          <p:nvPr/>
        </p:nvSpPr>
        <p:spPr>
          <a:xfrm>
            <a:off x="9103268" y="2421440"/>
            <a:ext cx="418704" cy="369332"/>
          </a:xfrm>
          <a:prstGeom prst="rect">
            <a:avLst/>
          </a:prstGeom>
          <a:noFill/>
        </p:spPr>
        <p:txBody>
          <a:bodyPr wrap="none" rtlCol="0">
            <a:spAutoFit/>
          </a:bodyPr>
          <a:lstStyle/>
          <a:p>
            <a:r>
              <a:rPr lang="en-IN" dirty="0"/>
              <a:t>20</a:t>
            </a:r>
          </a:p>
        </p:txBody>
      </p:sp>
      <p:sp>
        <p:nvSpPr>
          <p:cNvPr id="77" name="Oval 76">
            <a:extLst>
              <a:ext uri="{FF2B5EF4-FFF2-40B4-BE49-F238E27FC236}">
                <a16:creationId xmlns:a16="http://schemas.microsoft.com/office/drawing/2014/main" id="{9E37DF88-9D80-0F12-056E-8990AB2CCBD8}"/>
              </a:ext>
            </a:extLst>
          </p:cNvPr>
          <p:cNvSpPr/>
          <p:nvPr/>
        </p:nvSpPr>
        <p:spPr>
          <a:xfrm>
            <a:off x="5272694" y="3677821"/>
            <a:ext cx="518480"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cxnSp>
        <p:nvCxnSpPr>
          <p:cNvPr id="79" name="Straight Connector 78">
            <a:extLst>
              <a:ext uri="{FF2B5EF4-FFF2-40B4-BE49-F238E27FC236}">
                <a16:creationId xmlns:a16="http://schemas.microsoft.com/office/drawing/2014/main" id="{197A905B-4D78-532A-DC56-BB01A4048BB5}"/>
              </a:ext>
            </a:extLst>
          </p:cNvPr>
          <p:cNvCxnSpPr>
            <a:cxnSpLocks/>
            <a:stCxn id="8" idx="4"/>
            <a:endCxn id="77" idx="0"/>
          </p:cNvCxnSpPr>
          <p:nvPr/>
        </p:nvCxnSpPr>
        <p:spPr>
          <a:xfrm flipH="1">
            <a:off x="5531934" y="2968790"/>
            <a:ext cx="641844" cy="709031"/>
          </a:xfrm>
          <a:prstGeom prst="line">
            <a:avLst/>
          </a:prstGeom>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0E621AF3-562A-72D4-DBEA-750ED183786D}"/>
              </a:ext>
            </a:extLst>
          </p:cNvPr>
          <p:cNvSpPr txBox="1"/>
          <p:nvPr/>
        </p:nvSpPr>
        <p:spPr>
          <a:xfrm>
            <a:off x="5001668" y="3431265"/>
            <a:ext cx="418704" cy="369332"/>
          </a:xfrm>
          <a:prstGeom prst="rect">
            <a:avLst/>
          </a:prstGeom>
          <a:noFill/>
        </p:spPr>
        <p:txBody>
          <a:bodyPr wrap="none" rtlCol="0">
            <a:spAutoFit/>
          </a:bodyPr>
          <a:lstStyle/>
          <a:p>
            <a:r>
              <a:rPr lang="en-IN" dirty="0"/>
              <a:t>14</a:t>
            </a:r>
          </a:p>
        </p:txBody>
      </p:sp>
      <p:sp>
        <p:nvSpPr>
          <p:cNvPr id="88" name="Oval 87">
            <a:extLst>
              <a:ext uri="{FF2B5EF4-FFF2-40B4-BE49-F238E27FC236}">
                <a16:creationId xmlns:a16="http://schemas.microsoft.com/office/drawing/2014/main" id="{5DC1AC9F-4553-5777-51F7-BF438E91D1FD}"/>
              </a:ext>
            </a:extLst>
          </p:cNvPr>
          <p:cNvSpPr/>
          <p:nvPr/>
        </p:nvSpPr>
        <p:spPr>
          <a:xfrm>
            <a:off x="5249527" y="4741035"/>
            <a:ext cx="541647" cy="4908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89" name="Straight Connector 88">
            <a:extLst>
              <a:ext uri="{FF2B5EF4-FFF2-40B4-BE49-F238E27FC236}">
                <a16:creationId xmlns:a16="http://schemas.microsoft.com/office/drawing/2014/main" id="{5DB60FF3-6242-BE17-7064-E2D18A294D5A}"/>
              </a:ext>
            </a:extLst>
          </p:cNvPr>
          <p:cNvCxnSpPr>
            <a:cxnSpLocks/>
            <a:stCxn id="77" idx="4"/>
            <a:endCxn id="88" idx="0"/>
          </p:cNvCxnSpPr>
          <p:nvPr/>
        </p:nvCxnSpPr>
        <p:spPr>
          <a:xfrm flipH="1">
            <a:off x="5520351" y="4168637"/>
            <a:ext cx="11583" cy="572398"/>
          </a:xfrm>
          <a:prstGeom prst="line">
            <a:avLst/>
          </a:prstGeom>
        </p:spPr>
        <p:style>
          <a:lnRef idx="1">
            <a:schemeClr val="accent1"/>
          </a:lnRef>
          <a:fillRef idx="0">
            <a:schemeClr val="accent1"/>
          </a:fillRef>
          <a:effectRef idx="0">
            <a:schemeClr val="accent1"/>
          </a:effectRef>
          <a:fontRef idx="minor">
            <a:schemeClr val="tx1"/>
          </a:fontRef>
        </p:style>
      </p:cxnSp>
      <p:sp>
        <p:nvSpPr>
          <p:cNvPr id="90" name="TextBox 89">
            <a:extLst>
              <a:ext uri="{FF2B5EF4-FFF2-40B4-BE49-F238E27FC236}">
                <a16:creationId xmlns:a16="http://schemas.microsoft.com/office/drawing/2014/main" id="{3445218A-A713-3C87-CCC7-EF28F03293DC}"/>
              </a:ext>
            </a:extLst>
          </p:cNvPr>
          <p:cNvSpPr txBox="1"/>
          <p:nvPr/>
        </p:nvSpPr>
        <p:spPr>
          <a:xfrm>
            <a:off x="4923097" y="4567594"/>
            <a:ext cx="418704" cy="369332"/>
          </a:xfrm>
          <a:prstGeom prst="rect">
            <a:avLst/>
          </a:prstGeom>
          <a:noFill/>
        </p:spPr>
        <p:txBody>
          <a:bodyPr wrap="none" rtlCol="0">
            <a:spAutoFit/>
          </a:bodyPr>
          <a:lstStyle/>
          <a:p>
            <a:r>
              <a:rPr lang="en-IN" dirty="0"/>
              <a:t>16</a:t>
            </a:r>
          </a:p>
        </p:txBody>
      </p:sp>
      <p:sp>
        <p:nvSpPr>
          <p:cNvPr id="96" name="TextBox 95">
            <a:extLst>
              <a:ext uri="{FF2B5EF4-FFF2-40B4-BE49-F238E27FC236}">
                <a16:creationId xmlns:a16="http://schemas.microsoft.com/office/drawing/2014/main" id="{2B00EFD1-14FE-C187-557F-B8A963691F92}"/>
              </a:ext>
            </a:extLst>
          </p:cNvPr>
          <p:cNvSpPr txBox="1"/>
          <p:nvPr/>
        </p:nvSpPr>
        <p:spPr>
          <a:xfrm>
            <a:off x="4970342" y="5255870"/>
            <a:ext cx="1065811" cy="338554"/>
          </a:xfrm>
          <a:prstGeom prst="rect">
            <a:avLst/>
          </a:prstGeom>
          <a:noFill/>
        </p:spPr>
        <p:txBody>
          <a:bodyPr wrap="square" rtlCol="0">
            <a:spAutoFit/>
          </a:bodyPr>
          <a:lstStyle/>
          <a:p>
            <a:pPr algn="ctr"/>
            <a:r>
              <a:rPr lang="en-IN" sz="1600" b="1" dirty="0">
                <a:highlight>
                  <a:srgbClr val="00FE73"/>
                </a:highlight>
              </a:rPr>
              <a:t>Solution-3</a:t>
            </a:r>
          </a:p>
        </p:txBody>
      </p:sp>
      <p:sp>
        <p:nvSpPr>
          <p:cNvPr id="97" name="TextBox 96">
            <a:extLst>
              <a:ext uri="{FF2B5EF4-FFF2-40B4-BE49-F238E27FC236}">
                <a16:creationId xmlns:a16="http://schemas.microsoft.com/office/drawing/2014/main" id="{5324E6C9-1F27-A80C-E3DA-25601BAD7B61}"/>
              </a:ext>
            </a:extLst>
          </p:cNvPr>
          <p:cNvSpPr txBox="1"/>
          <p:nvPr/>
        </p:nvSpPr>
        <p:spPr>
          <a:xfrm>
            <a:off x="6185206" y="5366159"/>
            <a:ext cx="3804153" cy="400110"/>
          </a:xfrm>
          <a:prstGeom prst="rect">
            <a:avLst/>
          </a:prstGeom>
          <a:noFill/>
        </p:spPr>
        <p:txBody>
          <a:bodyPr wrap="square" rtlCol="0">
            <a:spAutoFit/>
          </a:bodyPr>
          <a:lstStyle/>
          <a:p>
            <a:pPr algn="ctr"/>
            <a:r>
              <a:rPr lang="en-IN" sz="2000" b="1" dirty="0">
                <a:highlight>
                  <a:srgbClr val="C0C0C0"/>
                </a:highlight>
              </a:rPr>
              <a:t>State space Tree (Solution Tree) </a:t>
            </a:r>
          </a:p>
        </p:txBody>
      </p:sp>
      <p:sp>
        <p:nvSpPr>
          <p:cNvPr id="98" name="Oval 97">
            <a:extLst>
              <a:ext uri="{FF2B5EF4-FFF2-40B4-BE49-F238E27FC236}">
                <a16:creationId xmlns:a16="http://schemas.microsoft.com/office/drawing/2014/main" id="{C26EC747-9874-2CF6-55D3-3C72BD2B258C}"/>
              </a:ext>
            </a:extLst>
          </p:cNvPr>
          <p:cNvSpPr/>
          <p:nvPr/>
        </p:nvSpPr>
        <p:spPr>
          <a:xfrm>
            <a:off x="2001520" y="1275709"/>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1</a:t>
            </a:r>
          </a:p>
        </p:txBody>
      </p:sp>
      <p:sp>
        <p:nvSpPr>
          <p:cNvPr id="100" name="Oval 99">
            <a:extLst>
              <a:ext uri="{FF2B5EF4-FFF2-40B4-BE49-F238E27FC236}">
                <a16:creationId xmlns:a16="http://schemas.microsoft.com/office/drawing/2014/main" id="{CF0ADA17-FBD9-8E75-22A1-5F2A6BA75017}"/>
              </a:ext>
            </a:extLst>
          </p:cNvPr>
          <p:cNvSpPr/>
          <p:nvPr/>
        </p:nvSpPr>
        <p:spPr>
          <a:xfrm>
            <a:off x="762278" y="2365794"/>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2</a:t>
            </a:r>
          </a:p>
        </p:txBody>
      </p:sp>
      <p:sp>
        <p:nvSpPr>
          <p:cNvPr id="102" name="Oval 101">
            <a:extLst>
              <a:ext uri="{FF2B5EF4-FFF2-40B4-BE49-F238E27FC236}">
                <a16:creationId xmlns:a16="http://schemas.microsoft.com/office/drawing/2014/main" id="{D66EAACA-FF14-DB5D-F0FF-689631D5A6D1}"/>
              </a:ext>
            </a:extLst>
          </p:cNvPr>
          <p:cNvSpPr/>
          <p:nvPr/>
        </p:nvSpPr>
        <p:spPr>
          <a:xfrm>
            <a:off x="3255643" y="2389363"/>
            <a:ext cx="568474"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3</a:t>
            </a:r>
          </a:p>
        </p:txBody>
      </p:sp>
      <p:sp>
        <p:nvSpPr>
          <p:cNvPr id="104" name="Oval 103">
            <a:extLst>
              <a:ext uri="{FF2B5EF4-FFF2-40B4-BE49-F238E27FC236}">
                <a16:creationId xmlns:a16="http://schemas.microsoft.com/office/drawing/2014/main" id="{6F7A84B8-518F-6153-A70C-B6C383E4D0E2}"/>
              </a:ext>
            </a:extLst>
          </p:cNvPr>
          <p:cNvSpPr/>
          <p:nvPr/>
        </p:nvSpPr>
        <p:spPr>
          <a:xfrm>
            <a:off x="2001520" y="3503017"/>
            <a:ext cx="554002" cy="55837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cxnSp>
        <p:nvCxnSpPr>
          <p:cNvPr id="106" name="Straight Connector 105">
            <a:extLst>
              <a:ext uri="{FF2B5EF4-FFF2-40B4-BE49-F238E27FC236}">
                <a16:creationId xmlns:a16="http://schemas.microsoft.com/office/drawing/2014/main" id="{C2E0D5BA-1B7D-272B-9FC7-36DA06C383BA}"/>
              </a:ext>
            </a:extLst>
          </p:cNvPr>
          <p:cNvCxnSpPr>
            <a:stCxn id="98" idx="4"/>
            <a:endCxn id="104" idx="0"/>
          </p:cNvCxnSpPr>
          <p:nvPr/>
        </p:nvCxnSpPr>
        <p:spPr>
          <a:xfrm>
            <a:off x="2278521" y="1834087"/>
            <a:ext cx="0" cy="166893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68C5D632-356D-7B7B-AABD-2735307B7A1B}"/>
              </a:ext>
            </a:extLst>
          </p:cNvPr>
          <p:cNvCxnSpPr>
            <a:stCxn id="100" idx="6"/>
            <a:endCxn id="102" idx="2"/>
          </p:cNvCxnSpPr>
          <p:nvPr/>
        </p:nvCxnSpPr>
        <p:spPr>
          <a:xfrm>
            <a:off x="1316280" y="2644983"/>
            <a:ext cx="1939363" cy="23569"/>
          </a:xfrm>
          <a:prstGeom prst="line">
            <a:avLst/>
          </a:prstGeom>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7F130515-8761-A12B-113F-A9A9DE1F4E03}"/>
              </a:ext>
            </a:extLst>
          </p:cNvPr>
          <p:cNvCxnSpPr>
            <a:cxnSpLocks/>
            <a:stCxn id="98" idx="2"/>
            <a:endCxn id="100" idx="0"/>
          </p:cNvCxnSpPr>
          <p:nvPr/>
        </p:nvCxnSpPr>
        <p:spPr>
          <a:xfrm flipH="1">
            <a:off x="1039279" y="1554898"/>
            <a:ext cx="962241" cy="8108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48F2AF08-D42E-5AE3-051F-C74498642B66}"/>
              </a:ext>
            </a:extLst>
          </p:cNvPr>
          <p:cNvCxnSpPr>
            <a:cxnSpLocks/>
            <a:stCxn id="98" idx="6"/>
            <a:endCxn id="102" idx="0"/>
          </p:cNvCxnSpPr>
          <p:nvPr/>
        </p:nvCxnSpPr>
        <p:spPr>
          <a:xfrm>
            <a:off x="2555522" y="1554898"/>
            <a:ext cx="984358" cy="834465"/>
          </a:xfrm>
          <a:prstGeom prst="line">
            <a:avLst/>
          </a:prstGeom>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C0A44971-DBFB-30BA-09A6-45DB1D6F770C}"/>
              </a:ext>
            </a:extLst>
          </p:cNvPr>
          <p:cNvCxnSpPr>
            <a:stCxn id="100" idx="4"/>
            <a:endCxn id="104" idx="2"/>
          </p:cNvCxnSpPr>
          <p:nvPr/>
        </p:nvCxnSpPr>
        <p:spPr>
          <a:xfrm>
            <a:off x="1039279" y="2924172"/>
            <a:ext cx="962241" cy="858034"/>
          </a:xfrm>
          <a:prstGeom prst="line">
            <a:avLst/>
          </a:prstGeom>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A58E473C-B9F0-DC74-F211-C3595F1FAD31}"/>
              </a:ext>
            </a:extLst>
          </p:cNvPr>
          <p:cNvCxnSpPr>
            <a:stCxn id="102" idx="4"/>
            <a:endCxn id="104" idx="6"/>
          </p:cNvCxnSpPr>
          <p:nvPr/>
        </p:nvCxnSpPr>
        <p:spPr>
          <a:xfrm flipH="1">
            <a:off x="2555522" y="2947741"/>
            <a:ext cx="984358" cy="834465"/>
          </a:xfrm>
          <a:prstGeom prst="line">
            <a:avLst/>
          </a:prstGeom>
        </p:spPr>
        <p:style>
          <a:lnRef idx="1">
            <a:schemeClr val="accent1"/>
          </a:lnRef>
          <a:fillRef idx="0">
            <a:schemeClr val="accent1"/>
          </a:fillRef>
          <a:effectRef idx="0">
            <a:schemeClr val="accent1"/>
          </a:effectRef>
          <a:fontRef idx="minor">
            <a:schemeClr val="tx1"/>
          </a:fontRef>
        </p:style>
      </p:cxnSp>
      <p:sp>
        <p:nvSpPr>
          <p:cNvPr id="124" name="TextBox 123">
            <a:extLst>
              <a:ext uri="{FF2B5EF4-FFF2-40B4-BE49-F238E27FC236}">
                <a16:creationId xmlns:a16="http://schemas.microsoft.com/office/drawing/2014/main" id="{CB5D32C9-4224-ECFD-5C44-B8752E91E2F1}"/>
              </a:ext>
            </a:extLst>
          </p:cNvPr>
          <p:cNvSpPr txBox="1"/>
          <p:nvPr/>
        </p:nvSpPr>
        <p:spPr>
          <a:xfrm>
            <a:off x="1692140" y="906377"/>
            <a:ext cx="1163320" cy="369332"/>
          </a:xfrm>
          <a:prstGeom prst="rect">
            <a:avLst/>
          </a:prstGeom>
          <a:noFill/>
        </p:spPr>
        <p:txBody>
          <a:bodyPr wrap="square" rtlCol="0">
            <a:spAutoFit/>
          </a:bodyPr>
          <a:lstStyle/>
          <a:p>
            <a:pPr algn="ctr"/>
            <a:r>
              <a:rPr lang="en-IN" dirty="0"/>
              <a:t>Start</a:t>
            </a:r>
          </a:p>
        </p:txBody>
      </p:sp>
      <p:sp>
        <p:nvSpPr>
          <p:cNvPr id="126" name="TextBox 125">
            <a:extLst>
              <a:ext uri="{FF2B5EF4-FFF2-40B4-BE49-F238E27FC236}">
                <a16:creationId xmlns:a16="http://schemas.microsoft.com/office/drawing/2014/main" id="{DD6DD4F0-020B-CB81-A6DA-69458EE322CE}"/>
              </a:ext>
            </a:extLst>
          </p:cNvPr>
          <p:cNvSpPr txBox="1"/>
          <p:nvPr/>
        </p:nvSpPr>
        <p:spPr>
          <a:xfrm>
            <a:off x="1723120" y="4059420"/>
            <a:ext cx="1163320" cy="369332"/>
          </a:xfrm>
          <a:prstGeom prst="rect">
            <a:avLst/>
          </a:prstGeom>
          <a:noFill/>
        </p:spPr>
        <p:txBody>
          <a:bodyPr wrap="square" rtlCol="0">
            <a:spAutoFit/>
          </a:bodyPr>
          <a:lstStyle/>
          <a:p>
            <a:pPr algn="ctr"/>
            <a:r>
              <a:rPr lang="en-IN" dirty="0"/>
              <a:t>Goal</a:t>
            </a:r>
          </a:p>
        </p:txBody>
      </p:sp>
      <p:sp>
        <p:nvSpPr>
          <p:cNvPr id="127" name="TextBox 126">
            <a:extLst>
              <a:ext uri="{FF2B5EF4-FFF2-40B4-BE49-F238E27FC236}">
                <a16:creationId xmlns:a16="http://schemas.microsoft.com/office/drawing/2014/main" id="{AF307E75-DB31-A057-82FB-DEE5D28B7E59}"/>
              </a:ext>
            </a:extLst>
          </p:cNvPr>
          <p:cNvSpPr txBox="1"/>
          <p:nvPr/>
        </p:nvSpPr>
        <p:spPr>
          <a:xfrm>
            <a:off x="1255447" y="1661778"/>
            <a:ext cx="472753" cy="369332"/>
          </a:xfrm>
          <a:prstGeom prst="rect">
            <a:avLst/>
          </a:prstGeom>
          <a:noFill/>
        </p:spPr>
        <p:txBody>
          <a:bodyPr wrap="square" rtlCol="0">
            <a:spAutoFit/>
          </a:bodyPr>
          <a:lstStyle/>
          <a:p>
            <a:r>
              <a:rPr lang="en-IN" dirty="0"/>
              <a:t>10</a:t>
            </a:r>
          </a:p>
        </p:txBody>
      </p:sp>
      <p:sp>
        <p:nvSpPr>
          <p:cNvPr id="129" name="TextBox 128">
            <a:extLst>
              <a:ext uri="{FF2B5EF4-FFF2-40B4-BE49-F238E27FC236}">
                <a16:creationId xmlns:a16="http://schemas.microsoft.com/office/drawing/2014/main" id="{AABAACF2-29F6-E454-6C4D-7A3193AB339C}"/>
              </a:ext>
            </a:extLst>
          </p:cNvPr>
          <p:cNvSpPr txBox="1"/>
          <p:nvPr/>
        </p:nvSpPr>
        <p:spPr>
          <a:xfrm>
            <a:off x="3006284" y="1671516"/>
            <a:ext cx="472753" cy="369332"/>
          </a:xfrm>
          <a:prstGeom prst="rect">
            <a:avLst/>
          </a:prstGeom>
          <a:noFill/>
        </p:spPr>
        <p:txBody>
          <a:bodyPr wrap="square" rtlCol="0">
            <a:spAutoFit/>
          </a:bodyPr>
          <a:lstStyle/>
          <a:p>
            <a:r>
              <a:rPr lang="en-IN" dirty="0"/>
              <a:t>15</a:t>
            </a:r>
          </a:p>
        </p:txBody>
      </p:sp>
      <p:sp>
        <p:nvSpPr>
          <p:cNvPr id="131" name="TextBox 130">
            <a:extLst>
              <a:ext uri="{FF2B5EF4-FFF2-40B4-BE49-F238E27FC236}">
                <a16:creationId xmlns:a16="http://schemas.microsoft.com/office/drawing/2014/main" id="{7DB15756-9253-8083-B88B-5A0E4FAC7326}"/>
              </a:ext>
            </a:extLst>
          </p:cNvPr>
          <p:cNvSpPr txBox="1"/>
          <p:nvPr/>
        </p:nvSpPr>
        <p:spPr>
          <a:xfrm>
            <a:off x="2201851" y="2894368"/>
            <a:ext cx="472753" cy="369332"/>
          </a:xfrm>
          <a:prstGeom prst="rect">
            <a:avLst/>
          </a:prstGeom>
          <a:noFill/>
        </p:spPr>
        <p:txBody>
          <a:bodyPr wrap="square" rtlCol="0">
            <a:spAutoFit/>
          </a:bodyPr>
          <a:lstStyle/>
          <a:p>
            <a:r>
              <a:rPr lang="en-IN" dirty="0"/>
              <a:t>20</a:t>
            </a:r>
          </a:p>
        </p:txBody>
      </p:sp>
      <p:sp>
        <p:nvSpPr>
          <p:cNvPr id="139" name="TextBox 138">
            <a:extLst>
              <a:ext uri="{FF2B5EF4-FFF2-40B4-BE49-F238E27FC236}">
                <a16:creationId xmlns:a16="http://schemas.microsoft.com/office/drawing/2014/main" id="{9E700BB7-5695-367A-874C-C21AA32DB751}"/>
              </a:ext>
            </a:extLst>
          </p:cNvPr>
          <p:cNvSpPr txBox="1"/>
          <p:nvPr/>
        </p:nvSpPr>
        <p:spPr>
          <a:xfrm>
            <a:off x="1425566" y="2336800"/>
            <a:ext cx="472753" cy="369332"/>
          </a:xfrm>
          <a:prstGeom prst="rect">
            <a:avLst/>
          </a:prstGeom>
          <a:noFill/>
        </p:spPr>
        <p:txBody>
          <a:bodyPr wrap="square" rtlCol="0">
            <a:spAutoFit/>
          </a:bodyPr>
          <a:lstStyle/>
          <a:p>
            <a:r>
              <a:rPr lang="en-IN" dirty="0"/>
              <a:t>4</a:t>
            </a:r>
          </a:p>
        </p:txBody>
      </p:sp>
      <p:sp>
        <p:nvSpPr>
          <p:cNvPr id="141" name="TextBox 140">
            <a:extLst>
              <a:ext uri="{FF2B5EF4-FFF2-40B4-BE49-F238E27FC236}">
                <a16:creationId xmlns:a16="http://schemas.microsoft.com/office/drawing/2014/main" id="{2083C531-9A3E-EE25-E0FB-9EF4F6E5B4E2}"/>
              </a:ext>
            </a:extLst>
          </p:cNvPr>
          <p:cNvSpPr txBox="1"/>
          <p:nvPr/>
        </p:nvSpPr>
        <p:spPr>
          <a:xfrm>
            <a:off x="1121088" y="3286976"/>
            <a:ext cx="472753" cy="369332"/>
          </a:xfrm>
          <a:prstGeom prst="rect">
            <a:avLst/>
          </a:prstGeom>
          <a:noFill/>
        </p:spPr>
        <p:txBody>
          <a:bodyPr wrap="square" rtlCol="0">
            <a:spAutoFit/>
          </a:bodyPr>
          <a:lstStyle/>
          <a:p>
            <a:r>
              <a:rPr lang="en-IN" dirty="0"/>
              <a:t>8</a:t>
            </a:r>
          </a:p>
        </p:txBody>
      </p:sp>
      <p:sp>
        <p:nvSpPr>
          <p:cNvPr id="143" name="TextBox 142">
            <a:extLst>
              <a:ext uri="{FF2B5EF4-FFF2-40B4-BE49-F238E27FC236}">
                <a16:creationId xmlns:a16="http://schemas.microsoft.com/office/drawing/2014/main" id="{4105D534-192C-E0AB-5868-904315A64ABC}"/>
              </a:ext>
            </a:extLst>
          </p:cNvPr>
          <p:cNvSpPr txBox="1"/>
          <p:nvPr/>
        </p:nvSpPr>
        <p:spPr>
          <a:xfrm>
            <a:off x="3025019" y="3318351"/>
            <a:ext cx="472753" cy="369332"/>
          </a:xfrm>
          <a:prstGeom prst="rect">
            <a:avLst/>
          </a:prstGeom>
          <a:noFill/>
        </p:spPr>
        <p:txBody>
          <a:bodyPr wrap="square" rtlCol="0">
            <a:spAutoFit/>
          </a:bodyPr>
          <a:lstStyle/>
          <a:p>
            <a:r>
              <a:rPr lang="en-IN" dirty="0"/>
              <a:t>2</a:t>
            </a:r>
          </a:p>
        </p:txBody>
      </p:sp>
      <p:sp>
        <p:nvSpPr>
          <p:cNvPr id="144" name="TextBox 143">
            <a:extLst>
              <a:ext uri="{FF2B5EF4-FFF2-40B4-BE49-F238E27FC236}">
                <a16:creationId xmlns:a16="http://schemas.microsoft.com/office/drawing/2014/main" id="{5E2217FF-DF3D-3F15-A1B3-28799249C984}"/>
              </a:ext>
            </a:extLst>
          </p:cNvPr>
          <p:cNvSpPr txBox="1"/>
          <p:nvPr/>
        </p:nvSpPr>
        <p:spPr>
          <a:xfrm>
            <a:off x="1461594" y="4495750"/>
            <a:ext cx="1624411" cy="400110"/>
          </a:xfrm>
          <a:prstGeom prst="rect">
            <a:avLst/>
          </a:prstGeom>
          <a:noFill/>
        </p:spPr>
        <p:txBody>
          <a:bodyPr wrap="square" rtlCol="0">
            <a:spAutoFit/>
          </a:bodyPr>
          <a:lstStyle/>
          <a:p>
            <a:pPr algn="ctr"/>
            <a:r>
              <a:rPr lang="en-IN" sz="2000" b="1" dirty="0">
                <a:highlight>
                  <a:srgbClr val="C0C0C0"/>
                </a:highlight>
              </a:rPr>
              <a:t>Graph </a:t>
            </a:r>
          </a:p>
        </p:txBody>
      </p:sp>
      <p:sp>
        <p:nvSpPr>
          <p:cNvPr id="154" name="TextBox 153">
            <a:extLst>
              <a:ext uri="{FF2B5EF4-FFF2-40B4-BE49-F238E27FC236}">
                <a16:creationId xmlns:a16="http://schemas.microsoft.com/office/drawing/2014/main" id="{5048B602-00B2-3CEF-A234-725F4A456885}"/>
              </a:ext>
            </a:extLst>
          </p:cNvPr>
          <p:cNvSpPr txBox="1"/>
          <p:nvPr/>
        </p:nvSpPr>
        <p:spPr>
          <a:xfrm>
            <a:off x="5350416" y="949161"/>
            <a:ext cx="4840064" cy="369332"/>
          </a:xfrm>
          <a:prstGeom prst="rect">
            <a:avLst/>
          </a:prstGeom>
          <a:noFill/>
        </p:spPr>
        <p:txBody>
          <a:bodyPr wrap="square">
            <a:spAutoFit/>
          </a:bodyPr>
          <a:lstStyle/>
          <a:p>
            <a:pPr algn="ctr"/>
            <a:r>
              <a:rPr lang="en-IN" sz="1800" b="1" dirty="0"/>
              <a:t>Depth First Search (DFS)</a:t>
            </a:r>
          </a:p>
        </p:txBody>
      </p:sp>
      <p:sp>
        <p:nvSpPr>
          <p:cNvPr id="184" name="TextBox 183">
            <a:extLst>
              <a:ext uri="{FF2B5EF4-FFF2-40B4-BE49-F238E27FC236}">
                <a16:creationId xmlns:a16="http://schemas.microsoft.com/office/drawing/2014/main" id="{37A19F2F-A1D1-DFF1-A83C-F64340F7542B}"/>
              </a:ext>
            </a:extLst>
          </p:cNvPr>
          <p:cNvSpPr txBox="1"/>
          <p:nvPr/>
        </p:nvSpPr>
        <p:spPr>
          <a:xfrm>
            <a:off x="9211020" y="3035790"/>
            <a:ext cx="1065811" cy="338554"/>
          </a:xfrm>
          <a:prstGeom prst="rect">
            <a:avLst/>
          </a:prstGeom>
          <a:noFill/>
        </p:spPr>
        <p:txBody>
          <a:bodyPr wrap="square" rtlCol="0">
            <a:spAutoFit/>
          </a:bodyPr>
          <a:lstStyle/>
          <a:p>
            <a:pPr algn="ctr"/>
            <a:r>
              <a:rPr lang="en-IN" sz="1600" b="1" dirty="0"/>
              <a:t>Solution-1</a:t>
            </a:r>
          </a:p>
        </p:txBody>
      </p:sp>
      <p:sp>
        <p:nvSpPr>
          <p:cNvPr id="185" name="TextBox 184">
            <a:extLst>
              <a:ext uri="{FF2B5EF4-FFF2-40B4-BE49-F238E27FC236}">
                <a16:creationId xmlns:a16="http://schemas.microsoft.com/office/drawing/2014/main" id="{C56472C0-6EF7-1971-EDD0-DAB49D7FD0EB}"/>
              </a:ext>
            </a:extLst>
          </p:cNvPr>
          <p:cNvSpPr txBox="1"/>
          <p:nvPr/>
        </p:nvSpPr>
        <p:spPr>
          <a:xfrm>
            <a:off x="730598" y="5913369"/>
            <a:ext cx="4922532" cy="400110"/>
          </a:xfrm>
          <a:prstGeom prst="rect">
            <a:avLst/>
          </a:prstGeom>
          <a:noFill/>
          <a:ln>
            <a:solidFill>
              <a:schemeClr val="accent1"/>
            </a:solidFill>
          </a:ln>
        </p:spPr>
        <p:txBody>
          <a:bodyPr wrap="square" rtlCol="0">
            <a:spAutoFit/>
          </a:bodyPr>
          <a:lstStyle/>
          <a:p>
            <a:pPr algn="ctr"/>
            <a:r>
              <a:rPr lang="en-IN" sz="2000" b="1" dirty="0"/>
              <a:t>Optimal Solution: </a:t>
            </a:r>
            <a:r>
              <a:rPr lang="en-IN" sz="2000" dirty="0"/>
              <a:t>Solution-3 with Cost 16</a:t>
            </a:r>
          </a:p>
        </p:txBody>
      </p:sp>
      <p:grpSp>
        <p:nvGrpSpPr>
          <p:cNvPr id="10" name="Group 9">
            <a:extLst>
              <a:ext uri="{FF2B5EF4-FFF2-40B4-BE49-F238E27FC236}">
                <a16:creationId xmlns:a16="http://schemas.microsoft.com/office/drawing/2014/main" id="{16548347-262A-0718-C1A5-9F3D437A2EF9}"/>
              </a:ext>
            </a:extLst>
          </p:cNvPr>
          <p:cNvGrpSpPr/>
          <p:nvPr/>
        </p:nvGrpSpPr>
        <p:grpSpPr>
          <a:xfrm>
            <a:off x="7754220" y="3279720"/>
            <a:ext cx="320522" cy="211341"/>
            <a:chOff x="7691960" y="3282400"/>
            <a:chExt cx="624600" cy="411840"/>
          </a:xfrm>
        </p:grpSpPr>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C8DC1D2F-952B-B4DF-6D54-065391D40CFB}"/>
                    </a:ext>
                  </a:extLst>
                </p14:cNvPr>
                <p14:cNvContentPartPr/>
                <p14:nvPr/>
              </p14:nvContentPartPr>
              <p14:xfrm>
                <a:off x="7792400" y="3291760"/>
                <a:ext cx="524160" cy="402480"/>
              </p14:xfrm>
            </p:contentPart>
          </mc:Choice>
          <mc:Fallback xmlns="">
            <p:pic>
              <p:nvPicPr>
                <p:cNvPr id="5" name="Ink 4">
                  <a:extLst>
                    <a:ext uri="{FF2B5EF4-FFF2-40B4-BE49-F238E27FC236}">
                      <a16:creationId xmlns:a16="http://schemas.microsoft.com/office/drawing/2014/main" id="{C8DC1D2F-952B-B4DF-6D54-065391D40CFB}"/>
                    </a:ext>
                  </a:extLst>
                </p:cNvPr>
                <p:cNvPicPr/>
                <p:nvPr/>
              </p:nvPicPr>
              <p:blipFill>
                <a:blip r:embed="rId7"/>
                <a:stretch>
                  <a:fillRect/>
                </a:stretch>
              </p:blipFill>
              <p:spPr>
                <a:xfrm>
                  <a:off x="7774881" y="3274230"/>
                  <a:ext cx="558497" cy="436838"/>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D26CB649-999A-62DA-DDE0-59633D72D653}"/>
                    </a:ext>
                  </a:extLst>
                </p14:cNvPr>
                <p14:cNvContentPartPr/>
                <p14:nvPr/>
              </p14:nvContentPartPr>
              <p14:xfrm>
                <a:off x="7691960" y="3282400"/>
                <a:ext cx="537840" cy="366480"/>
              </p14:xfrm>
            </p:contentPart>
          </mc:Choice>
          <mc:Fallback xmlns="">
            <p:pic>
              <p:nvPicPr>
                <p:cNvPr id="6" name="Ink 5">
                  <a:extLst>
                    <a:ext uri="{FF2B5EF4-FFF2-40B4-BE49-F238E27FC236}">
                      <a16:creationId xmlns:a16="http://schemas.microsoft.com/office/drawing/2014/main" id="{D26CB649-999A-62DA-DDE0-59633D72D653}"/>
                    </a:ext>
                  </a:extLst>
                </p:cNvPr>
                <p:cNvPicPr/>
                <p:nvPr/>
              </p:nvPicPr>
              <p:blipFill>
                <a:blip r:embed="rId9"/>
                <a:stretch>
                  <a:fillRect/>
                </a:stretch>
              </p:blipFill>
              <p:spPr>
                <a:xfrm>
                  <a:off x="7674429" y="3264882"/>
                  <a:ext cx="572200" cy="400816"/>
                </a:xfrm>
                <a:prstGeom prst="rect">
                  <a:avLst/>
                </a:prstGeom>
              </p:spPr>
            </p:pic>
          </mc:Fallback>
        </mc:AlternateContent>
      </p:grpSp>
      <p:sp>
        <p:nvSpPr>
          <p:cNvPr id="14" name="TextBox 13">
            <a:extLst>
              <a:ext uri="{FF2B5EF4-FFF2-40B4-BE49-F238E27FC236}">
                <a16:creationId xmlns:a16="http://schemas.microsoft.com/office/drawing/2014/main" id="{F011322B-0026-9E7D-9EB7-8A8FDA6702F8}"/>
              </a:ext>
            </a:extLst>
          </p:cNvPr>
          <p:cNvSpPr txBox="1"/>
          <p:nvPr/>
        </p:nvSpPr>
        <p:spPr>
          <a:xfrm>
            <a:off x="7280921" y="3491061"/>
            <a:ext cx="1222597" cy="338554"/>
          </a:xfrm>
          <a:prstGeom prst="rect">
            <a:avLst/>
          </a:prstGeom>
          <a:noFill/>
        </p:spPr>
        <p:txBody>
          <a:bodyPr wrap="square" rtlCol="0">
            <a:spAutoFit/>
          </a:bodyPr>
          <a:lstStyle/>
          <a:p>
            <a:pPr algn="ctr"/>
            <a:r>
              <a:rPr lang="en-IN" sz="1600" b="1" dirty="0"/>
              <a:t>Bounded</a:t>
            </a:r>
          </a:p>
        </p:txBody>
      </p:sp>
      <p:cxnSp>
        <p:nvCxnSpPr>
          <p:cNvPr id="15" name="Straight Connector 14">
            <a:extLst>
              <a:ext uri="{FF2B5EF4-FFF2-40B4-BE49-F238E27FC236}">
                <a16:creationId xmlns:a16="http://schemas.microsoft.com/office/drawing/2014/main" id="{3BF4849D-1C9F-7C09-926B-035E80AE96B9}"/>
              </a:ext>
            </a:extLst>
          </p:cNvPr>
          <p:cNvCxnSpPr>
            <a:cxnSpLocks/>
            <a:stCxn id="8" idx="4"/>
            <a:endCxn id="16" idx="0"/>
          </p:cNvCxnSpPr>
          <p:nvPr/>
        </p:nvCxnSpPr>
        <p:spPr>
          <a:xfrm>
            <a:off x="6173778" y="2968790"/>
            <a:ext cx="273625" cy="700249"/>
          </a:xfrm>
          <a:prstGeom prst="line">
            <a:avLst/>
          </a:prstGeom>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32D81E78-51DB-CBEC-1EDA-5DD7102AA9E2}"/>
              </a:ext>
            </a:extLst>
          </p:cNvPr>
          <p:cNvSpPr/>
          <p:nvPr/>
        </p:nvSpPr>
        <p:spPr>
          <a:xfrm>
            <a:off x="6194098" y="3669039"/>
            <a:ext cx="506610" cy="477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IN" dirty="0"/>
              <a:t>4</a:t>
            </a:r>
          </a:p>
        </p:txBody>
      </p:sp>
      <p:sp>
        <p:nvSpPr>
          <p:cNvPr id="25" name="TextBox 24">
            <a:extLst>
              <a:ext uri="{FF2B5EF4-FFF2-40B4-BE49-F238E27FC236}">
                <a16:creationId xmlns:a16="http://schemas.microsoft.com/office/drawing/2014/main" id="{E0C87435-AB26-8439-A4D3-E67F1AC91237}"/>
              </a:ext>
            </a:extLst>
          </p:cNvPr>
          <p:cNvSpPr txBox="1"/>
          <p:nvPr/>
        </p:nvSpPr>
        <p:spPr>
          <a:xfrm>
            <a:off x="5896809" y="3541783"/>
            <a:ext cx="418704" cy="369332"/>
          </a:xfrm>
          <a:prstGeom prst="rect">
            <a:avLst/>
          </a:prstGeom>
          <a:noFill/>
        </p:spPr>
        <p:txBody>
          <a:bodyPr wrap="none" rtlCol="0">
            <a:spAutoFit/>
          </a:bodyPr>
          <a:lstStyle/>
          <a:p>
            <a:r>
              <a:rPr lang="en-IN" dirty="0"/>
              <a:t>18</a:t>
            </a:r>
          </a:p>
        </p:txBody>
      </p:sp>
      <p:sp>
        <p:nvSpPr>
          <p:cNvPr id="28" name="TextBox 27">
            <a:extLst>
              <a:ext uri="{FF2B5EF4-FFF2-40B4-BE49-F238E27FC236}">
                <a16:creationId xmlns:a16="http://schemas.microsoft.com/office/drawing/2014/main" id="{1E28CF3F-15AD-C510-6578-CA75328B1ED2}"/>
              </a:ext>
            </a:extLst>
          </p:cNvPr>
          <p:cNvSpPr txBox="1"/>
          <p:nvPr/>
        </p:nvSpPr>
        <p:spPr>
          <a:xfrm>
            <a:off x="5985379" y="4203547"/>
            <a:ext cx="1065811" cy="338554"/>
          </a:xfrm>
          <a:prstGeom prst="rect">
            <a:avLst/>
          </a:prstGeom>
          <a:noFill/>
        </p:spPr>
        <p:txBody>
          <a:bodyPr wrap="square" rtlCol="0">
            <a:spAutoFit/>
          </a:bodyPr>
          <a:lstStyle/>
          <a:p>
            <a:pPr algn="ctr"/>
            <a:r>
              <a:rPr lang="en-IN" sz="1600" b="1" dirty="0"/>
              <a:t>Solution-2</a:t>
            </a:r>
          </a:p>
        </p:txBody>
      </p:sp>
      <p:sp>
        <p:nvSpPr>
          <p:cNvPr id="13" name="Slide Number Placeholder 12">
            <a:extLst>
              <a:ext uri="{FF2B5EF4-FFF2-40B4-BE49-F238E27FC236}">
                <a16:creationId xmlns:a16="http://schemas.microsoft.com/office/drawing/2014/main" id="{85496728-ACE0-26C2-CA0D-F6E61A98FDC8}"/>
              </a:ext>
            </a:extLst>
          </p:cNvPr>
          <p:cNvSpPr>
            <a:spLocks noGrp="1"/>
          </p:cNvSpPr>
          <p:nvPr>
            <p:ph type="sldNum" sz="quarter" idx="12"/>
          </p:nvPr>
        </p:nvSpPr>
        <p:spPr/>
        <p:txBody>
          <a:bodyPr/>
          <a:lstStyle/>
          <a:p>
            <a:fld id="{000E18F7-2402-4720-BFF4-341E476333D4}" type="slidenum">
              <a:rPr lang="en-IN" smtClean="0"/>
              <a:t>35</a:t>
            </a:fld>
            <a:endParaRPr lang="en-IN"/>
          </a:p>
        </p:txBody>
      </p:sp>
    </p:spTree>
    <p:extLst>
      <p:ext uri="{BB962C8B-B14F-4D97-AF65-F5344CB8AC3E}">
        <p14:creationId xmlns:p14="http://schemas.microsoft.com/office/powerpoint/2010/main" val="2589818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7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8"/>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89"/>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88"/>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90"/>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9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10"/>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14"/>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8" grpId="0" animBg="1"/>
      <p:bldP spid="12" grpId="0" animBg="1"/>
      <p:bldP spid="18" grpId="0" animBg="1"/>
      <p:bldP spid="21" grpId="0"/>
      <p:bldP spid="24" grpId="0"/>
      <p:bldP spid="26" grpId="0"/>
      <p:bldP spid="77" grpId="0" animBg="1"/>
      <p:bldP spid="80" grpId="0"/>
      <p:bldP spid="88" grpId="0" animBg="1"/>
      <p:bldP spid="90" grpId="0"/>
      <p:bldP spid="96" grpId="0"/>
      <p:bldP spid="184" grpId="0"/>
      <p:bldP spid="185" grpId="0" animBg="1"/>
      <p:bldP spid="14" grpId="0"/>
      <p:bldP spid="16" grpId="0" animBg="1"/>
      <p:bldP spid="25" grpId="0"/>
      <p:bldP spid="28"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F399772-D4C6-6136-3D00-378D15A01EC3}"/>
              </a:ext>
            </a:extLst>
          </p:cNvPr>
          <p:cNvSpPr txBox="1">
            <a:spLocks/>
          </p:cNvSpPr>
          <p:nvPr/>
        </p:nvSpPr>
        <p:spPr>
          <a:xfrm>
            <a:off x="838200" y="325120"/>
            <a:ext cx="10515600" cy="812800"/>
          </a:xfrm>
          <a:prstGeom prst="rect">
            <a:avLst/>
          </a:prstGeom>
        </p:spPr>
        <p:txBody>
          <a:bodyP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sz="3600" b="1" dirty="0"/>
              <a:t>LC-BB (Least Cost - Branch &amp; Bound) Priority Queue</a:t>
            </a:r>
          </a:p>
        </p:txBody>
      </p:sp>
      <p:pic>
        <p:nvPicPr>
          <p:cNvPr id="4" name="Picture 3">
            <a:extLst>
              <a:ext uri="{FF2B5EF4-FFF2-40B4-BE49-F238E27FC236}">
                <a16:creationId xmlns:a16="http://schemas.microsoft.com/office/drawing/2014/main" id="{E6F580BB-6F5B-DCB4-8961-201956206840}"/>
              </a:ext>
            </a:extLst>
          </p:cNvPr>
          <p:cNvPicPr>
            <a:picLocks noChangeAspect="1"/>
          </p:cNvPicPr>
          <p:nvPr/>
        </p:nvPicPr>
        <p:blipFill>
          <a:blip r:embed="rId2">
            <a:extLst>
              <a:ext uri="{BEBA8EAE-BF5A-486C-A8C5-ECC9F3942E4B}">
                <a14:imgProps xmlns:a14="http://schemas.microsoft.com/office/drawing/2010/main">
                  <a14:imgLayer r:embed="rId3">
                    <a14:imgEffect>
                      <a14:brightnessContrast bright="-20000" contrast="40000"/>
                    </a14:imgEffect>
                  </a14:imgLayer>
                </a14:imgProps>
              </a:ext>
              <a:ext uri="{28A0092B-C50C-407E-A947-70E740481C1C}">
                <a14:useLocalDpi xmlns:a14="http://schemas.microsoft.com/office/drawing/2010/main" val="0"/>
              </a:ext>
            </a:extLst>
          </a:blip>
          <a:srcRect l="1223" t="8296" r="6778" b="24741"/>
          <a:stretch>
            <a:fillRect/>
          </a:stretch>
        </p:blipFill>
        <p:spPr>
          <a:xfrm>
            <a:off x="1545443" y="1375838"/>
            <a:ext cx="9101114" cy="4968241"/>
          </a:xfrm>
          <a:prstGeom prst="rect">
            <a:avLst/>
          </a:prstGeom>
        </p:spPr>
      </p:pic>
      <mc:AlternateContent xmlns:mc="http://schemas.openxmlformats.org/markup-compatibility/2006" xmlns:p14="http://schemas.microsoft.com/office/powerpoint/2010/main" xmlns:aink="http://schemas.microsoft.com/office/drawing/2016/ink">
        <mc:Choice Requires="p14 aink">
          <p:contentPart p14:bwMode="auto" r:id="rId4">
            <p14:nvContentPartPr>
              <p14:cNvPr id="6" name="Ink 5">
                <a:extLst>
                  <a:ext uri="{FF2B5EF4-FFF2-40B4-BE49-F238E27FC236}">
                    <a16:creationId xmlns:a16="http://schemas.microsoft.com/office/drawing/2014/main" id="{B52630E1-6B15-FE46-C0C1-7AD7F6D21E73}"/>
                  </a:ext>
                </a:extLst>
              </p14:cNvPr>
              <p14:cNvContentPartPr/>
              <p14:nvPr/>
            </p14:nvContentPartPr>
            <p14:xfrm>
              <a:off x="-1463200" y="3464560"/>
              <a:ext cx="360" cy="360"/>
            </p14:xfrm>
          </p:contentPart>
        </mc:Choice>
        <mc:Fallback xmlns="">
          <p:pic>
            <p:nvPicPr>
              <p:cNvPr id="6" name="Ink 5">
                <a:extLst>
                  <a:ext uri="{FF2B5EF4-FFF2-40B4-BE49-F238E27FC236}">
                    <a16:creationId xmlns:a16="http://schemas.microsoft.com/office/drawing/2014/main" id="{B52630E1-6B15-FE46-C0C1-7AD7F6D21E73}"/>
                  </a:ext>
                </a:extLst>
              </p:cNvPr>
              <p:cNvPicPr/>
              <p:nvPr/>
            </p:nvPicPr>
            <p:blipFill>
              <a:blip r:embed="rId5"/>
              <a:stretch>
                <a:fillRect/>
              </a:stretch>
            </p:blipFill>
            <p:spPr>
              <a:xfrm>
                <a:off x="-1469320" y="3427120"/>
                <a:ext cx="12600" cy="75600"/>
              </a:xfrm>
              <a:prstGeom prst="rect">
                <a:avLst/>
              </a:prstGeom>
            </p:spPr>
          </p:pic>
        </mc:Fallback>
      </mc:AlternateContent>
      <p:grpSp>
        <p:nvGrpSpPr>
          <p:cNvPr id="18" name="Group 17">
            <a:extLst>
              <a:ext uri="{FF2B5EF4-FFF2-40B4-BE49-F238E27FC236}">
                <a16:creationId xmlns:a16="http://schemas.microsoft.com/office/drawing/2014/main" id="{6F8CAF9F-3ADF-470B-3D21-2EB3C179D668}"/>
              </a:ext>
            </a:extLst>
          </p:cNvPr>
          <p:cNvGrpSpPr/>
          <p:nvPr/>
        </p:nvGrpSpPr>
        <p:grpSpPr>
          <a:xfrm>
            <a:off x="4404440" y="4297600"/>
            <a:ext cx="127440" cy="125280"/>
            <a:chOff x="4404440" y="4297600"/>
            <a:chExt cx="127440" cy="125280"/>
          </a:xfrm>
        </p:grpSpPr>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AF020EAF-2C6A-16F5-C4CE-75BA2B057294}"/>
                    </a:ext>
                  </a:extLst>
                </p14:cNvPr>
                <p14:cNvContentPartPr/>
                <p14:nvPr/>
              </p14:nvContentPartPr>
              <p14:xfrm>
                <a:off x="4404440" y="4297600"/>
                <a:ext cx="127440" cy="107280"/>
              </p14:xfrm>
            </p:contentPart>
          </mc:Choice>
          <mc:Fallback xmlns="">
            <p:pic>
              <p:nvPicPr>
                <p:cNvPr id="16" name="Ink 15">
                  <a:extLst>
                    <a:ext uri="{FF2B5EF4-FFF2-40B4-BE49-F238E27FC236}">
                      <a16:creationId xmlns:a16="http://schemas.microsoft.com/office/drawing/2014/main" id="{AF020EAF-2C6A-16F5-C4CE-75BA2B057294}"/>
                    </a:ext>
                  </a:extLst>
                </p:cNvPr>
                <p:cNvPicPr/>
                <p:nvPr/>
              </p:nvPicPr>
              <p:blipFill>
                <a:blip r:embed="rId7"/>
                <a:stretch>
                  <a:fillRect/>
                </a:stretch>
              </p:blipFill>
              <p:spPr>
                <a:xfrm>
                  <a:off x="4400120" y="4292920"/>
                  <a:ext cx="13608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7" name="Ink 16">
                  <a:extLst>
                    <a:ext uri="{FF2B5EF4-FFF2-40B4-BE49-F238E27FC236}">
                      <a16:creationId xmlns:a16="http://schemas.microsoft.com/office/drawing/2014/main" id="{35968D00-883A-1F53-D34C-2778C3467251}"/>
                    </a:ext>
                  </a:extLst>
                </p14:cNvPr>
                <p14:cNvContentPartPr/>
                <p14:nvPr/>
              </p14:nvContentPartPr>
              <p14:xfrm>
                <a:off x="4409480" y="4328200"/>
                <a:ext cx="121320" cy="94680"/>
              </p14:xfrm>
            </p:contentPart>
          </mc:Choice>
          <mc:Fallback xmlns="">
            <p:pic>
              <p:nvPicPr>
                <p:cNvPr id="17" name="Ink 16">
                  <a:extLst>
                    <a:ext uri="{FF2B5EF4-FFF2-40B4-BE49-F238E27FC236}">
                      <a16:creationId xmlns:a16="http://schemas.microsoft.com/office/drawing/2014/main" id="{35968D00-883A-1F53-D34C-2778C3467251}"/>
                    </a:ext>
                  </a:extLst>
                </p:cNvPr>
                <p:cNvPicPr/>
                <p:nvPr/>
              </p:nvPicPr>
              <p:blipFill>
                <a:blip r:embed="rId9"/>
                <a:stretch>
                  <a:fillRect/>
                </a:stretch>
              </p:blipFill>
              <p:spPr>
                <a:xfrm>
                  <a:off x="4405160" y="4323880"/>
                  <a:ext cx="129960" cy="103320"/>
                </a:xfrm>
                <a:prstGeom prst="rect">
                  <a:avLst/>
                </a:prstGeom>
              </p:spPr>
            </p:pic>
          </mc:Fallback>
        </mc:AlternateContent>
      </p:grpSp>
      <p:sp>
        <p:nvSpPr>
          <p:cNvPr id="19" name="TextBox 18">
            <a:extLst>
              <a:ext uri="{FF2B5EF4-FFF2-40B4-BE49-F238E27FC236}">
                <a16:creationId xmlns:a16="http://schemas.microsoft.com/office/drawing/2014/main" id="{95E14ED5-4ADF-3883-D81D-6CFD016847C3}"/>
              </a:ext>
            </a:extLst>
          </p:cNvPr>
          <p:cNvSpPr txBox="1"/>
          <p:nvPr/>
        </p:nvSpPr>
        <p:spPr>
          <a:xfrm>
            <a:off x="3634734" y="6332825"/>
            <a:ext cx="4922532" cy="400110"/>
          </a:xfrm>
          <a:prstGeom prst="rect">
            <a:avLst/>
          </a:prstGeom>
          <a:noFill/>
          <a:ln>
            <a:solidFill>
              <a:schemeClr val="accent1"/>
            </a:solidFill>
          </a:ln>
        </p:spPr>
        <p:txBody>
          <a:bodyPr wrap="square" rtlCol="0">
            <a:spAutoFit/>
          </a:bodyPr>
          <a:lstStyle/>
          <a:p>
            <a:pPr algn="ctr"/>
            <a:r>
              <a:rPr lang="en-IN" sz="2000" b="1" dirty="0"/>
              <a:t>Optimal Solution: </a:t>
            </a:r>
            <a:r>
              <a:rPr lang="en-IN" sz="2000" dirty="0"/>
              <a:t>Solution-2 with Cost 13</a:t>
            </a:r>
          </a:p>
        </p:txBody>
      </p:sp>
      <p:sp>
        <p:nvSpPr>
          <p:cNvPr id="20" name="TextBox 19">
            <a:extLst>
              <a:ext uri="{FF2B5EF4-FFF2-40B4-BE49-F238E27FC236}">
                <a16:creationId xmlns:a16="http://schemas.microsoft.com/office/drawing/2014/main" id="{980D87E1-C42F-CAB6-6F53-952D92365413}"/>
              </a:ext>
            </a:extLst>
          </p:cNvPr>
          <p:cNvSpPr txBox="1"/>
          <p:nvPr/>
        </p:nvSpPr>
        <p:spPr>
          <a:xfrm>
            <a:off x="5026660" y="852618"/>
            <a:ext cx="2138680" cy="523220"/>
          </a:xfrm>
          <a:prstGeom prst="rect">
            <a:avLst/>
          </a:prstGeom>
          <a:noFill/>
        </p:spPr>
        <p:txBody>
          <a:bodyPr wrap="square" rtlCol="0">
            <a:spAutoFit/>
          </a:bodyPr>
          <a:lstStyle/>
          <a:p>
            <a:pPr algn="ctr"/>
            <a:r>
              <a:rPr lang="en-IN" sz="2800" dirty="0"/>
              <a:t>Example 2</a:t>
            </a:r>
          </a:p>
        </p:txBody>
      </p:sp>
      <p:sp>
        <p:nvSpPr>
          <p:cNvPr id="2" name="Slide Number Placeholder 1">
            <a:extLst>
              <a:ext uri="{FF2B5EF4-FFF2-40B4-BE49-F238E27FC236}">
                <a16:creationId xmlns:a16="http://schemas.microsoft.com/office/drawing/2014/main" id="{34A001D2-8556-B0C3-B671-C2C7D7D3900C}"/>
              </a:ext>
            </a:extLst>
          </p:cNvPr>
          <p:cNvSpPr>
            <a:spLocks noGrp="1"/>
          </p:cNvSpPr>
          <p:nvPr>
            <p:ph type="sldNum" sz="quarter" idx="12"/>
          </p:nvPr>
        </p:nvSpPr>
        <p:spPr/>
        <p:txBody>
          <a:bodyPr/>
          <a:lstStyle/>
          <a:p>
            <a:fld id="{000E18F7-2402-4720-BFF4-341E476333D4}" type="slidenum">
              <a:rPr lang="en-IN" smtClean="0"/>
              <a:t>36</a:t>
            </a:fld>
            <a:endParaRPr lang="en-IN"/>
          </a:p>
        </p:txBody>
      </p:sp>
    </p:spTree>
    <p:extLst>
      <p:ext uri="{BB962C8B-B14F-4D97-AF65-F5344CB8AC3E}">
        <p14:creationId xmlns:p14="http://schemas.microsoft.com/office/powerpoint/2010/main" val="101542693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D6C4273-F28F-7268-E64C-A03F495CC6FD}"/>
              </a:ext>
            </a:extLst>
          </p:cNvPr>
          <p:cNvSpPr txBox="1"/>
          <p:nvPr/>
        </p:nvSpPr>
        <p:spPr>
          <a:xfrm>
            <a:off x="944880" y="413435"/>
            <a:ext cx="10617200" cy="523220"/>
          </a:xfrm>
          <a:prstGeom prst="rect">
            <a:avLst/>
          </a:prstGeom>
          <a:noFill/>
        </p:spPr>
        <p:txBody>
          <a:bodyPr wrap="square">
            <a:spAutoFit/>
          </a:bodyPr>
          <a:lstStyle/>
          <a:p>
            <a:r>
              <a:rPr lang="en-IN" sz="2800" b="1" u="none" strike="noStrike" dirty="0">
                <a:effectLst/>
                <a:latin typeface="Google Sans"/>
              </a:rPr>
              <a:t>Traveling Salesperson Problem (TSP)</a:t>
            </a:r>
            <a:r>
              <a:rPr lang="en-IN" sz="2800" dirty="0"/>
              <a:t> using the </a:t>
            </a:r>
            <a:r>
              <a:rPr lang="en-IN" sz="2800" b="1" u="none" strike="noStrike" dirty="0">
                <a:effectLst/>
                <a:latin typeface="Google Sans"/>
              </a:rPr>
              <a:t>Branch and Bound (BB)</a:t>
            </a:r>
            <a:endParaRPr lang="en-IN" sz="2800" dirty="0"/>
          </a:p>
        </p:txBody>
      </p:sp>
      <p:sp>
        <p:nvSpPr>
          <p:cNvPr id="7" name="TextBox 6">
            <a:extLst>
              <a:ext uri="{FF2B5EF4-FFF2-40B4-BE49-F238E27FC236}">
                <a16:creationId xmlns:a16="http://schemas.microsoft.com/office/drawing/2014/main" id="{AA2432E5-0567-3D18-5BBB-71E1681951BE}"/>
              </a:ext>
            </a:extLst>
          </p:cNvPr>
          <p:cNvSpPr txBox="1"/>
          <p:nvPr/>
        </p:nvSpPr>
        <p:spPr>
          <a:xfrm>
            <a:off x="1046480" y="1447916"/>
            <a:ext cx="10200640" cy="1438855"/>
          </a:xfrm>
          <a:prstGeom prst="rect">
            <a:avLst/>
          </a:prstGeom>
          <a:noFill/>
        </p:spPr>
        <p:txBody>
          <a:bodyPr wrap="square">
            <a:spAutoFit/>
          </a:bodyPr>
          <a:lstStyle/>
          <a:p>
            <a:pPr algn="just">
              <a:lnSpc>
                <a:spcPct val="150000"/>
              </a:lnSpc>
            </a:pPr>
            <a:r>
              <a:rPr lang="en-IN" sz="2000" b="0" i="0" dirty="0">
                <a:solidFill>
                  <a:srgbClr val="273239"/>
                </a:solidFill>
                <a:effectLst/>
                <a:latin typeface="Nunito" pitchFamily="2" charset="0"/>
              </a:rPr>
              <a:t>Given a set of cities and distance between every pair of cities, the problem is to find the shortest possible tour that visits every city exactly once and returns to the starting point.</a:t>
            </a:r>
          </a:p>
        </p:txBody>
      </p:sp>
      <p:sp>
        <p:nvSpPr>
          <p:cNvPr id="9" name="TextBox 8">
            <a:extLst>
              <a:ext uri="{FF2B5EF4-FFF2-40B4-BE49-F238E27FC236}">
                <a16:creationId xmlns:a16="http://schemas.microsoft.com/office/drawing/2014/main" id="{8068A0E1-0FBC-A53B-8C80-56B62C5E6655}"/>
              </a:ext>
            </a:extLst>
          </p:cNvPr>
          <p:cNvSpPr txBox="1"/>
          <p:nvPr/>
        </p:nvSpPr>
        <p:spPr>
          <a:xfrm>
            <a:off x="1046480" y="3069651"/>
            <a:ext cx="10200640" cy="2823593"/>
          </a:xfrm>
          <a:prstGeom prst="rect">
            <a:avLst/>
          </a:prstGeom>
          <a:noFill/>
        </p:spPr>
        <p:txBody>
          <a:bodyPr wrap="square">
            <a:spAutoFit/>
          </a:bodyPr>
          <a:lstStyle/>
          <a:p>
            <a:pPr algn="just">
              <a:lnSpc>
                <a:spcPct val="150000"/>
              </a:lnSpc>
            </a:pPr>
            <a:r>
              <a:rPr lang="en-IN" sz="2000" b="0" i="1" dirty="0">
                <a:solidFill>
                  <a:srgbClr val="273239"/>
                </a:solidFill>
                <a:effectLst/>
                <a:latin typeface="Nunito" pitchFamily="2" charset="0"/>
              </a:rPr>
              <a:t>In the Branch and Bound method, we explore the solution space as a state space tree where each node represents a partial tour. For every node, we compute a bound on the best possible solution that can be obtained from that node. If this bound is greater than the best solution found so far, the subtree rooted at that node is ignored (pruned) because it cannot produce a better solution. </a:t>
            </a:r>
            <a:r>
              <a:rPr lang="en-IN" sz="2000" b="1" i="1" dirty="0">
                <a:solidFill>
                  <a:srgbClr val="273239"/>
                </a:solidFill>
                <a:effectLst/>
                <a:latin typeface="Nunito" pitchFamily="2" charset="0"/>
              </a:rPr>
              <a:t>(Here we are </a:t>
            </a:r>
            <a:r>
              <a:rPr lang="en-IN" sz="2000" b="1" i="1" dirty="0">
                <a:solidFill>
                  <a:srgbClr val="273239"/>
                </a:solidFill>
                <a:latin typeface="Nunito" pitchFamily="2" charset="0"/>
              </a:rPr>
              <a:t>applying </a:t>
            </a:r>
            <a:r>
              <a:rPr lang="en-IN" sz="2000" b="1" i="1" dirty="0">
                <a:solidFill>
                  <a:srgbClr val="273239"/>
                </a:solidFill>
                <a:effectLst/>
                <a:latin typeface="Nunito" pitchFamily="2" charset="0"/>
              </a:rPr>
              <a:t>LC-BB Least Cost Branch &amp; Bound Technique)</a:t>
            </a:r>
            <a:endParaRPr lang="en-IN" sz="2000" b="1" dirty="0"/>
          </a:p>
        </p:txBody>
      </p:sp>
      <p:sp>
        <p:nvSpPr>
          <p:cNvPr id="2" name="Slide Number Placeholder 1">
            <a:extLst>
              <a:ext uri="{FF2B5EF4-FFF2-40B4-BE49-F238E27FC236}">
                <a16:creationId xmlns:a16="http://schemas.microsoft.com/office/drawing/2014/main" id="{CBF0A561-0231-B796-1DCF-27237F8E7FE1}"/>
              </a:ext>
            </a:extLst>
          </p:cNvPr>
          <p:cNvSpPr>
            <a:spLocks noGrp="1"/>
          </p:cNvSpPr>
          <p:nvPr>
            <p:ph type="sldNum" sz="quarter" idx="12"/>
          </p:nvPr>
        </p:nvSpPr>
        <p:spPr/>
        <p:txBody>
          <a:bodyPr/>
          <a:lstStyle/>
          <a:p>
            <a:fld id="{000E18F7-2402-4720-BFF4-341E476333D4}" type="slidenum">
              <a:rPr lang="en-IN" smtClean="0"/>
              <a:t>37</a:t>
            </a:fld>
            <a:endParaRPr lang="en-IN"/>
          </a:p>
        </p:txBody>
      </p:sp>
    </p:spTree>
    <p:extLst>
      <p:ext uri="{BB962C8B-B14F-4D97-AF65-F5344CB8AC3E}">
        <p14:creationId xmlns:p14="http://schemas.microsoft.com/office/powerpoint/2010/main" val="22194314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C6E49-F005-C371-482B-E43BA179896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781DA869-E3AE-0FDD-E225-B1DD027BD8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68104" y="0"/>
            <a:ext cx="9655791" cy="6858000"/>
          </a:xfrm>
          <a:prstGeom prst="rect">
            <a:avLst/>
          </a:prstGeom>
        </p:spPr>
      </p:pic>
      <p:sp>
        <p:nvSpPr>
          <p:cNvPr id="3" name="TextBox 2">
            <a:extLst>
              <a:ext uri="{FF2B5EF4-FFF2-40B4-BE49-F238E27FC236}">
                <a16:creationId xmlns:a16="http://schemas.microsoft.com/office/drawing/2014/main" id="{2FD84B82-E5FA-0934-D908-49498477A6ED}"/>
              </a:ext>
            </a:extLst>
          </p:cNvPr>
          <p:cNvSpPr txBox="1"/>
          <p:nvPr/>
        </p:nvSpPr>
        <p:spPr>
          <a:xfrm>
            <a:off x="1268103" y="0"/>
            <a:ext cx="9655791" cy="461665"/>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22" name="Picture 21">
            <a:extLst>
              <a:ext uri="{FF2B5EF4-FFF2-40B4-BE49-F238E27FC236}">
                <a16:creationId xmlns:a16="http://schemas.microsoft.com/office/drawing/2014/main" id="{BBFB9606-3AA9-4D73-1E62-05975E4E5B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38446" y="3997825"/>
            <a:ext cx="3953554" cy="2860175"/>
          </a:xfrm>
          <a:prstGeom prst="rect">
            <a:avLst/>
          </a:prstGeom>
        </p:spPr>
      </p:pic>
      <p:grpSp>
        <p:nvGrpSpPr>
          <p:cNvPr id="20" name="Group 19">
            <a:extLst>
              <a:ext uri="{FF2B5EF4-FFF2-40B4-BE49-F238E27FC236}">
                <a16:creationId xmlns:a16="http://schemas.microsoft.com/office/drawing/2014/main" id="{3E24288F-0178-D018-8568-1E5D9F0E1D2E}"/>
              </a:ext>
            </a:extLst>
          </p:cNvPr>
          <p:cNvGrpSpPr/>
          <p:nvPr/>
        </p:nvGrpSpPr>
        <p:grpSpPr>
          <a:xfrm>
            <a:off x="6461480" y="4135120"/>
            <a:ext cx="2977160" cy="2306280"/>
            <a:chOff x="6461480" y="3999880"/>
            <a:chExt cx="2957400" cy="2441520"/>
          </a:xfrm>
        </p:grpSpPr>
        <mc:AlternateContent xmlns:mc="http://schemas.openxmlformats.org/markup-compatibility/2006" xmlns:p14="http://schemas.microsoft.com/office/powerpoint/2010/main">
          <mc:Choice Requires="p14">
            <p:contentPart p14:bwMode="auto" r:id="rId4">
              <p14:nvContentPartPr>
                <p14:cNvPr id="15" name="Ink 14">
                  <a:extLst>
                    <a:ext uri="{FF2B5EF4-FFF2-40B4-BE49-F238E27FC236}">
                      <a16:creationId xmlns:a16="http://schemas.microsoft.com/office/drawing/2014/main" id="{AE404CC6-EC07-6D86-22E9-950DE98DB0F6}"/>
                    </a:ext>
                  </a:extLst>
                </p14:cNvPr>
                <p14:cNvContentPartPr/>
                <p14:nvPr/>
              </p14:nvContentPartPr>
              <p14:xfrm>
                <a:off x="6461480" y="4086280"/>
                <a:ext cx="2942640" cy="2355120"/>
              </p14:xfrm>
            </p:contentPart>
          </mc:Choice>
          <mc:Fallback xmlns="">
            <p:pic>
              <p:nvPicPr>
                <p:cNvPr id="15" name="Ink 14">
                  <a:extLst>
                    <a:ext uri="{FF2B5EF4-FFF2-40B4-BE49-F238E27FC236}">
                      <a16:creationId xmlns:a16="http://schemas.microsoft.com/office/drawing/2014/main" id="{AE404CC6-EC07-6D86-22E9-950DE98DB0F6}"/>
                    </a:ext>
                  </a:extLst>
                </p:cNvPr>
                <p:cNvPicPr/>
                <p:nvPr/>
              </p:nvPicPr>
              <p:blipFill>
                <a:blip r:embed="rId5"/>
                <a:stretch>
                  <a:fillRect/>
                </a:stretch>
              </p:blipFill>
              <p:spPr>
                <a:xfrm>
                  <a:off x="6452539" y="4077134"/>
                  <a:ext cx="2960164" cy="2373793"/>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6" name="Ink 15">
                  <a:extLst>
                    <a:ext uri="{FF2B5EF4-FFF2-40B4-BE49-F238E27FC236}">
                      <a16:creationId xmlns:a16="http://schemas.microsoft.com/office/drawing/2014/main" id="{6A32EA5D-9F0D-0E22-C17D-B17EE89A9E41}"/>
                    </a:ext>
                  </a:extLst>
                </p14:cNvPr>
                <p14:cNvContentPartPr/>
                <p14:nvPr/>
              </p14:nvContentPartPr>
              <p14:xfrm>
                <a:off x="9291080" y="4030840"/>
                <a:ext cx="127800" cy="54000"/>
              </p14:xfrm>
            </p:contentPart>
          </mc:Choice>
          <mc:Fallback xmlns="">
            <p:pic>
              <p:nvPicPr>
                <p:cNvPr id="16" name="Ink 15">
                  <a:extLst>
                    <a:ext uri="{FF2B5EF4-FFF2-40B4-BE49-F238E27FC236}">
                      <a16:creationId xmlns:a16="http://schemas.microsoft.com/office/drawing/2014/main" id="{6A32EA5D-9F0D-0E22-C17D-B17EE89A9E41}"/>
                    </a:ext>
                  </a:extLst>
                </p:cNvPr>
                <p:cNvPicPr/>
                <p:nvPr/>
              </p:nvPicPr>
              <p:blipFill>
                <a:blip r:embed="rId7"/>
                <a:stretch>
                  <a:fillRect/>
                </a:stretch>
              </p:blipFill>
              <p:spPr>
                <a:xfrm>
                  <a:off x="9282130" y="4021333"/>
                  <a:ext cx="145341" cy="72634"/>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7" name="Ink 16">
                  <a:extLst>
                    <a:ext uri="{FF2B5EF4-FFF2-40B4-BE49-F238E27FC236}">
                      <a16:creationId xmlns:a16="http://schemas.microsoft.com/office/drawing/2014/main" id="{0270AB77-3F41-542B-9806-54DC2106E716}"/>
                    </a:ext>
                  </a:extLst>
                </p14:cNvPr>
                <p14:cNvContentPartPr/>
                <p14:nvPr/>
              </p14:nvContentPartPr>
              <p14:xfrm>
                <a:off x="9272720" y="4084480"/>
                <a:ext cx="145800" cy="220320"/>
              </p14:xfrm>
            </p:contentPart>
          </mc:Choice>
          <mc:Fallback xmlns="">
            <p:pic>
              <p:nvPicPr>
                <p:cNvPr id="17" name="Ink 16">
                  <a:extLst>
                    <a:ext uri="{FF2B5EF4-FFF2-40B4-BE49-F238E27FC236}">
                      <a16:creationId xmlns:a16="http://schemas.microsoft.com/office/drawing/2014/main" id="{0270AB77-3F41-542B-9806-54DC2106E716}"/>
                    </a:ext>
                  </a:extLst>
                </p:cNvPr>
                <p:cNvPicPr/>
                <p:nvPr/>
              </p:nvPicPr>
              <p:blipFill>
                <a:blip r:embed="rId9"/>
                <a:stretch>
                  <a:fillRect/>
                </a:stretch>
              </p:blipFill>
              <p:spPr>
                <a:xfrm>
                  <a:off x="9263786" y="4074967"/>
                  <a:ext cx="163310" cy="238965"/>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9" name="Ink 18">
                  <a:extLst>
                    <a:ext uri="{FF2B5EF4-FFF2-40B4-BE49-F238E27FC236}">
                      <a16:creationId xmlns:a16="http://schemas.microsoft.com/office/drawing/2014/main" id="{5F9C716D-11B4-F01A-C03E-F28D8CD2FD61}"/>
                    </a:ext>
                  </a:extLst>
                </p14:cNvPr>
                <p14:cNvContentPartPr/>
                <p14:nvPr/>
              </p14:nvContentPartPr>
              <p14:xfrm>
                <a:off x="9155720" y="3999880"/>
                <a:ext cx="171000" cy="54000"/>
              </p14:xfrm>
            </p:contentPart>
          </mc:Choice>
          <mc:Fallback xmlns="">
            <p:pic>
              <p:nvPicPr>
                <p:cNvPr id="19" name="Ink 18">
                  <a:extLst>
                    <a:ext uri="{FF2B5EF4-FFF2-40B4-BE49-F238E27FC236}">
                      <a16:creationId xmlns:a16="http://schemas.microsoft.com/office/drawing/2014/main" id="{5F9C716D-11B4-F01A-C03E-F28D8CD2FD61}"/>
                    </a:ext>
                  </a:extLst>
                </p:cNvPr>
                <p:cNvPicPr/>
                <p:nvPr/>
              </p:nvPicPr>
              <p:blipFill>
                <a:blip r:embed="rId11"/>
                <a:stretch>
                  <a:fillRect/>
                </a:stretch>
              </p:blipFill>
              <p:spPr>
                <a:xfrm>
                  <a:off x="9147134" y="3990753"/>
                  <a:ext cx="188529" cy="72634"/>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
            <p14:nvContentPartPr>
              <p14:cNvPr id="14" name="Ink 13">
                <a:extLst>
                  <a:ext uri="{FF2B5EF4-FFF2-40B4-BE49-F238E27FC236}">
                    <a16:creationId xmlns:a16="http://schemas.microsoft.com/office/drawing/2014/main" id="{BBBE24FD-B341-1260-FA35-6CD397FDFB23}"/>
                  </a:ext>
                </a:extLst>
              </p14:cNvPr>
              <p14:cNvContentPartPr/>
              <p14:nvPr/>
            </p14:nvContentPartPr>
            <p14:xfrm>
              <a:off x="9529400" y="3850480"/>
              <a:ext cx="948240" cy="682200"/>
            </p14:xfrm>
          </p:contentPart>
        </mc:Choice>
        <mc:Fallback xmlns="">
          <p:pic>
            <p:nvPicPr>
              <p:cNvPr id="14" name="Ink 13">
                <a:extLst>
                  <a:ext uri="{FF2B5EF4-FFF2-40B4-BE49-F238E27FC236}">
                    <a16:creationId xmlns:a16="http://schemas.microsoft.com/office/drawing/2014/main" id="{BBBE24FD-B341-1260-FA35-6CD397FDFB23}"/>
                  </a:ext>
                </a:extLst>
              </p:cNvPr>
              <p:cNvPicPr/>
              <p:nvPr/>
            </p:nvPicPr>
            <p:blipFill>
              <a:blip r:embed="rId13"/>
              <a:stretch>
                <a:fillRect/>
              </a:stretch>
            </p:blipFill>
            <p:spPr>
              <a:xfrm>
                <a:off x="9520400" y="3841480"/>
                <a:ext cx="965880" cy="699840"/>
              </a:xfrm>
              <a:prstGeom prst="rect">
                <a:avLst/>
              </a:prstGeom>
            </p:spPr>
          </p:pic>
        </mc:Fallback>
      </mc:AlternateContent>
      <p:sp>
        <p:nvSpPr>
          <p:cNvPr id="2" name="Slide Number Placeholder 1">
            <a:extLst>
              <a:ext uri="{FF2B5EF4-FFF2-40B4-BE49-F238E27FC236}">
                <a16:creationId xmlns:a16="http://schemas.microsoft.com/office/drawing/2014/main" id="{05E4D5B5-DDBF-EEE6-FC5C-E756F18400CE}"/>
              </a:ext>
            </a:extLst>
          </p:cNvPr>
          <p:cNvSpPr>
            <a:spLocks noGrp="1"/>
          </p:cNvSpPr>
          <p:nvPr>
            <p:ph type="sldNum" sz="quarter" idx="12"/>
          </p:nvPr>
        </p:nvSpPr>
        <p:spPr/>
        <p:txBody>
          <a:bodyPr/>
          <a:lstStyle/>
          <a:p>
            <a:fld id="{000E18F7-2402-4720-BFF4-341E476333D4}" type="slidenum">
              <a:rPr lang="en-IN" smtClean="0"/>
              <a:t>38</a:t>
            </a:fld>
            <a:endParaRPr lang="en-IN"/>
          </a:p>
        </p:txBody>
      </p:sp>
    </p:spTree>
    <p:extLst>
      <p:ext uri="{BB962C8B-B14F-4D97-AF65-F5344CB8AC3E}">
        <p14:creationId xmlns:p14="http://schemas.microsoft.com/office/powerpoint/2010/main" val="9362595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9FFB2-24A6-55C7-42EB-0C87E620E02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F3A8F2D3-1FFF-AC5E-4BA7-6052E579BC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71095" y="0"/>
            <a:ext cx="9649810" cy="6858000"/>
          </a:xfrm>
          <a:prstGeom prst="rect">
            <a:avLst/>
          </a:prstGeom>
        </p:spPr>
      </p:pic>
      <p:grpSp>
        <p:nvGrpSpPr>
          <p:cNvPr id="14" name="Group 13">
            <a:extLst>
              <a:ext uri="{FF2B5EF4-FFF2-40B4-BE49-F238E27FC236}">
                <a16:creationId xmlns:a16="http://schemas.microsoft.com/office/drawing/2014/main" id="{DF74D353-6E87-1A68-C616-ED4AB835F396}"/>
              </a:ext>
            </a:extLst>
          </p:cNvPr>
          <p:cNvGrpSpPr/>
          <p:nvPr/>
        </p:nvGrpSpPr>
        <p:grpSpPr>
          <a:xfrm>
            <a:off x="6827800" y="3820160"/>
            <a:ext cx="20160" cy="277920"/>
            <a:chOff x="6827800" y="3820160"/>
            <a:chExt cx="20160" cy="277920"/>
          </a:xfrm>
        </p:grpSpPr>
        <mc:AlternateContent xmlns:mc="http://schemas.openxmlformats.org/markup-compatibility/2006" xmlns:p14="http://schemas.microsoft.com/office/powerpoint/2010/main" xmlns:aink="http://schemas.microsoft.com/office/drawing/2016/ink">
          <mc:Choice Requires="p14 aink">
            <p:contentPart p14:bwMode="auto" r:id="rId3">
              <p14:nvContentPartPr>
                <p14:cNvPr id="10" name="Ink 9">
                  <a:extLst>
                    <a:ext uri="{FF2B5EF4-FFF2-40B4-BE49-F238E27FC236}">
                      <a16:creationId xmlns:a16="http://schemas.microsoft.com/office/drawing/2014/main" id="{3126EE4C-8030-920B-16AE-FD797F388D38}"/>
                    </a:ext>
                  </a:extLst>
                </p14:cNvPr>
                <p14:cNvContentPartPr/>
                <p14:nvPr/>
              </p14:nvContentPartPr>
              <p14:xfrm>
                <a:off x="6842200" y="3820160"/>
                <a:ext cx="5760" cy="34560"/>
              </p14:xfrm>
            </p:contentPart>
          </mc:Choice>
          <mc:Fallback xmlns="">
            <p:pic>
              <p:nvPicPr>
                <p:cNvPr id="10" name="Ink 9">
                  <a:extLst>
                    <a:ext uri="{FF2B5EF4-FFF2-40B4-BE49-F238E27FC236}">
                      <a16:creationId xmlns:a16="http://schemas.microsoft.com/office/drawing/2014/main" id="{3126EE4C-8030-920B-16AE-FD797F388D38}"/>
                    </a:ext>
                  </a:extLst>
                </p:cNvPr>
                <p:cNvPicPr/>
                <p:nvPr/>
              </p:nvPicPr>
              <p:blipFill>
                <a:blip r:embed="rId4"/>
                <a:stretch>
                  <a:fillRect/>
                </a:stretch>
              </p:blipFill>
              <p:spPr>
                <a:xfrm>
                  <a:off x="6824560" y="3712160"/>
                  <a:ext cx="41400" cy="2502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5">
              <p14:nvContentPartPr>
                <p14:cNvPr id="11" name="Ink 10">
                  <a:extLst>
                    <a:ext uri="{FF2B5EF4-FFF2-40B4-BE49-F238E27FC236}">
                      <a16:creationId xmlns:a16="http://schemas.microsoft.com/office/drawing/2014/main" id="{45D5F5B9-9ED0-F56B-B739-EE16CB50EFED}"/>
                    </a:ext>
                  </a:extLst>
                </p14:cNvPr>
                <p14:cNvContentPartPr/>
                <p14:nvPr/>
              </p14:nvContentPartPr>
              <p14:xfrm>
                <a:off x="6837520" y="3896480"/>
                <a:ext cx="360" cy="23040"/>
              </p14:xfrm>
            </p:contentPart>
          </mc:Choice>
          <mc:Fallback xmlns="">
            <p:pic>
              <p:nvPicPr>
                <p:cNvPr id="11" name="Ink 10">
                  <a:extLst>
                    <a:ext uri="{FF2B5EF4-FFF2-40B4-BE49-F238E27FC236}">
                      <a16:creationId xmlns:a16="http://schemas.microsoft.com/office/drawing/2014/main" id="{45D5F5B9-9ED0-F56B-B739-EE16CB50EFED}"/>
                    </a:ext>
                  </a:extLst>
                </p:cNvPr>
                <p:cNvPicPr/>
                <p:nvPr/>
              </p:nvPicPr>
              <p:blipFill>
                <a:blip r:embed="rId6"/>
                <a:stretch>
                  <a:fillRect/>
                </a:stretch>
              </p:blipFill>
              <p:spPr>
                <a:xfrm>
                  <a:off x="6819520" y="3788480"/>
                  <a:ext cx="36000" cy="23868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7">
              <p14:nvContentPartPr>
                <p14:cNvPr id="12" name="Ink 11">
                  <a:extLst>
                    <a:ext uri="{FF2B5EF4-FFF2-40B4-BE49-F238E27FC236}">
                      <a16:creationId xmlns:a16="http://schemas.microsoft.com/office/drawing/2014/main" id="{B04DC446-44F8-DC58-C4E0-9E94E3EF045D}"/>
                    </a:ext>
                  </a:extLst>
                </p14:cNvPr>
                <p14:cNvContentPartPr/>
                <p14:nvPr/>
              </p14:nvContentPartPr>
              <p14:xfrm>
                <a:off x="6827800" y="3977480"/>
                <a:ext cx="10080" cy="35280"/>
              </p14:xfrm>
            </p:contentPart>
          </mc:Choice>
          <mc:Fallback xmlns="">
            <p:pic>
              <p:nvPicPr>
                <p:cNvPr id="12" name="Ink 11">
                  <a:extLst>
                    <a:ext uri="{FF2B5EF4-FFF2-40B4-BE49-F238E27FC236}">
                      <a16:creationId xmlns:a16="http://schemas.microsoft.com/office/drawing/2014/main" id="{B04DC446-44F8-DC58-C4E0-9E94E3EF045D}"/>
                    </a:ext>
                  </a:extLst>
                </p:cNvPr>
                <p:cNvPicPr/>
                <p:nvPr/>
              </p:nvPicPr>
              <p:blipFill>
                <a:blip r:embed="rId8"/>
                <a:stretch>
                  <a:fillRect/>
                </a:stretch>
              </p:blipFill>
              <p:spPr>
                <a:xfrm>
                  <a:off x="6810160" y="3869480"/>
                  <a:ext cx="45720" cy="25092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9">
              <p14:nvContentPartPr>
                <p14:cNvPr id="13" name="Ink 12">
                  <a:extLst>
                    <a:ext uri="{FF2B5EF4-FFF2-40B4-BE49-F238E27FC236}">
                      <a16:creationId xmlns:a16="http://schemas.microsoft.com/office/drawing/2014/main" id="{01EFC2AE-9A7C-09C8-E431-9D01D1C08400}"/>
                    </a:ext>
                  </a:extLst>
                </p14:cNvPr>
                <p14:cNvContentPartPr/>
                <p14:nvPr/>
              </p14:nvContentPartPr>
              <p14:xfrm>
                <a:off x="6832480" y="4068920"/>
                <a:ext cx="5040" cy="29160"/>
              </p14:xfrm>
            </p:contentPart>
          </mc:Choice>
          <mc:Fallback xmlns="">
            <p:pic>
              <p:nvPicPr>
                <p:cNvPr id="13" name="Ink 12">
                  <a:extLst>
                    <a:ext uri="{FF2B5EF4-FFF2-40B4-BE49-F238E27FC236}">
                      <a16:creationId xmlns:a16="http://schemas.microsoft.com/office/drawing/2014/main" id="{01EFC2AE-9A7C-09C8-E431-9D01D1C08400}"/>
                    </a:ext>
                  </a:extLst>
                </p:cNvPr>
                <p:cNvPicPr/>
                <p:nvPr/>
              </p:nvPicPr>
              <p:blipFill>
                <a:blip r:embed="rId10"/>
                <a:stretch>
                  <a:fillRect/>
                </a:stretch>
              </p:blipFill>
              <p:spPr>
                <a:xfrm>
                  <a:off x="6814480" y="3960920"/>
                  <a:ext cx="40680" cy="244800"/>
                </a:xfrm>
                <a:prstGeom prst="rect">
                  <a:avLst/>
                </a:prstGeom>
              </p:spPr>
            </p:pic>
          </mc:Fallback>
        </mc:AlternateContent>
      </p:grpSp>
      <p:sp>
        <p:nvSpPr>
          <p:cNvPr id="5" name="TextBox 4">
            <a:extLst>
              <a:ext uri="{FF2B5EF4-FFF2-40B4-BE49-F238E27FC236}">
                <a16:creationId xmlns:a16="http://schemas.microsoft.com/office/drawing/2014/main" id="{60030C47-C875-6FD6-7265-57C065AD2F43}"/>
              </a:ext>
            </a:extLst>
          </p:cNvPr>
          <p:cNvSpPr txBox="1"/>
          <p:nvPr/>
        </p:nvSpPr>
        <p:spPr>
          <a:xfrm>
            <a:off x="1268103" y="20320"/>
            <a:ext cx="9655791" cy="461665"/>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29" name="Picture 28">
            <a:extLst>
              <a:ext uri="{FF2B5EF4-FFF2-40B4-BE49-F238E27FC236}">
                <a16:creationId xmlns:a16="http://schemas.microsoft.com/office/drawing/2014/main" id="{D611417E-AEAA-CADD-44D6-0777A43F2992}"/>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8650040" y="2283716"/>
            <a:ext cx="3542228" cy="2562604"/>
          </a:xfrm>
          <a:prstGeom prst="rect">
            <a:avLst/>
          </a:prstGeom>
        </p:spPr>
      </p:pic>
      <mc:AlternateContent xmlns:mc="http://schemas.openxmlformats.org/markup-compatibility/2006" xmlns:p14="http://schemas.microsoft.com/office/powerpoint/2010/main">
        <mc:Choice Requires="p14">
          <p:contentPart p14:bwMode="auto" r:id="rId12">
            <p14:nvContentPartPr>
              <p14:cNvPr id="17" name="Ink 16">
                <a:extLst>
                  <a:ext uri="{FF2B5EF4-FFF2-40B4-BE49-F238E27FC236}">
                    <a16:creationId xmlns:a16="http://schemas.microsoft.com/office/drawing/2014/main" id="{E83202FE-8540-D3E0-0048-AA19CBAC64E2}"/>
                  </a:ext>
                </a:extLst>
              </p14:cNvPr>
              <p14:cNvContentPartPr/>
              <p14:nvPr/>
            </p14:nvContentPartPr>
            <p14:xfrm>
              <a:off x="9326720" y="2773720"/>
              <a:ext cx="378720" cy="549000"/>
            </p14:xfrm>
          </p:contentPart>
        </mc:Choice>
        <mc:Fallback xmlns="">
          <p:pic>
            <p:nvPicPr>
              <p:cNvPr id="17" name="Ink 16">
                <a:extLst>
                  <a:ext uri="{FF2B5EF4-FFF2-40B4-BE49-F238E27FC236}">
                    <a16:creationId xmlns:a16="http://schemas.microsoft.com/office/drawing/2014/main" id="{E83202FE-8540-D3E0-0048-AA19CBAC64E2}"/>
                  </a:ext>
                </a:extLst>
              </p:cNvPr>
              <p:cNvPicPr/>
              <p:nvPr/>
            </p:nvPicPr>
            <p:blipFill>
              <a:blip r:embed="rId13"/>
              <a:stretch>
                <a:fillRect/>
              </a:stretch>
            </p:blipFill>
            <p:spPr>
              <a:xfrm>
                <a:off x="9317720" y="2765080"/>
                <a:ext cx="396360" cy="566640"/>
              </a:xfrm>
              <a:prstGeom prst="rect">
                <a:avLst/>
              </a:prstGeom>
            </p:spPr>
          </p:pic>
        </mc:Fallback>
      </mc:AlternateContent>
      <p:grpSp>
        <p:nvGrpSpPr>
          <p:cNvPr id="27" name="Group 26">
            <a:extLst>
              <a:ext uri="{FF2B5EF4-FFF2-40B4-BE49-F238E27FC236}">
                <a16:creationId xmlns:a16="http://schemas.microsoft.com/office/drawing/2014/main" id="{C61B73B6-9933-BF12-0BF2-DB1E2B7C42FD}"/>
              </a:ext>
            </a:extLst>
          </p:cNvPr>
          <p:cNvGrpSpPr/>
          <p:nvPr/>
        </p:nvGrpSpPr>
        <p:grpSpPr>
          <a:xfrm>
            <a:off x="7923440" y="3370600"/>
            <a:ext cx="1205280" cy="2979720"/>
            <a:chOff x="7923440" y="3370600"/>
            <a:chExt cx="1205280" cy="2979720"/>
          </a:xfrm>
        </p:grpSpPr>
        <mc:AlternateContent xmlns:mc="http://schemas.openxmlformats.org/markup-compatibility/2006" xmlns:p14="http://schemas.microsoft.com/office/powerpoint/2010/main">
          <mc:Choice Requires="p14">
            <p:contentPart p14:bwMode="auto" r:id="rId14">
              <p14:nvContentPartPr>
                <p14:cNvPr id="19" name="Ink 18">
                  <a:extLst>
                    <a:ext uri="{FF2B5EF4-FFF2-40B4-BE49-F238E27FC236}">
                      <a16:creationId xmlns:a16="http://schemas.microsoft.com/office/drawing/2014/main" id="{E5F78621-FC41-8A7A-A823-1675A688D75E}"/>
                    </a:ext>
                  </a:extLst>
                </p14:cNvPr>
                <p14:cNvContentPartPr/>
                <p14:nvPr/>
              </p14:nvContentPartPr>
              <p14:xfrm>
                <a:off x="7923440" y="3384640"/>
                <a:ext cx="1148400" cy="2965680"/>
              </p14:xfrm>
            </p:contentPart>
          </mc:Choice>
          <mc:Fallback xmlns="">
            <p:pic>
              <p:nvPicPr>
                <p:cNvPr id="19" name="Ink 18">
                  <a:extLst>
                    <a:ext uri="{FF2B5EF4-FFF2-40B4-BE49-F238E27FC236}">
                      <a16:creationId xmlns:a16="http://schemas.microsoft.com/office/drawing/2014/main" id="{E5F78621-FC41-8A7A-A823-1675A688D75E}"/>
                    </a:ext>
                  </a:extLst>
                </p:cNvPr>
                <p:cNvPicPr/>
                <p:nvPr/>
              </p:nvPicPr>
              <p:blipFill>
                <a:blip r:embed="rId15"/>
                <a:stretch>
                  <a:fillRect/>
                </a:stretch>
              </p:blipFill>
              <p:spPr>
                <a:xfrm>
                  <a:off x="7914800" y="3376000"/>
                  <a:ext cx="1166040" cy="2983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0" name="Ink 19">
                  <a:extLst>
                    <a:ext uri="{FF2B5EF4-FFF2-40B4-BE49-F238E27FC236}">
                      <a16:creationId xmlns:a16="http://schemas.microsoft.com/office/drawing/2014/main" id="{D5FAECD6-E960-2231-AFCE-D559F4AE1B9A}"/>
                    </a:ext>
                  </a:extLst>
                </p14:cNvPr>
                <p14:cNvContentPartPr/>
                <p14:nvPr/>
              </p14:nvContentPartPr>
              <p14:xfrm>
                <a:off x="8956280" y="3373120"/>
                <a:ext cx="117000" cy="73440"/>
              </p14:xfrm>
            </p:contentPart>
          </mc:Choice>
          <mc:Fallback xmlns="">
            <p:pic>
              <p:nvPicPr>
                <p:cNvPr id="20" name="Ink 19">
                  <a:extLst>
                    <a:ext uri="{FF2B5EF4-FFF2-40B4-BE49-F238E27FC236}">
                      <a16:creationId xmlns:a16="http://schemas.microsoft.com/office/drawing/2014/main" id="{D5FAECD6-E960-2231-AFCE-D559F4AE1B9A}"/>
                    </a:ext>
                  </a:extLst>
                </p:cNvPr>
                <p:cNvPicPr/>
                <p:nvPr/>
              </p:nvPicPr>
              <p:blipFill>
                <a:blip r:embed="rId17"/>
                <a:stretch>
                  <a:fillRect/>
                </a:stretch>
              </p:blipFill>
              <p:spPr>
                <a:xfrm>
                  <a:off x="8947280" y="3364120"/>
                  <a:ext cx="134640" cy="910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1" name="Ink 20">
                  <a:extLst>
                    <a:ext uri="{FF2B5EF4-FFF2-40B4-BE49-F238E27FC236}">
                      <a16:creationId xmlns:a16="http://schemas.microsoft.com/office/drawing/2014/main" id="{677682EB-3617-CF94-CF67-284452F05900}"/>
                    </a:ext>
                  </a:extLst>
                </p14:cNvPr>
                <p14:cNvContentPartPr/>
                <p14:nvPr/>
              </p14:nvContentPartPr>
              <p14:xfrm>
                <a:off x="9093440" y="3403720"/>
                <a:ext cx="35280" cy="204120"/>
              </p14:xfrm>
            </p:contentPart>
          </mc:Choice>
          <mc:Fallback xmlns="">
            <p:pic>
              <p:nvPicPr>
                <p:cNvPr id="21" name="Ink 20">
                  <a:extLst>
                    <a:ext uri="{FF2B5EF4-FFF2-40B4-BE49-F238E27FC236}">
                      <a16:creationId xmlns:a16="http://schemas.microsoft.com/office/drawing/2014/main" id="{677682EB-3617-CF94-CF67-284452F05900}"/>
                    </a:ext>
                  </a:extLst>
                </p:cNvPr>
                <p:cNvPicPr/>
                <p:nvPr/>
              </p:nvPicPr>
              <p:blipFill>
                <a:blip r:embed="rId19"/>
                <a:stretch>
                  <a:fillRect/>
                </a:stretch>
              </p:blipFill>
              <p:spPr>
                <a:xfrm>
                  <a:off x="9084440" y="3394720"/>
                  <a:ext cx="5292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24" name="Ink 23">
                  <a:extLst>
                    <a:ext uri="{FF2B5EF4-FFF2-40B4-BE49-F238E27FC236}">
                      <a16:creationId xmlns:a16="http://schemas.microsoft.com/office/drawing/2014/main" id="{8FA29B20-64C1-25F1-5264-026F056750B9}"/>
                    </a:ext>
                  </a:extLst>
                </p14:cNvPr>
                <p14:cNvContentPartPr/>
                <p14:nvPr/>
              </p14:nvContentPartPr>
              <p14:xfrm>
                <a:off x="9103160" y="3373120"/>
                <a:ext cx="360" cy="32040"/>
              </p14:xfrm>
            </p:contentPart>
          </mc:Choice>
          <mc:Fallback xmlns="">
            <p:pic>
              <p:nvPicPr>
                <p:cNvPr id="24" name="Ink 23">
                  <a:extLst>
                    <a:ext uri="{FF2B5EF4-FFF2-40B4-BE49-F238E27FC236}">
                      <a16:creationId xmlns:a16="http://schemas.microsoft.com/office/drawing/2014/main" id="{8FA29B20-64C1-25F1-5264-026F056750B9}"/>
                    </a:ext>
                  </a:extLst>
                </p:cNvPr>
                <p:cNvPicPr/>
                <p:nvPr/>
              </p:nvPicPr>
              <p:blipFill>
                <a:blip r:embed="rId21"/>
                <a:stretch>
                  <a:fillRect/>
                </a:stretch>
              </p:blipFill>
              <p:spPr>
                <a:xfrm>
                  <a:off x="9094520" y="3364120"/>
                  <a:ext cx="1800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6" name="Ink 25">
                  <a:extLst>
                    <a:ext uri="{FF2B5EF4-FFF2-40B4-BE49-F238E27FC236}">
                      <a16:creationId xmlns:a16="http://schemas.microsoft.com/office/drawing/2014/main" id="{A35DF1DC-3E81-3AAE-5B27-DB6B883DB0FE}"/>
                    </a:ext>
                  </a:extLst>
                </p14:cNvPr>
                <p14:cNvContentPartPr/>
                <p14:nvPr/>
              </p14:nvContentPartPr>
              <p14:xfrm>
                <a:off x="8915600" y="3370600"/>
                <a:ext cx="194760" cy="94320"/>
              </p14:xfrm>
            </p:contentPart>
          </mc:Choice>
          <mc:Fallback xmlns="">
            <p:pic>
              <p:nvPicPr>
                <p:cNvPr id="26" name="Ink 25">
                  <a:extLst>
                    <a:ext uri="{FF2B5EF4-FFF2-40B4-BE49-F238E27FC236}">
                      <a16:creationId xmlns:a16="http://schemas.microsoft.com/office/drawing/2014/main" id="{A35DF1DC-3E81-3AAE-5B27-DB6B883DB0FE}"/>
                    </a:ext>
                  </a:extLst>
                </p:cNvPr>
                <p:cNvPicPr/>
                <p:nvPr/>
              </p:nvPicPr>
              <p:blipFill>
                <a:blip r:embed="rId23"/>
                <a:stretch>
                  <a:fillRect/>
                </a:stretch>
              </p:blipFill>
              <p:spPr>
                <a:xfrm>
                  <a:off x="8906600" y="3361960"/>
                  <a:ext cx="212400" cy="1119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18" name="Ink 17">
                <a:extLst>
                  <a:ext uri="{FF2B5EF4-FFF2-40B4-BE49-F238E27FC236}">
                    <a16:creationId xmlns:a16="http://schemas.microsoft.com/office/drawing/2014/main" id="{D376BCD6-19D5-4DC7-74B9-9248CBBBA90C}"/>
                  </a:ext>
                </a:extLst>
              </p14:cNvPr>
              <p14:cNvContentPartPr/>
              <p14:nvPr/>
            </p14:nvContentPartPr>
            <p14:xfrm>
              <a:off x="8949800" y="2702080"/>
              <a:ext cx="618120" cy="640800"/>
            </p14:xfrm>
          </p:contentPart>
        </mc:Choice>
        <mc:Fallback xmlns="">
          <p:pic>
            <p:nvPicPr>
              <p:cNvPr id="18" name="Ink 17">
                <a:extLst>
                  <a:ext uri="{FF2B5EF4-FFF2-40B4-BE49-F238E27FC236}">
                    <a16:creationId xmlns:a16="http://schemas.microsoft.com/office/drawing/2014/main" id="{D376BCD6-19D5-4DC7-74B9-9248CBBBA90C}"/>
                  </a:ext>
                </a:extLst>
              </p:cNvPr>
              <p:cNvPicPr/>
              <p:nvPr/>
            </p:nvPicPr>
            <p:blipFill>
              <a:blip r:embed="rId25"/>
              <a:stretch>
                <a:fillRect/>
              </a:stretch>
            </p:blipFill>
            <p:spPr>
              <a:xfrm>
                <a:off x="8940800" y="2693440"/>
                <a:ext cx="635760" cy="658440"/>
              </a:xfrm>
              <a:prstGeom prst="rect">
                <a:avLst/>
              </a:prstGeom>
            </p:spPr>
          </p:pic>
        </mc:Fallback>
      </mc:AlternateContent>
      <p:sp>
        <p:nvSpPr>
          <p:cNvPr id="2" name="Slide Number Placeholder 1">
            <a:extLst>
              <a:ext uri="{FF2B5EF4-FFF2-40B4-BE49-F238E27FC236}">
                <a16:creationId xmlns:a16="http://schemas.microsoft.com/office/drawing/2014/main" id="{A9B9D796-9CAC-E843-406E-8C4D923D1741}"/>
              </a:ext>
            </a:extLst>
          </p:cNvPr>
          <p:cNvSpPr>
            <a:spLocks noGrp="1"/>
          </p:cNvSpPr>
          <p:nvPr>
            <p:ph type="sldNum" sz="quarter" idx="12"/>
          </p:nvPr>
        </p:nvSpPr>
        <p:spPr/>
        <p:txBody>
          <a:bodyPr/>
          <a:lstStyle/>
          <a:p>
            <a:fld id="{000E18F7-2402-4720-BFF4-341E476333D4}" type="slidenum">
              <a:rPr lang="en-IN" smtClean="0"/>
              <a:t>39</a:t>
            </a:fld>
            <a:endParaRPr lang="en-IN"/>
          </a:p>
        </p:txBody>
      </p:sp>
    </p:spTree>
    <p:extLst>
      <p:ext uri="{BB962C8B-B14F-4D97-AF65-F5344CB8AC3E}">
        <p14:creationId xmlns:p14="http://schemas.microsoft.com/office/powerpoint/2010/main" val="24685475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5FF6C-2EE4-6FBF-41C8-B86F32F02399}"/>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864B4B8B-4FA6-3EFC-85F6-C69F4359D9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7252" y="0"/>
            <a:ext cx="9697496" cy="6858000"/>
          </a:xfrm>
          <a:prstGeom prst="rect">
            <a:avLst/>
          </a:prstGeom>
        </p:spPr>
      </p:pic>
      <p:sp>
        <p:nvSpPr>
          <p:cNvPr id="5" name="TextBox 4">
            <a:extLst>
              <a:ext uri="{FF2B5EF4-FFF2-40B4-BE49-F238E27FC236}">
                <a16:creationId xmlns:a16="http://schemas.microsoft.com/office/drawing/2014/main" id="{40B9C209-EFD8-61C2-EC3B-CD147D068CA7}"/>
              </a:ext>
            </a:extLst>
          </p:cNvPr>
          <p:cNvSpPr txBox="1"/>
          <p:nvPr/>
        </p:nvSpPr>
        <p:spPr>
          <a:xfrm>
            <a:off x="1268103" y="0"/>
            <a:ext cx="9655791" cy="461665"/>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15" name="Picture 14">
            <a:extLst>
              <a:ext uri="{FF2B5EF4-FFF2-40B4-BE49-F238E27FC236}">
                <a16:creationId xmlns:a16="http://schemas.microsoft.com/office/drawing/2014/main" id="{02D38033-EE0F-23FD-C236-80F025B2278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9772" y="3684098"/>
            <a:ext cx="3542228" cy="2562604"/>
          </a:xfrm>
          <a:prstGeom prst="rect">
            <a:avLst/>
          </a:prstGeom>
        </p:spPr>
      </p:pic>
      <p:grpSp>
        <p:nvGrpSpPr>
          <p:cNvPr id="13" name="Group 12">
            <a:extLst>
              <a:ext uri="{FF2B5EF4-FFF2-40B4-BE49-F238E27FC236}">
                <a16:creationId xmlns:a16="http://schemas.microsoft.com/office/drawing/2014/main" id="{90CE8772-BB66-6415-120A-9C3BC2A7ABF8}"/>
              </a:ext>
            </a:extLst>
          </p:cNvPr>
          <p:cNvGrpSpPr/>
          <p:nvPr/>
        </p:nvGrpSpPr>
        <p:grpSpPr>
          <a:xfrm>
            <a:off x="8391080" y="4764880"/>
            <a:ext cx="1262880" cy="1656360"/>
            <a:chOff x="8391080" y="4764880"/>
            <a:chExt cx="1262880" cy="1656360"/>
          </a:xfrm>
        </p:grpSpPr>
        <mc:AlternateContent xmlns:mc="http://schemas.openxmlformats.org/markup-compatibility/2006" xmlns:p14="http://schemas.microsoft.com/office/powerpoint/2010/main">
          <mc:Choice Requires="p14">
            <p:contentPart p14:bwMode="auto" r:id="rId4">
              <p14:nvContentPartPr>
                <p14:cNvPr id="11" name="Ink 10">
                  <a:extLst>
                    <a:ext uri="{FF2B5EF4-FFF2-40B4-BE49-F238E27FC236}">
                      <a16:creationId xmlns:a16="http://schemas.microsoft.com/office/drawing/2014/main" id="{3ADE2484-54C8-207E-AA1C-04D2057ED28C}"/>
                    </a:ext>
                  </a:extLst>
                </p14:cNvPr>
                <p14:cNvContentPartPr/>
                <p14:nvPr/>
              </p14:nvContentPartPr>
              <p14:xfrm>
                <a:off x="8391080" y="4773520"/>
                <a:ext cx="1254240" cy="1647720"/>
              </p14:xfrm>
            </p:contentPart>
          </mc:Choice>
          <mc:Fallback xmlns="">
            <p:pic>
              <p:nvPicPr>
                <p:cNvPr id="11" name="Ink 10">
                  <a:extLst>
                    <a:ext uri="{FF2B5EF4-FFF2-40B4-BE49-F238E27FC236}">
                      <a16:creationId xmlns:a16="http://schemas.microsoft.com/office/drawing/2014/main" id="{3ADE2484-54C8-207E-AA1C-04D2057ED28C}"/>
                    </a:ext>
                  </a:extLst>
                </p:cNvPr>
                <p:cNvPicPr/>
                <p:nvPr/>
              </p:nvPicPr>
              <p:blipFill>
                <a:blip r:embed="rId5"/>
                <a:stretch>
                  <a:fillRect/>
                </a:stretch>
              </p:blipFill>
              <p:spPr>
                <a:xfrm>
                  <a:off x="8382440" y="4764880"/>
                  <a:ext cx="1271880" cy="1665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2" name="Ink 11">
                  <a:extLst>
                    <a:ext uri="{FF2B5EF4-FFF2-40B4-BE49-F238E27FC236}">
                      <a16:creationId xmlns:a16="http://schemas.microsoft.com/office/drawing/2014/main" id="{CA71E106-EE87-5D8A-1768-7B1835461313}"/>
                    </a:ext>
                  </a:extLst>
                </p14:cNvPr>
                <p14:cNvContentPartPr/>
                <p14:nvPr/>
              </p14:nvContentPartPr>
              <p14:xfrm>
                <a:off x="9631280" y="4764880"/>
                <a:ext cx="22680" cy="200520"/>
              </p14:xfrm>
            </p:contentPart>
          </mc:Choice>
          <mc:Fallback xmlns="">
            <p:pic>
              <p:nvPicPr>
                <p:cNvPr id="12" name="Ink 11">
                  <a:extLst>
                    <a:ext uri="{FF2B5EF4-FFF2-40B4-BE49-F238E27FC236}">
                      <a16:creationId xmlns:a16="http://schemas.microsoft.com/office/drawing/2014/main" id="{CA71E106-EE87-5D8A-1768-7B1835461313}"/>
                    </a:ext>
                  </a:extLst>
                </p:cNvPr>
                <p:cNvPicPr/>
                <p:nvPr/>
              </p:nvPicPr>
              <p:blipFill>
                <a:blip r:embed="rId7"/>
                <a:stretch>
                  <a:fillRect/>
                </a:stretch>
              </p:blipFill>
              <p:spPr>
                <a:xfrm>
                  <a:off x="9622640" y="4756240"/>
                  <a:ext cx="40320" cy="2181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4E413E81-939B-E1BA-4ABB-6FF3DCF449CC}"/>
                  </a:ext>
                </a:extLst>
              </p14:cNvPr>
              <p14:cNvContentPartPr/>
              <p14:nvPr/>
            </p14:nvContentPartPr>
            <p14:xfrm>
              <a:off x="9620840" y="4181320"/>
              <a:ext cx="488880" cy="576720"/>
            </p14:xfrm>
          </p:contentPart>
        </mc:Choice>
        <mc:Fallback xmlns="">
          <p:pic>
            <p:nvPicPr>
              <p:cNvPr id="10" name="Ink 9">
                <a:extLst>
                  <a:ext uri="{FF2B5EF4-FFF2-40B4-BE49-F238E27FC236}">
                    <a16:creationId xmlns:a16="http://schemas.microsoft.com/office/drawing/2014/main" id="{4E413E81-939B-E1BA-4ABB-6FF3DCF449CC}"/>
                  </a:ext>
                </a:extLst>
              </p:cNvPr>
              <p:cNvPicPr/>
              <p:nvPr/>
            </p:nvPicPr>
            <p:blipFill>
              <a:blip r:embed="rId9"/>
              <a:stretch>
                <a:fillRect/>
              </a:stretch>
            </p:blipFill>
            <p:spPr>
              <a:xfrm>
                <a:off x="9611840" y="4172320"/>
                <a:ext cx="506520" cy="594360"/>
              </a:xfrm>
              <a:prstGeom prst="rect">
                <a:avLst/>
              </a:prstGeom>
            </p:spPr>
          </p:pic>
        </mc:Fallback>
      </mc:AlternateContent>
      <p:sp>
        <p:nvSpPr>
          <p:cNvPr id="2" name="Slide Number Placeholder 1">
            <a:extLst>
              <a:ext uri="{FF2B5EF4-FFF2-40B4-BE49-F238E27FC236}">
                <a16:creationId xmlns:a16="http://schemas.microsoft.com/office/drawing/2014/main" id="{00F4CD2D-9185-98C9-9C71-43EE084A5ABF}"/>
              </a:ext>
            </a:extLst>
          </p:cNvPr>
          <p:cNvSpPr>
            <a:spLocks noGrp="1"/>
          </p:cNvSpPr>
          <p:nvPr>
            <p:ph type="sldNum" sz="quarter" idx="12"/>
          </p:nvPr>
        </p:nvSpPr>
        <p:spPr/>
        <p:txBody>
          <a:bodyPr/>
          <a:lstStyle/>
          <a:p>
            <a:fld id="{000E18F7-2402-4720-BFF4-341E476333D4}" type="slidenum">
              <a:rPr lang="en-IN" smtClean="0"/>
              <a:t>40</a:t>
            </a:fld>
            <a:endParaRPr lang="en-IN"/>
          </a:p>
        </p:txBody>
      </p:sp>
    </p:spTree>
    <p:extLst>
      <p:ext uri="{BB962C8B-B14F-4D97-AF65-F5344CB8AC3E}">
        <p14:creationId xmlns:p14="http://schemas.microsoft.com/office/powerpoint/2010/main" val="33048346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ECA1C-34C0-A7FF-9F63-B27CC9CF98D5}"/>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0921FE1-94A7-A59A-859A-704759D46A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88444" y="0"/>
            <a:ext cx="9615112" cy="6858000"/>
          </a:xfrm>
          <a:prstGeom prst="rect">
            <a:avLst/>
          </a:prstGeom>
        </p:spPr>
      </p:pic>
      <p:sp>
        <p:nvSpPr>
          <p:cNvPr id="5" name="TextBox 4">
            <a:extLst>
              <a:ext uri="{FF2B5EF4-FFF2-40B4-BE49-F238E27FC236}">
                <a16:creationId xmlns:a16="http://schemas.microsoft.com/office/drawing/2014/main" id="{CD5D9EF2-C156-0F8E-3850-523500A5D2AF}"/>
              </a:ext>
            </a:extLst>
          </p:cNvPr>
          <p:cNvSpPr txBox="1"/>
          <p:nvPr/>
        </p:nvSpPr>
        <p:spPr>
          <a:xfrm>
            <a:off x="1268103" y="0"/>
            <a:ext cx="9655791" cy="461665"/>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15" name="Picture 14">
            <a:extLst>
              <a:ext uri="{FF2B5EF4-FFF2-40B4-BE49-F238E27FC236}">
                <a16:creationId xmlns:a16="http://schemas.microsoft.com/office/drawing/2014/main" id="{88813C8F-B480-576D-91B9-46B42E8EA4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9772" y="2242600"/>
            <a:ext cx="3542228" cy="2562604"/>
          </a:xfrm>
          <a:prstGeom prst="rect">
            <a:avLst/>
          </a:prstGeom>
        </p:spPr>
      </p:pic>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23EDC330-8610-4476-C119-7DF10D7E554D}"/>
                  </a:ext>
                </a:extLst>
              </p14:cNvPr>
              <p14:cNvContentPartPr/>
              <p14:nvPr/>
            </p14:nvContentPartPr>
            <p14:xfrm>
              <a:off x="9965160" y="2741480"/>
              <a:ext cx="552600" cy="420120"/>
            </p14:xfrm>
          </p:contentPart>
        </mc:Choice>
        <mc:Fallback xmlns="">
          <p:pic>
            <p:nvPicPr>
              <p:cNvPr id="8" name="Ink 7">
                <a:extLst>
                  <a:ext uri="{FF2B5EF4-FFF2-40B4-BE49-F238E27FC236}">
                    <a16:creationId xmlns:a16="http://schemas.microsoft.com/office/drawing/2014/main" id="{23EDC330-8610-4476-C119-7DF10D7E554D}"/>
                  </a:ext>
                </a:extLst>
              </p:cNvPr>
              <p:cNvPicPr/>
              <p:nvPr/>
            </p:nvPicPr>
            <p:blipFill>
              <a:blip r:embed="rId5"/>
              <a:stretch>
                <a:fillRect/>
              </a:stretch>
            </p:blipFill>
            <p:spPr>
              <a:xfrm>
                <a:off x="9956520" y="2732480"/>
                <a:ext cx="570240" cy="437760"/>
              </a:xfrm>
              <a:prstGeom prst="rect">
                <a:avLst/>
              </a:prstGeom>
            </p:spPr>
          </p:pic>
        </mc:Fallback>
      </mc:AlternateContent>
      <p:grpSp>
        <p:nvGrpSpPr>
          <p:cNvPr id="13" name="Group 12">
            <a:extLst>
              <a:ext uri="{FF2B5EF4-FFF2-40B4-BE49-F238E27FC236}">
                <a16:creationId xmlns:a16="http://schemas.microsoft.com/office/drawing/2014/main" id="{7CB8C564-E4F7-2C85-D5A2-0AE4A25178AC}"/>
              </a:ext>
            </a:extLst>
          </p:cNvPr>
          <p:cNvGrpSpPr/>
          <p:nvPr/>
        </p:nvGrpSpPr>
        <p:grpSpPr>
          <a:xfrm>
            <a:off x="7715440" y="3139120"/>
            <a:ext cx="2312640" cy="3479400"/>
            <a:chOff x="7796720" y="3139120"/>
            <a:chExt cx="2312640" cy="3479400"/>
          </a:xfrm>
        </p:grpSpPr>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15C64ABC-2B1A-8027-91A1-4CEE6A374C22}"/>
                    </a:ext>
                  </a:extLst>
                </p14:cNvPr>
                <p14:cNvContentPartPr/>
                <p14:nvPr/>
              </p14:nvContentPartPr>
              <p14:xfrm>
                <a:off x="7796720" y="3159640"/>
                <a:ext cx="2292120" cy="3458880"/>
              </p14:xfrm>
            </p:contentPart>
          </mc:Choice>
          <mc:Fallback xmlns="">
            <p:pic>
              <p:nvPicPr>
                <p:cNvPr id="9" name="Ink 8">
                  <a:extLst>
                    <a:ext uri="{FF2B5EF4-FFF2-40B4-BE49-F238E27FC236}">
                      <a16:creationId xmlns:a16="http://schemas.microsoft.com/office/drawing/2014/main" id="{15C64ABC-2B1A-8027-91A1-4CEE6A374C22}"/>
                    </a:ext>
                  </a:extLst>
                </p:cNvPr>
                <p:cNvPicPr/>
                <p:nvPr/>
              </p:nvPicPr>
              <p:blipFill>
                <a:blip r:embed="rId7"/>
                <a:stretch>
                  <a:fillRect/>
                </a:stretch>
              </p:blipFill>
              <p:spPr>
                <a:xfrm>
                  <a:off x="7788080" y="3151000"/>
                  <a:ext cx="2309760" cy="34765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787F4EC6-165F-4479-7FA4-A27FBBAF392C}"/>
                    </a:ext>
                  </a:extLst>
                </p14:cNvPr>
                <p14:cNvContentPartPr/>
                <p14:nvPr/>
              </p14:nvContentPartPr>
              <p14:xfrm>
                <a:off x="9950960" y="3149200"/>
                <a:ext cx="158400" cy="10800"/>
              </p14:xfrm>
            </p:contentPart>
          </mc:Choice>
          <mc:Fallback xmlns="">
            <p:pic>
              <p:nvPicPr>
                <p:cNvPr id="10" name="Ink 9">
                  <a:extLst>
                    <a:ext uri="{FF2B5EF4-FFF2-40B4-BE49-F238E27FC236}">
                      <a16:creationId xmlns:a16="http://schemas.microsoft.com/office/drawing/2014/main" id="{787F4EC6-165F-4479-7FA4-A27FBBAF392C}"/>
                    </a:ext>
                  </a:extLst>
                </p:cNvPr>
                <p:cNvPicPr/>
                <p:nvPr/>
              </p:nvPicPr>
              <p:blipFill>
                <a:blip r:embed="rId9"/>
                <a:stretch>
                  <a:fillRect/>
                </a:stretch>
              </p:blipFill>
              <p:spPr>
                <a:xfrm>
                  <a:off x="9941960" y="3140560"/>
                  <a:ext cx="176040" cy="284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2" name="Ink 11">
                  <a:extLst>
                    <a:ext uri="{FF2B5EF4-FFF2-40B4-BE49-F238E27FC236}">
                      <a16:creationId xmlns:a16="http://schemas.microsoft.com/office/drawing/2014/main" id="{155B971F-B030-50ED-5FC0-9D9EC36901ED}"/>
                    </a:ext>
                  </a:extLst>
                </p14:cNvPr>
                <p14:cNvContentPartPr/>
                <p14:nvPr/>
              </p14:nvContentPartPr>
              <p14:xfrm>
                <a:off x="10073720" y="3139120"/>
                <a:ext cx="25200" cy="162360"/>
              </p14:xfrm>
            </p:contentPart>
          </mc:Choice>
          <mc:Fallback xmlns="">
            <p:pic>
              <p:nvPicPr>
                <p:cNvPr id="12" name="Ink 11">
                  <a:extLst>
                    <a:ext uri="{FF2B5EF4-FFF2-40B4-BE49-F238E27FC236}">
                      <a16:creationId xmlns:a16="http://schemas.microsoft.com/office/drawing/2014/main" id="{155B971F-B030-50ED-5FC0-9D9EC36901ED}"/>
                    </a:ext>
                  </a:extLst>
                </p:cNvPr>
                <p:cNvPicPr/>
                <p:nvPr/>
              </p:nvPicPr>
              <p:blipFill>
                <a:blip r:embed="rId11"/>
                <a:stretch>
                  <a:fillRect/>
                </a:stretch>
              </p:blipFill>
              <p:spPr>
                <a:xfrm>
                  <a:off x="10065080" y="3130120"/>
                  <a:ext cx="42840" cy="180000"/>
                </a:xfrm>
                <a:prstGeom prst="rect">
                  <a:avLst/>
                </a:prstGeom>
              </p:spPr>
            </p:pic>
          </mc:Fallback>
        </mc:AlternateContent>
      </p:grpSp>
      <p:sp>
        <p:nvSpPr>
          <p:cNvPr id="2" name="Slide Number Placeholder 1">
            <a:extLst>
              <a:ext uri="{FF2B5EF4-FFF2-40B4-BE49-F238E27FC236}">
                <a16:creationId xmlns:a16="http://schemas.microsoft.com/office/drawing/2014/main" id="{335DCCD3-C569-2F16-4FCC-6B7786338E81}"/>
              </a:ext>
            </a:extLst>
          </p:cNvPr>
          <p:cNvSpPr>
            <a:spLocks noGrp="1"/>
          </p:cNvSpPr>
          <p:nvPr>
            <p:ph type="sldNum" sz="quarter" idx="12"/>
          </p:nvPr>
        </p:nvSpPr>
        <p:spPr/>
        <p:txBody>
          <a:bodyPr/>
          <a:lstStyle/>
          <a:p>
            <a:fld id="{000E18F7-2402-4720-BFF4-341E476333D4}" type="slidenum">
              <a:rPr lang="en-IN" smtClean="0"/>
              <a:t>41</a:t>
            </a:fld>
            <a:endParaRPr lang="en-IN"/>
          </a:p>
        </p:txBody>
      </p:sp>
    </p:spTree>
    <p:extLst>
      <p:ext uri="{BB962C8B-B14F-4D97-AF65-F5344CB8AC3E}">
        <p14:creationId xmlns:p14="http://schemas.microsoft.com/office/powerpoint/2010/main" val="14126287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80558-7481-0436-EDCC-6CB3467D192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0CB5A9F-F58D-9926-CC4B-500840E00B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49597" y="0"/>
            <a:ext cx="9692805" cy="6858000"/>
          </a:xfrm>
          <a:prstGeom prst="rect">
            <a:avLst/>
          </a:prstGeom>
        </p:spPr>
      </p:pic>
      <p:sp>
        <p:nvSpPr>
          <p:cNvPr id="5" name="TextBox 4">
            <a:extLst>
              <a:ext uri="{FF2B5EF4-FFF2-40B4-BE49-F238E27FC236}">
                <a16:creationId xmlns:a16="http://schemas.microsoft.com/office/drawing/2014/main" id="{EE218061-6D1C-6EA9-D518-31714F2D0BEE}"/>
              </a:ext>
            </a:extLst>
          </p:cNvPr>
          <p:cNvSpPr txBox="1"/>
          <p:nvPr/>
        </p:nvSpPr>
        <p:spPr>
          <a:xfrm>
            <a:off x="1268103" y="0"/>
            <a:ext cx="9655791" cy="461665"/>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14" name="Picture 13">
            <a:extLst>
              <a:ext uri="{FF2B5EF4-FFF2-40B4-BE49-F238E27FC236}">
                <a16:creationId xmlns:a16="http://schemas.microsoft.com/office/drawing/2014/main" id="{10D19DF9-0FB6-9F6C-2A42-2B58E74CC2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11886" y="1521716"/>
            <a:ext cx="3480114" cy="2562604"/>
          </a:xfrm>
          <a:prstGeom prst="rect">
            <a:avLst/>
          </a:prstGeom>
        </p:spPr>
      </p:pic>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63DB34D2-D07E-6E7A-D0B9-429DAEB30486}"/>
                  </a:ext>
                </a:extLst>
              </p14:cNvPr>
              <p14:cNvContentPartPr/>
              <p14:nvPr/>
            </p14:nvContentPartPr>
            <p14:xfrm>
              <a:off x="10533800" y="2031400"/>
              <a:ext cx="519840" cy="338040"/>
            </p14:xfrm>
          </p:contentPart>
        </mc:Choice>
        <mc:Fallback xmlns="">
          <p:pic>
            <p:nvPicPr>
              <p:cNvPr id="7" name="Ink 6">
                <a:extLst>
                  <a:ext uri="{FF2B5EF4-FFF2-40B4-BE49-F238E27FC236}">
                    <a16:creationId xmlns:a16="http://schemas.microsoft.com/office/drawing/2014/main" id="{63DB34D2-D07E-6E7A-D0B9-429DAEB30486}"/>
                  </a:ext>
                </a:extLst>
              </p:cNvPr>
              <p:cNvPicPr/>
              <p:nvPr/>
            </p:nvPicPr>
            <p:blipFill>
              <a:blip r:embed="rId5"/>
              <a:stretch>
                <a:fillRect/>
              </a:stretch>
            </p:blipFill>
            <p:spPr>
              <a:xfrm>
                <a:off x="10525160" y="2022400"/>
                <a:ext cx="537480" cy="355680"/>
              </a:xfrm>
              <a:prstGeom prst="rect">
                <a:avLst/>
              </a:prstGeom>
            </p:spPr>
          </p:pic>
        </mc:Fallback>
      </mc:AlternateContent>
      <p:grpSp>
        <p:nvGrpSpPr>
          <p:cNvPr id="12" name="Group 11">
            <a:extLst>
              <a:ext uri="{FF2B5EF4-FFF2-40B4-BE49-F238E27FC236}">
                <a16:creationId xmlns:a16="http://schemas.microsoft.com/office/drawing/2014/main" id="{CDF305A6-49E6-71E8-2D28-7160BB6312F1}"/>
              </a:ext>
            </a:extLst>
          </p:cNvPr>
          <p:cNvGrpSpPr/>
          <p:nvPr/>
        </p:nvGrpSpPr>
        <p:grpSpPr>
          <a:xfrm>
            <a:off x="8903000" y="2216800"/>
            <a:ext cx="2925000" cy="4121640"/>
            <a:chOff x="8903000" y="2216800"/>
            <a:chExt cx="2925000" cy="4121640"/>
          </a:xfrm>
        </p:grpSpPr>
        <mc:AlternateContent xmlns:mc="http://schemas.openxmlformats.org/markup-compatibility/2006" xmlns:p14="http://schemas.microsoft.com/office/powerpoint/2010/main">
          <mc:Choice Requires="p14">
            <p:contentPart p14:bwMode="auto" r:id="rId6">
              <p14:nvContentPartPr>
                <p14:cNvPr id="8" name="Ink 7">
                  <a:extLst>
                    <a:ext uri="{FF2B5EF4-FFF2-40B4-BE49-F238E27FC236}">
                      <a16:creationId xmlns:a16="http://schemas.microsoft.com/office/drawing/2014/main" id="{FA09F4F5-CBE3-6DE7-64BF-2C61DAC99321}"/>
                    </a:ext>
                  </a:extLst>
                </p14:cNvPr>
                <p14:cNvContentPartPr/>
                <p14:nvPr/>
              </p14:nvContentPartPr>
              <p14:xfrm>
                <a:off x="8903000" y="2265400"/>
                <a:ext cx="2925000" cy="4073040"/>
              </p14:xfrm>
            </p:contentPart>
          </mc:Choice>
          <mc:Fallback xmlns="">
            <p:pic>
              <p:nvPicPr>
                <p:cNvPr id="8" name="Ink 7">
                  <a:extLst>
                    <a:ext uri="{FF2B5EF4-FFF2-40B4-BE49-F238E27FC236}">
                      <a16:creationId xmlns:a16="http://schemas.microsoft.com/office/drawing/2014/main" id="{FA09F4F5-CBE3-6DE7-64BF-2C61DAC99321}"/>
                    </a:ext>
                  </a:extLst>
                </p:cNvPr>
                <p:cNvPicPr/>
                <p:nvPr/>
              </p:nvPicPr>
              <p:blipFill>
                <a:blip r:embed="rId7"/>
                <a:stretch>
                  <a:fillRect/>
                </a:stretch>
              </p:blipFill>
              <p:spPr>
                <a:xfrm>
                  <a:off x="8894000" y="2256400"/>
                  <a:ext cx="2942640" cy="40906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 8">
                  <a:extLst>
                    <a:ext uri="{FF2B5EF4-FFF2-40B4-BE49-F238E27FC236}">
                      <a16:creationId xmlns:a16="http://schemas.microsoft.com/office/drawing/2014/main" id="{932EB4A7-8546-8DC3-312B-F58C6C31DC51}"/>
                    </a:ext>
                  </a:extLst>
                </p14:cNvPr>
                <p14:cNvContentPartPr/>
                <p14:nvPr/>
              </p14:nvContentPartPr>
              <p14:xfrm>
                <a:off x="11145440" y="2255680"/>
                <a:ext cx="79920" cy="100800"/>
              </p14:xfrm>
            </p:contentPart>
          </mc:Choice>
          <mc:Fallback xmlns="">
            <p:pic>
              <p:nvPicPr>
                <p:cNvPr id="9" name="Ink 8">
                  <a:extLst>
                    <a:ext uri="{FF2B5EF4-FFF2-40B4-BE49-F238E27FC236}">
                      <a16:creationId xmlns:a16="http://schemas.microsoft.com/office/drawing/2014/main" id="{932EB4A7-8546-8DC3-312B-F58C6C31DC51}"/>
                    </a:ext>
                  </a:extLst>
                </p:cNvPr>
                <p:cNvPicPr/>
                <p:nvPr/>
              </p:nvPicPr>
              <p:blipFill>
                <a:blip r:embed="rId9"/>
                <a:stretch>
                  <a:fillRect/>
                </a:stretch>
              </p:blipFill>
              <p:spPr>
                <a:xfrm>
                  <a:off x="11136440" y="2246680"/>
                  <a:ext cx="97560" cy="1184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1" name="Ink 10">
                  <a:extLst>
                    <a:ext uri="{FF2B5EF4-FFF2-40B4-BE49-F238E27FC236}">
                      <a16:creationId xmlns:a16="http://schemas.microsoft.com/office/drawing/2014/main" id="{552969D3-6304-8963-6CB5-31F9AC02B13E}"/>
                    </a:ext>
                  </a:extLst>
                </p14:cNvPr>
                <p14:cNvContentPartPr/>
                <p14:nvPr/>
              </p14:nvContentPartPr>
              <p14:xfrm>
                <a:off x="11125280" y="2216800"/>
                <a:ext cx="261360" cy="18360"/>
              </p14:xfrm>
            </p:contentPart>
          </mc:Choice>
          <mc:Fallback xmlns="">
            <p:pic>
              <p:nvPicPr>
                <p:cNvPr id="11" name="Ink 10">
                  <a:extLst>
                    <a:ext uri="{FF2B5EF4-FFF2-40B4-BE49-F238E27FC236}">
                      <a16:creationId xmlns:a16="http://schemas.microsoft.com/office/drawing/2014/main" id="{552969D3-6304-8963-6CB5-31F9AC02B13E}"/>
                    </a:ext>
                  </a:extLst>
                </p:cNvPr>
                <p:cNvPicPr/>
                <p:nvPr/>
              </p:nvPicPr>
              <p:blipFill>
                <a:blip r:embed="rId11"/>
                <a:stretch>
                  <a:fillRect/>
                </a:stretch>
              </p:blipFill>
              <p:spPr>
                <a:xfrm>
                  <a:off x="11116280" y="2207800"/>
                  <a:ext cx="279000" cy="36000"/>
                </a:xfrm>
                <a:prstGeom prst="rect">
                  <a:avLst/>
                </a:prstGeom>
              </p:spPr>
            </p:pic>
          </mc:Fallback>
        </mc:AlternateContent>
      </p:grpSp>
      <p:sp>
        <p:nvSpPr>
          <p:cNvPr id="2" name="Slide Number Placeholder 1">
            <a:extLst>
              <a:ext uri="{FF2B5EF4-FFF2-40B4-BE49-F238E27FC236}">
                <a16:creationId xmlns:a16="http://schemas.microsoft.com/office/drawing/2014/main" id="{24FC0705-F2BB-2BDE-43FA-A7AF79DE3C83}"/>
              </a:ext>
            </a:extLst>
          </p:cNvPr>
          <p:cNvSpPr>
            <a:spLocks noGrp="1"/>
          </p:cNvSpPr>
          <p:nvPr>
            <p:ph type="sldNum" sz="quarter" idx="12"/>
          </p:nvPr>
        </p:nvSpPr>
        <p:spPr/>
        <p:txBody>
          <a:bodyPr/>
          <a:lstStyle/>
          <a:p>
            <a:fld id="{000E18F7-2402-4720-BFF4-341E476333D4}" type="slidenum">
              <a:rPr lang="en-IN" smtClean="0"/>
              <a:t>42</a:t>
            </a:fld>
            <a:endParaRPr lang="en-IN"/>
          </a:p>
        </p:txBody>
      </p:sp>
    </p:spTree>
    <p:extLst>
      <p:ext uri="{BB962C8B-B14F-4D97-AF65-F5344CB8AC3E}">
        <p14:creationId xmlns:p14="http://schemas.microsoft.com/office/powerpoint/2010/main" val="27157778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5FDB1E-B863-4A1B-2C65-0014A0BABDB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D25C627-C08C-87CF-28EE-BA31675416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5628" y="0"/>
            <a:ext cx="9720743" cy="6858000"/>
          </a:xfrm>
          <a:prstGeom prst="rect">
            <a:avLst/>
          </a:prstGeom>
        </p:spPr>
      </p:pic>
      <p:sp>
        <p:nvSpPr>
          <p:cNvPr id="5" name="TextBox 4">
            <a:extLst>
              <a:ext uri="{FF2B5EF4-FFF2-40B4-BE49-F238E27FC236}">
                <a16:creationId xmlns:a16="http://schemas.microsoft.com/office/drawing/2014/main" id="{1E70578A-FF64-541D-3097-D2F8D32BDF19}"/>
              </a:ext>
            </a:extLst>
          </p:cNvPr>
          <p:cNvSpPr txBox="1"/>
          <p:nvPr/>
        </p:nvSpPr>
        <p:spPr>
          <a:xfrm>
            <a:off x="1268103" y="0"/>
            <a:ext cx="9655791" cy="461665"/>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18" name="Picture 17">
            <a:extLst>
              <a:ext uri="{FF2B5EF4-FFF2-40B4-BE49-F238E27FC236}">
                <a16:creationId xmlns:a16="http://schemas.microsoft.com/office/drawing/2014/main" id="{26981424-5CD5-A74B-7A03-9AD031EEEA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92306" y="2247178"/>
            <a:ext cx="3499694" cy="2562604"/>
          </a:xfrm>
          <a:prstGeom prst="rect">
            <a:avLst/>
          </a:prstGeom>
        </p:spPr>
      </p:pic>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31D361C8-D3C4-C07C-5D24-8968171AAEBB}"/>
                  </a:ext>
                </a:extLst>
              </p14:cNvPr>
              <p14:cNvContentPartPr/>
              <p14:nvPr/>
            </p14:nvContentPartPr>
            <p14:xfrm>
              <a:off x="10159400" y="3108320"/>
              <a:ext cx="463320" cy="315585"/>
            </p14:xfrm>
          </p:contentPart>
        </mc:Choice>
        <mc:Fallback xmlns="">
          <p:pic>
            <p:nvPicPr>
              <p:cNvPr id="7" name="Ink 6">
                <a:extLst>
                  <a:ext uri="{FF2B5EF4-FFF2-40B4-BE49-F238E27FC236}">
                    <a16:creationId xmlns:a16="http://schemas.microsoft.com/office/drawing/2014/main" id="{31D361C8-D3C4-C07C-5D24-8968171AAEBB}"/>
                  </a:ext>
                </a:extLst>
              </p:cNvPr>
              <p:cNvPicPr/>
              <p:nvPr/>
            </p:nvPicPr>
            <p:blipFill>
              <a:blip r:embed="rId5"/>
              <a:stretch>
                <a:fillRect/>
              </a:stretch>
            </p:blipFill>
            <p:spPr>
              <a:xfrm>
                <a:off x="10150400" y="3099324"/>
                <a:ext cx="480960" cy="333217"/>
              </a:xfrm>
              <a:prstGeom prst="rect">
                <a:avLst/>
              </a:prstGeom>
            </p:spPr>
          </p:pic>
        </mc:Fallback>
      </mc:AlternateContent>
      <p:grpSp>
        <p:nvGrpSpPr>
          <p:cNvPr id="16" name="Group 15">
            <a:extLst>
              <a:ext uri="{FF2B5EF4-FFF2-40B4-BE49-F238E27FC236}">
                <a16:creationId xmlns:a16="http://schemas.microsoft.com/office/drawing/2014/main" id="{9DB826CA-9D1B-DD4D-4BEE-27101F958C66}"/>
              </a:ext>
            </a:extLst>
          </p:cNvPr>
          <p:cNvGrpSpPr/>
          <p:nvPr/>
        </p:nvGrpSpPr>
        <p:grpSpPr>
          <a:xfrm>
            <a:off x="9193880" y="3373160"/>
            <a:ext cx="1150920" cy="3105720"/>
            <a:chOff x="9193880" y="3373160"/>
            <a:chExt cx="1150920" cy="3105720"/>
          </a:xfrm>
        </p:grpSpPr>
        <mc:AlternateContent xmlns:mc="http://schemas.openxmlformats.org/markup-compatibility/2006" xmlns:p14="http://schemas.microsoft.com/office/powerpoint/2010/main">
          <mc:Choice Requires="p14">
            <p:contentPart p14:bwMode="auto" r:id="rId6">
              <p14:nvContentPartPr>
                <p14:cNvPr id="12" name="Ink 11">
                  <a:extLst>
                    <a:ext uri="{FF2B5EF4-FFF2-40B4-BE49-F238E27FC236}">
                      <a16:creationId xmlns:a16="http://schemas.microsoft.com/office/drawing/2014/main" id="{0B125AF6-9572-A2A3-0286-5670D471C1B3}"/>
                    </a:ext>
                  </a:extLst>
                </p14:cNvPr>
                <p14:cNvContentPartPr/>
                <p14:nvPr/>
              </p14:nvContentPartPr>
              <p14:xfrm>
                <a:off x="9193880" y="3373160"/>
                <a:ext cx="1150920" cy="3105720"/>
              </p14:xfrm>
            </p:contentPart>
          </mc:Choice>
          <mc:Fallback xmlns="">
            <p:pic>
              <p:nvPicPr>
                <p:cNvPr id="12" name="Ink 11">
                  <a:extLst>
                    <a:ext uri="{FF2B5EF4-FFF2-40B4-BE49-F238E27FC236}">
                      <a16:creationId xmlns:a16="http://schemas.microsoft.com/office/drawing/2014/main" id="{0B125AF6-9572-A2A3-0286-5670D471C1B3}"/>
                    </a:ext>
                  </a:extLst>
                </p:cNvPr>
                <p:cNvPicPr/>
                <p:nvPr/>
              </p:nvPicPr>
              <p:blipFill>
                <a:blip r:embed="rId7"/>
                <a:stretch>
                  <a:fillRect/>
                </a:stretch>
              </p:blipFill>
              <p:spPr>
                <a:xfrm>
                  <a:off x="9184880" y="3364160"/>
                  <a:ext cx="1168560" cy="31233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3" name="Ink 12">
                  <a:extLst>
                    <a:ext uri="{FF2B5EF4-FFF2-40B4-BE49-F238E27FC236}">
                      <a16:creationId xmlns:a16="http://schemas.microsoft.com/office/drawing/2014/main" id="{C418EF11-B937-F902-8038-C55805AFBCD6}"/>
                    </a:ext>
                  </a:extLst>
                </p14:cNvPr>
                <p14:cNvContentPartPr/>
                <p14:nvPr/>
              </p14:nvContentPartPr>
              <p14:xfrm>
                <a:off x="9780320" y="3373160"/>
                <a:ext cx="298800" cy="360"/>
              </p14:xfrm>
            </p:contentPart>
          </mc:Choice>
          <mc:Fallback xmlns="">
            <p:pic>
              <p:nvPicPr>
                <p:cNvPr id="13" name="Ink 12">
                  <a:extLst>
                    <a:ext uri="{FF2B5EF4-FFF2-40B4-BE49-F238E27FC236}">
                      <a16:creationId xmlns:a16="http://schemas.microsoft.com/office/drawing/2014/main" id="{C418EF11-B937-F902-8038-C55805AFBCD6}"/>
                    </a:ext>
                  </a:extLst>
                </p:cNvPr>
                <p:cNvPicPr/>
                <p:nvPr/>
              </p:nvPicPr>
              <p:blipFill>
                <a:blip r:embed="rId9"/>
                <a:stretch>
                  <a:fillRect/>
                </a:stretch>
              </p:blipFill>
              <p:spPr>
                <a:xfrm>
                  <a:off x="9771320" y="3364160"/>
                  <a:ext cx="31644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5" name="Ink 14">
                  <a:extLst>
                    <a:ext uri="{FF2B5EF4-FFF2-40B4-BE49-F238E27FC236}">
                      <a16:creationId xmlns:a16="http://schemas.microsoft.com/office/drawing/2014/main" id="{4D1ED5D0-25B5-BB5A-045F-33D61B5165F7}"/>
                    </a:ext>
                  </a:extLst>
                </p14:cNvPr>
                <p14:cNvContentPartPr/>
                <p14:nvPr/>
              </p14:nvContentPartPr>
              <p14:xfrm>
                <a:off x="10058240" y="3373160"/>
                <a:ext cx="41040" cy="226440"/>
              </p14:xfrm>
            </p:contentPart>
          </mc:Choice>
          <mc:Fallback xmlns="">
            <p:pic>
              <p:nvPicPr>
                <p:cNvPr id="15" name="Ink 14">
                  <a:extLst>
                    <a:ext uri="{FF2B5EF4-FFF2-40B4-BE49-F238E27FC236}">
                      <a16:creationId xmlns:a16="http://schemas.microsoft.com/office/drawing/2014/main" id="{4D1ED5D0-25B5-BB5A-045F-33D61B5165F7}"/>
                    </a:ext>
                  </a:extLst>
                </p:cNvPr>
                <p:cNvPicPr/>
                <p:nvPr/>
              </p:nvPicPr>
              <p:blipFill>
                <a:blip r:embed="rId11"/>
                <a:stretch>
                  <a:fillRect/>
                </a:stretch>
              </p:blipFill>
              <p:spPr>
                <a:xfrm>
                  <a:off x="10049600" y="3364160"/>
                  <a:ext cx="58680" cy="244080"/>
                </a:xfrm>
                <a:prstGeom prst="rect">
                  <a:avLst/>
                </a:prstGeom>
              </p:spPr>
            </p:pic>
          </mc:Fallback>
        </mc:AlternateContent>
      </p:grpSp>
      <p:sp>
        <p:nvSpPr>
          <p:cNvPr id="2" name="Slide Number Placeholder 1">
            <a:extLst>
              <a:ext uri="{FF2B5EF4-FFF2-40B4-BE49-F238E27FC236}">
                <a16:creationId xmlns:a16="http://schemas.microsoft.com/office/drawing/2014/main" id="{247D3288-D3E4-AA1E-190B-C4BD85ED4426}"/>
              </a:ext>
            </a:extLst>
          </p:cNvPr>
          <p:cNvSpPr>
            <a:spLocks noGrp="1"/>
          </p:cNvSpPr>
          <p:nvPr>
            <p:ph type="sldNum" sz="quarter" idx="12"/>
          </p:nvPr>
        </p:nvSpPr>
        <p:spPr/>
        <p:txBody>
          <a:bodyPr/>
          <a:lstStyle/>
          <a:p>
            <a:fld id="{000E18F7-2402-4720-BFF4-341E476333D4}" type="slidenum">
              <a:rPr lang="en-IN" smtClean="0"/>
              <a:t>43</a:t>
            </a:fld>
            <a:endParaRPr lang="en-IN"/>
          </a:p>
        </p:txBody>
      </p:sp>
    </p:spTree>
    <p:extLst>
      <p:ext uri="{BB962C8B-B14F-4D97-AF65-F5344CB8AC3E}">
        <p14:creationId xmlns:p14="http://schemas.microsoft.com/office/powerpoint/2010/main" val="15870462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BBC7B5-A305-0D5C-EAB1-9B53FE0A7AC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36B3E9D-1EE9-F528-A502-DA787A288A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4034" y="0"/>
            <a:ext cx="9803931" cy="6858000"/>
          </a:xfrm>
          <a:prstGeom prst="rect">
            <a:avLst/>
          </a:prstGeom>
        </p:spPr>
      </p:pic>
      <p:sp>
        <p:nvSpPr>
          <p:cNvPr id="6" name="TextBox 5">
            <a:extLst>
              <a:ext uri="{FF2B5EF4-FFF2-40B4-BE49-F238E27FC236}">
                <a16:creationId xmlns:a16="http://schemas.microsoft.com/office/drawing/2014/main" id="{EF52D573-F3F9-8031-F336-A4E100F15F6E}"/>
              </a:ext>
            </a:extLst>
          </p:cNvPr>
          <p:cNvSpPr txBox="1"/>
          <p:nvPr/>
        </p:nvSpPr>
        <p:spPr>
          <a:xfrm>
            <a:off x="6096000" y="0"/>
            <a:ext cx="4827894" cy="830997"/>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8" name="Picture 7">
            <a:extLst>
              <a:ext uri="{FF2B5EF4-FFF2-40B4-BE49-F238E27FC236}">
                <a16:creationId xmlns:a16="http://schemas.microsoft.com/office/drawing/2014/main" id="{01A3BC8B-2483-CB5E-BEFB-351C0FCAB5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17280" y="1763594"/>
            <a:ext cx="3474720" cy="2513766"/>
          </a:xfrm>
          <a:prstGeom prst="rect">
            <a:avLst/>
          </a:prstGeom>
        </p:spPr>
      </p:pic>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BFEABCA7-20C0-1B88-367B-461A9F44723B}"/>
                  </a:ext>
                </a:extLst>
              </p14:cNvPr>
              <p14:cNvContentPartPr/>
              <p14:nvPr/>
            </p14:nvContentPartPr>
            <p14:xfrm>
              <a:off x="10595832" y="2623440"/>
              <a:ext cx="323640" cy="262080"/>
            </p14:xfrm>
          </p:contentPart>
        </mc:Choice>
        <mc:Fallback xmlns="">
          <p:pic>
            <p:nvPicPr>
              <p:cNvPr id="10" name="Ink 9">
                <a:extLst>
                  <a:ext uri="{FF2B5EF4-FFF2-40B4-BE49-F238E27FC236}">
                    <a16:creationId xmlns:a16="http://schemas.microsoft.com/office/drawing/2014/main" id="{BFEABCA7-20C0-1B88-367B-461A9F44723B}"/>
                  </a:ext>
                </a:extLst>
              </p:cNvPr>
              <p:cNvPicPr/>
              <p:nvPr/>
            </p:nvPicPr>
            <p:blipFill>
              <a:blip r:embed="rId5"/>
              <a:stretch>
                <a:fillRect/>
              </a:stretch>
            </p:blipFill>
            <p:spPr>
              <a:xfrm>
                <a:off x="10589712" y="2617320"/>
                <a:ext cx="335880" cy="2743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491C9F1F-CCB8-BA28-F55D-C49F87611B61}"/>
                  </a:ext>
                </a:extLst>
              </p14:cNvPr>
              <p14:cNvContentPartPr/>
              <p14:nvPr/>
            </p14:nvContentPartPr>
            <p14:xfrm>
              <a:off x="9900312" y="2858880"/>
              <a:ext cx="1426680" cy="2183040"/>
            </p14:xfrm>
          </p:contentPart>
        </mc:Choice>
        <mc:Fallback xmlns="">
          <p:pic>
            <p:nvPicPr>
              <p:cNvPr id="11" name="Ink 10">
                <a:extLst>
                  <a:ext uri="{FF2B5EF4-FFF2-40B4-BE49-F238E27FC236}">
                    <a16:creationId xmlns:a16="http://schemas.microsoft.com/office/drawing/2014/main" id="{491C9F1F-CCB8-BA28-F55D-C49F87611B61}"/>
                  </a:ext>
                </a:extLst>
              </p:cNvPr>
              <p:cNvPicPr/>
              <p:nvPr/>
            </p:nvPicPr>
            <p:blipFill>
              <a:blip r:embed="rId7"/>
              <a:stretch>
                <a:fillRect/>
              </a:stretch>
            </p:blipFill>
            <p:spPr>
              <a:xfrm>
                <a:off x="9894192" y="2852760"/>
                <a:ext cx="1438920" cy="219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2" name="Ink 11">
                <a:extLst>
                  <a:ext uri="{FF2B5EF4-FFF2-40B4-BE49-F238E27FC236}">
                    <a16:creationId xmlns:a16="http://schemas.microsoft.com/office/drawing/2014/main" id="{93DE67F1-6229-8E44-3F34-1518C96E5E64}"/>
                  </a:ext>
                </a:extLst>
              </p14:cNvPr>
              <p14:cNvContentPartPr/>
              <p14:nvPr/>
            </p14:nvContentPartPr>
            <p14:xfrm>
              <a:off x="8305512" y="5041200"/>
              <a:ext cx="1618920" cy="1284480"/>
            </p14:xfrm>
          </p:contentPart>
        </mc:Choice>
        <mc:Fallback xmlns="">
          <p:pic>
            <p:nvPicPr>
              <p:cNvPr id="12" name="Ink 11">
                <a:extLst>
                  <a:ext uri="{FF2B5EF4-FFF2-40B4-BE49-F238E27FC236}">
                    <a16:creationId xmlns:a16="http://schemas.microsoft.com/office/drawing/2014/main" id="{93DE67F1-6229-8E44-3F34-1518C96E5E64}"/>
                  </a:ext>
                </a:extLst>
              </p:cNvPr>
              <p:cNvPicPr/>
              <p:nvPr/>
            </p:nvPicPr>
            <p:blipFill>
              <a:blip r:embed="rId9"/>
              <a:stretch>
                <a:fillRect/>
              </a:stretch>
            </p:blipFill>
            <p:spPr>
              <a:xfrm>
                <a:off x="8299392" y="5035080"/>
                <a:ext cx="1631160" cy="1296720"/>
              </a:xfrm>
              <a:prstGeom prst="rect">
                <a:avLst/>
              </a:prstGeom>
            </p:spPr>
          </p:pic>
        </mc:Fallback>
      </mc:AlternateContent>
      <p:grpSp>
        <p:nvGrpSpPr>
          <p:cNvPr id="15" name="Group 14">
            <a:extLst>
              <a:ext uri="{FF2B5EF4-FFF2-40B4-BE49-F238E27FC236}">
                <a16:creationId xmlns:a16="http://schemas.microsoft.com/office/drawing/2014/main" id="{EDD84621-9B25-66D5-B678-3A9E4A460155}"/>
              </a:ext>
            </a:extLst>
          </p:cNvPr>
          <p:cNvGrpSpPr/>
          <p:nvPr/>
        </p:nvGrpSpPr>
        <p:grpSpPr>
          <a:xfrm>
            <a:off x="10952480" y="2865160"/>
            <a:ext cx="123840" cy="120960"/>
            <a:chOff x="10952480" y="2865160"/>
            <a:chExt cx="123840" cy="120960"/>
          </a:xfrm>
        </p:grpSpPr>
        <mc:AlternateContent xmlns:mc="http://schemas.openxmlformats.org/markup-compatibility/2006" xmlns:p14="http://schemas.microsoft.com/office/powerpoint/2010/main">
          <mc:Choice Requires="p14">
            <p:contentPart p14:bwMode="auto" r:id="rId10">
              <p14:nvContentPartPr>
                <p14:cNvPr id="13" name="Ink 12">
                  <a:extLst>
                    <a:ext uri="{FF2B5EF4-FFF2-40B4-BE49-F238E27FC236}">
                      <a16:creationId xmlns:a16="http://schemas.microsoft.com/office/drawing/2014/main" id="{AFB5AF2A-51F6-6F21-CFEC-5A20156EF51B}"/>
                    </a:ext>
                  </a:extLst>
                </p14:cNvPr>
                <p14:cNvContentPartPr/>
                <p14:nvPr/>
              </p14:nvContentPartPr>
              <p14:xfrm>
                <a:off x="10966880" y="2875240"/>
                <a:ext cx="15840" cy="110880"/>
              </p14:xfrm>
            </p:contentPart>
          </mc:Choice>
          <mc:Fallback xmlns="">
            <p:pic>
              <p:nvPicPr>
                <p:cNvPr id="13" name="Ink 12">
                  <a:extLst>
                    <a:ext uri="{FF2B5EF4-FFF2-40B4-BE49-F238E27FC236}">
                      <a16:creationId xmlns:a16="http://schemas.microsoft.com/office/drawing/2014/main" id="{AFB5AF2A-51F6-6F21-CFEC-5A20156EF51B}"/>
                    </a:ext>
                  </a:extLst>
                </p:cNvPr>
                <p:cNvPicPr/>
                <p:nvPr/>
              </p:nvPicPr>
              <p:blipFill>
                <a:blip r:embed="rId11"/>
                <a:stretch>
                  <a:fillRect/>
                </a:stretch>
              </p:blipFill>
              <p:spPr>
                <a:xfrm>
                  <a:off x="10960760" y="2869120"/>
                  <a:ext cx="2808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4" name="Ink 13">
                  <a:extLst>
                    <a:ext uri="{FF2B5EF4-FFF2-40B4-BE49-F238E27FC236}">
                      <a16:creationId xmlns:a16="http://schemas.microsoft.com/office/drawing/2014/main" id="{C0F8C2D0-D1C3-64A6-5D6A-AF221D40DDFE}"/>
                    </a:ext>
                  </a:extLst>
                </p14:cNvPr>
                <p14:cNvContentPartPr/>
                <p14:nvPr/>
              </p14:nvContentPartPr>
              <p14:xfrm>
                <a:off x="10952480" y="2865160"/>
                <a:ext cx="123840" cy="360"/>
              </p14:xfrm>
            </p:contentPart>
          </mc:Choice>
          <mc:Fallback xmlns="">
            <p:pic>
              <p:nvPicPr>
                <p:cNvPr id="14" name="Ink 13">
                  <a:extLst>
                    <a:ext uri="{FF2B5EF4-FFF2-40B4-BE49-F238E27FC236}">
                      <a16:creationId xmlns:a16="http://schemas.microsoft.com/office/drawing/2014/main" id="{C0F8C2D0-D1C3-64A6-5D6A-AF221D40DDFE}"/>
                    </a:ext>
                  </a:extLst>
                </p:cNvPr>
                <p:cNvPicPr/>
                <p:nvPr/>
              </p:nvPicPr>
              <p:blipFill>
                <a:blip r:embed="rId13"/>
                <a:stretch>
                  <a:fillRect/>
                </a:stretch>
              </p:blipFill>
              <p:spPr>
                <a:xfrm>
                  <a:off x="10946000" y="2859040"/>
                  <a:ext cx="136080" cy="12600"/>
                </a:xfrm>
                <a:prstGeom prst="rect">
                  <a:avLst/>
                </a:prstGeom>
              </p:spPr>
            </p:pic>
          </mc:Fallback>
        </mc:AlternateContent>
      </p:grpSp>
      <p:sp>
        <p:nvSpPr>
          <p:cNvPr id="2" name="Slide Number Placeholder 1">
            <a:extLst>
              <a:ext uri="{FF2B5EF4-FFF2-40B4-BE49-F238E27FC236}">
                <a16:creationId xmlns:a16="http://schemas.microsoft.com/office/drawing/2014/main" id="{541DAADA-4EC8-BB27-124C-43AC767E408E}"/>
              </a:ext>
            </a:extLst>
          </p:cNvPr>
          <p:cNvSpPr>
            <a:spLocks noGrp="1"/>
          </p:cNvSpPr>
          <p:nvPr>
            <p:ph type="sldNum" sz="quarter" idx="12"/>
          </p:nvPr>
        </p:nvSpPr>
        <p:spPr/>
        <p:txBody>
          <a:bodyPr/>
          <a:lstStyle/>
          <a:p>
            <a:fld id="{000E18F7-2402-4720-BFF4-341E476333D4}" type="slidenum">
              <a:rPr lang="en-IN" smtClean="0"/>
              <a:t>44</a:t>
            </a:fld>
            <a:endParaRPr lang="en-IN"/>
          </a:p>
        </p:txBody>
      </p:sp>
    </p:spTree>
    <p:extLst>
      <p:ext uri="{BB962C8B-B14F-4D97-AF65-F5344CB8AC3E}">
        <p14:creationId xmlns:p14="http://schemas.microsoft.com/office/powerpoint/2010/main" val="14270029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9B894-BB3A-CA09-820D-7C7278B27C5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4B3EBAB-E240-5479-4366-2E3FE8BAB1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04665" y="0"/>
            <a:ext cx="9982670" cy="6858000"/>
          </a:xfrm>
          <a:prstGeom prst="rect">
            <a:avLst/>
          </a:prstGeom>
        </p:spPr>
      </p:pic>
      <p:sp>
        <p:nvSpPr>
          <p:cNvPr id="6" name="TextBox 5">
            <a:extLst>
              <a:ext uri="{FF2B5EF4-FFF2-40B4-BE49-F238E27FC236}">
                <a16:creationId xmlns:a16="http://schemas.microsoft.com/office/drawing/2014/main" id="{D642E560-C79B-D6CA-E2F9-DC1C768C0ADC}"/>
              </a:ext>
            </a:extLst>
          </p:cNvPr>
          <p:cNvSpPr txBox="1"/>
          <p:nvPr/>
        </p:nvSpPr>
        <p:spPr>
          <a:xfrm>
            <a:off x="6096000" y="0"/>
            <a:ext cx="4827894" cy="830997"/>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8" name="Picture 7">
            <a:extLst>
              <a:ext uri="{FF2B5EF4-FFF2-40B4-BE49-F238E27FC236}">
                <a16:creationId xmlns:a16="http://schemas.microsoft.com/office/drawing/2014/main" id="{E3BDBC1C-C164-D021-82F7-05B46CC987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50040" y="3614676"/>
            <a:ext cx="3542228" cy="2562604"/>
          </a:xfrm>
          <a:prstGeom prst="rect">
            <a:avLst/>
          </a:prstGeom>
        </p:spPr>
      </p:pic>
      <mc:AlternateContent xmlns:mc="http://schemas.openxmlformats.org/markup-compatibility/2006" xmlns:p14="http://schemas.microsoft.com/office/powerpoint/2010/main">
        <mc:Choice Requires="p14">
          <p:contentPart p14:bwMode="auto" r:id="rId4">
            <p14:nvContentPartPr>
              <p14:cNvPr id="9" name="Ink 8">
                <a:extLst>
                  <a:ext uri="{FF2B5EF4-FFF2-40B4-BE49-F238E27FC236}">
                    <a16:creationId xmlns:a16="http://schemas.microsoft.com/office/drawing/2014/main" id="{9942079D-392A-9983-156D-8E291C2FC210}"/>
                  </a:ext>
                </a:extLst>
              </p14:cNvPr>
              <p14:cNvContentPartPr/>
              <p14:nvPr/>
            </p14:nvContentPartPr>
            <p14:xfrm>
              <a:off x="10848080" y="4436560"/>
              <a:ext cx="421200" cy="349560"/>
            </p14:xfrm>
          </p:contentPart>
        </mc:Choice>
        <mc:Fallback xmlns="">
          <p:pic>
            <p:nvPicPr>
              <p:cNvPr id="9" name="Ink 8">
                <a:extLst>
                  <a:ext uri="{FF2B5EF4-FFF2-40B4-BE49-F238E27FC236}">
                    <a16:creationId xmlns:a16="http://schemas.microsoft.com/office/drawing/2014/main" id="{9942079D-392A-9983-156D-8E291C2FC210}"/>
                  </a:ext>
                </a:extLst>
              </p:cNvPr>
              <p:cNvPicPr/>
              <p:nvPr/>
            </p:nvPicPr>
            <p:blipFill>
              <a:blip r:embed="rId5"/>
              <a:stretch>
                <a:fillRect/>
              </a:stretch>
            </p:blipFill>
            <p:spPr>
              <a:xfrm>
                <a:off x="10841960" y="4430440"/>
                <a:ext cx="433440" cy="361800"/>
              </a:xfrm>
              <a:prstGeom prst="rect">
                <a:avLst/>
              </a:prstGeom>
            </p:spPr>
          </p:pic>
        </mc:Fallback>
      </mc:AlternateContent>
      <p:grpSp>
        <p:nvGrpSpPr>
          <p:cNvPr id="13" name="Group 12">
            <a:extLst>
              <a:ext uri="{FF2B5EF4-FFF2-40B4-BE49-F238E27FC236}">
                <a16:creationId xmlns:a16="http://schemas.microsoft.com/office/drawing/2014/main" id="{C5769B4C-DA2B-6373-4D0D-51944755DEB0}"/>
              </a:ext>
            </a:extLst>
          </p:cNvPr>
          <p:cNvGrpSpPr/>
          <p:nvPr/>
        </p:nvGrpSpPr>
        <p:grpSpPr>
          <a:xfrm>
            <a:off x="8819840" y="4785040"/>
            <a:ext cx="2986560" cy="1627200"/>
            <a:chOff x="8819840" y="4785040"/>
            <a:chExt cx="2986560" cy="1627200"/>
          </a:xfrm>
        </p:grpSpPr>
        <mc:AlternateContent xmlns:mc="http://schemas.openxmlformats.org/markup-compatibility/2006" xmlns:p14="http://schemas.microsoft.com/office/powerpoint/2010/main">
          <mc:Choice Requires="p14">
            <p:contentPart p14:bwMode="auto" r:id="rId6">
              <p14:nvContentPartPr>
                <p14:cNvPr id="10" name="Ink 9">
                  <a:extLst>
                    <a:ext uri="{FF2B5EF4-FFF2-40B4-BE49-F238E27FC236}">
                      <a16:creationId xmlns:a16="http://schemas.microsoft.com/office/drawing/2014/main" id="{BC7EE427-9A6A-D04A-5C86-D11B0722D73C}"/>
                    </a:ext>
                  </a:extLst>
                </p14:cNvPr>
                <p14:cNvContentPartPr/>
                <p14:nvPr/>
              </p14:nvContentPartPr>
              <p14:xfrm>
                <a:off x="8819840" y="4805920"/>
                <a:ext cx="2986560" cy="1606320"/>
              </p14:xfrm>
            </p:contentPart>
          </mc:Choice>
          <mc:Fallback xmlns="">
            <p:pic>
              <p:nvPicPr>
                <p:cNvPr id="10" name="Ink 9">
                  <a:extLst>
                    <a:ext uri="{FF2B5EF4-FFF2-40B4-BE49-F238E27FC236}">
                      <a16:creationId xmlns:a16="http://schemas.microsoft.com/office/drawing/2014/main" id="{BC7EE427-9A6A-D04A-5C86-D11B0722D73C}"/>
                    </a:ext>
                  </a:extLst>
                </p:cNvPr>
                <p:cNvPicPr/>
                <p:nvPr/>
              </p:nvPicPr>
              <p:blipFill>
                <a:blip r:embed="rId7"/>
                <a:stretch>
                  <a:fillRect/>
                </a:stretch>
              </p:blipFill>
              <p:spPr>
                <a:xfrm>
                  <a:off x="8813720" y="4799440"/>
                  <a:ext cx="2998800" cy="1618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1" name="Ink 10">
                  <a:extLst>
                    <a:ext uri="{FF2B5EF4-FFF2-40B4-BE49-F238E27FC236}">
                      <a16:creationId xmlns:a16="http://schemas.microsoft.com/office/drawing/2014/main" id="{ADE99D45-8CA6-ED8E-9B6E-B9785978A064}"/>
                    </a:ext>
                  </a:extLst>
                </p14:cNvPr>
                <p14:cNvContentPartPr/>
                <p14:nvPr/>
              </p14:nvContentPartPr>
              <p14:xfrm>
                <a:off x="11318240" y="4795120"/>
                <a:ext cx="38160" cy="131760"/>
              </p14:xfrm>
            </p:contentPart>
          </mc:Choice>
          <mc:Fallback xmlns="">
            <p:pic>
              <p:nvPicPr>
                <p:cNvPr id="11" name="Ink 10">
                  <a:extLst>
                    <a:ext uri="{FF2B5EF4-FFF2-40B4-BE49-F238E27FC236}">
                      <a16:creationId xmlns:a16="http://schemas.microsoft.com/office/drawing/2014/main" id="{ADE99D45-8CA6-ED8E-9B6E-B9785978A064}"/>
                    </a:ext>
                  </a:extLst>
                </p:cNvPr>
                <p:cNvPicPr/>
                <p:nvPr/>
              </p:nvPicPr>
              <p:blipFill>
                <a:blip r:embed="rId9"/>
                <a:stretch>
                  <a:fillRect/>
                </a:stretch>
              </p:blipFill>
              <p:spPr>
                <a:xfrm>
                  <a:off x="11311760" y="4789000"/>
                  <a:ext cx="50400" cy="144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2" name="Ink 11">
                  <a:extLst>
                    <a:ext uri="{FF2B5EF4-FFF2-40B4-BE49-F238E27FC236}">
                      <a16:creationId xmlns:a16="http://schemas.microsoft.com/office/drawing/2014/main" id="{BED9E3BB-F0D3-70EA-BF91-013225F39050}"/>
                    </a:ext>
                  </a:extLst>
                </p14:cNvPr>
                <p14:cNvContentPartPr/>
                <p14:nvPr/>
              </p14:nvContentPartPr>
              <p14:xfrm>
                <a:off x="11328320" y="4785040"/>
                <a:ext cx="251640" cy="21600"/>
              </p14:xfrm>
            </p:contentPart>
          </mc:Choice>
          <mc:Fallback xmlns="">
            <p:pic>
              <p:nvPicPr>
                <p:cNvPr id="12" name="Ink 11">
                  <a:extLst>
                    <a:ext uri="{FF2B5EF4-FFF2-40B4-BE49-F238E27FC236}">
                      <a16:creationId xmlns:a16="http://schemas.microsoft.com/office/drawing/2014/main" id="{BED9E3BB-F0D3-70EA-BF91-013225F39050}"/>
                    </a:ext>
                  </a:extLst>
                </p:cNvPr>
                <p:cNvPicPr/>
                <p:nvPr/>
              </p:nvPicPr>
              <p:blipFill>
                <a:blip r:embed="rId11"/>
                <a:stretch>
                  <a:fillRect/>
                </a:stretch>
              </p:blipFill>
              <p:spPr>
                <a:xfrm>
                  <a:off x="11321840" y="4778920"/>
                  <a:ext cx="263880" cy="33840"/>
                </a:xfrm>
                <a:prstGeom prst="rect">
                  <a:avLst/>
                </a:prstGeom>
              </p:spPr>
            </p:pic>
          </mc:Fallback>
        </mc:AlternateContent>
      </p:grpSp>
      <p:sp>
        <p:nvSpPr>
          <p:cNvPr id="2" name="Slide Number Placeholder 1">
            <a:extLst>
              <a:ext uri="{FF2B5EF4-FFF2-40B4-BE49-F238E27FC236}">
                <a16:creationId xmlns:a16="http://schemas.microsoft.com/office/drawing/2014/main" id="{78B8F553-CA65-0733-C06C-335D8A531D33}"/>
              </a:ext>
            </a:extLst>
          </p:cNvPr>
          <p:cNvSpPr>
            <a:spLocks noGrp="1"/>
          </p:cNvSpPr>
          <p:nvPr>
            <p:ph type="sldNum" sz="quarter" idx="12"/>
          </p:nvPr>
        </p:nvSpPr>
        <p:spPr/>
        <p:txBody>
          <a:bodyPr/>
          <a:lstStyle/>
          <a:p>
            <a:fld id="{000E18F7-2402-4720-BFF4-341E476333D4}" type="slidenum">
              <a:rPr lang="en-IN" smtClean="0"/>
              <a:t>45</a:t>
            </a:fld>
            <a:endParaRPr lang="en-IN"/>
          </a:p>
        </p:txBody>
      </p:sp>
    </p:spTree>
    <p:extLst>
      <p:ext uri="{BB962C8B-B14F-4D97-AF65-F5344CB8AC3E}">
        <p14:creationId xmlns:p14="http://schemas.microsoft.com/office/powerpoint/2010/main" val="40971161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35BD637-FB29-8707-2F9F-604E12C6E3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84880" y="0"/>
            <a:ext cx="9822240" cy="6858000"/>
          </a:xfrm>
          <a:prstGeom prst="rect">
            <a:avLst/>
          </a:prstGeom>
        </p:spPr>
      </p:pic>
      <p:sp>
        <p:nvSpPr>
          <p:cNvPr id="5" name="TextBox 4">
            <a:extLst>
              <a:ext uri="{FF2B5EF4-FFF2-40B4-BE49-F238E27FC236}">
                <a16:creationId xmlns:a16="http://schemas.microsoft.com/office/drawing/2014/main" id="{A4230E92-0FA6-3D62-7958-568074F0CE1A}"/>
              </a:ext>
            </a:extLst>
          </p:cNvPr>
          <p:cNvSpPr txBox="1"/>
          <p:nvPr/>
        </p:nvSpPr>
        <p:spPr>
          <a:xfrm>
            <a:off x="6096000" y="0"/>
            <a:ext cx="4827894" cy="830997"/>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7" name="Picture 6">
            <a:extLst>
              <a:ext uri="{FF2B5EF4-FFF2-40B4-BE49-F238E27FC236}">
                <a16:creationId xmlns:a16="http://schemas.microsoft.com/office/drawing/2014/main" id="{20ED3005-68DF-9116-E1F4-EF0D7316D8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68080" y="3804480"/>
            <a:ext cx="3434348" cy="2484559"/>
          </a:xfrm>
          <a:prstGeom prst="rect">
            <a:avLst/>
          </a:prstGeom>
        </p:spPr>
      </p:pic>
      <mc:AlternateContent xmlns:mc="http://schemas.openxmlformats.org/markup-compatibility/2006" xmlns:p14="http://schemas.microsoft.com/office/powerpoint/2010/main">
        <mc:Choice Requires="p14">
          <p:contentPart p14:bwMode="auto" r:id="rId4">
            <p14:nvContentPartPr>
              <p14:cNvPr id="8" name="Ink 7">
                <a:extLst>
                  <a:ext uri="{FF2B5EF4-FFF2-40B4-BE49-F238E27FC236}">
                    <a16:creationId xmlns:a16="http://schemas.microsoft.com/office/drawing/2014/main" id="{11987BAE-2D9E-8836-D9A8-1DA6FAA0FA0A}"/>
                  </a:ext>
                </a:extLst>
              </p14:cNvPr>
              <p14:cNvContentPartPr/>
              <p14:nvPr/>
            </p14:nvContentPartPr>
            <p14:xfrm>
              <a:off x="10219160" y="4954960"/>
              <a:ext cx="470520" cy="349920"/>
            </p14:xfrm>
          </p:contentPart>
        </mc:Choice>
        <mc:Fallback xmlns="">
          <p:pic>
            <p:nvPicPr>
              <p:cNvPr id="8" name="Ink 7">
                <a:extLst>
                  <a:ext uri="{FF2B5EF4-FFF2-40B4-BE49-F238E27FC236}">
                    <a16:creationId xmlns:a16="http://schemas.microsoft.com/office/drawing/2014/main" id="{11987BAE-2D9E-8836-D9A8-1DA6FAA0FA0A}"/>
                  </a:ext>
                </a:extLst>
              </p:cNvPr>
              <p:cNvPicPr/>
              <p:nvPr/>
            </p:nvPicPr>
            <p:blipFill>
              <a:blip r:embed="rId5"/>
              <a:stretch>
                <a:fillRect/>
              </a:stretch>
            </p:blipFill>
            <p:spPr>
              <a:xfrm>
                <a:off x="10213040" y="4948840"/>
                <a:ext cx="482760" cy="362160"/>
              </a:xfrm>
              <a:prstGeom prst="rect">
                <a:avLst/>
              </a:prstGeom>
            </p:spPr>
          </p:pic>
        </mc:Fallback>
      </mc:AlternateContent>
      <p:grpSp>
        <p:nvGrpSpPr>
          <p:cNvPr id="13" name="Group 12">
            <a:extLst>
              <a:ext uri="{FF2B5EF4-FFF2-40B4-BE49-F238E27FC236}">
                <a16:creationId xmlns:a16="http://schemas.microsoft.com/office/drawing/2014/main" id="{E6FEAFD8-C984-56E2-0A26-B98333A15E6C}"/>
              </a:ext>
            </a:extLst>
          </p:cNvPr>
          <p:cNvGrpSpPr/>
          <p:nvPr/>
        </p:nvGrpSpPr>
        <p:grpSpPr>
          <a:xfrm>
            <a:off x="9219080" y="5231440"/>
            <a:ext cx="1012320" cy="1221120"/>
            <a:chOff x="9219080" y="5231440"/>
            <a:chExt cx="1012320" cy="1221120"/>
          </a:xfrm>
        </p:grpSpPr>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F861857C-6394-E44C-5BCC-66725CBCB401}"/>
                    </a:ext>
                  </a:extLst>
                </p14:cNvPr>
                <p14:cNvContentPartPr/>
                <p14:nvPr/>
              </p14:nvContentPartPr>
              <p14:xfrm>
                <a:off x="9219080" y="5281840"/>
                <a:ext cx="1001880" cy="1170720"/>
              </p14:xfrm>
            </p:contentPart>
          </mc:Choice>
          <mc:Fallback xmlns="">
            <p:pic>
              <p:nvPicPr>
                <p:cNvPr id="9" name="Ink 8">
                  <a:extLst>
                    <a:ext uri="{FF2B5EF4-FFF2-40B4-BE49-F238E27FC236}">
                      <a16:creationId xmlns:a16="http://schemas.microsoft.com/office/drawing/2014/main" id="{F861857C-6394-E44C-5BCC-66725CBCB401}"/>
                    </a:ext>
                  </a:extLst>
                </p:cNvPr>
                <p:cNvPicPr/>
                <p:nvPr/>
              </p:nvPicPr>
              <p:blipFill>
                <a:blip r:embed="rId7"/>
                <a:stretch>
                  <a:fillRect/>
                </a:stretch>
              </p:blipFill>
              <p:spPr>
                <a:xfrm>
                  <a:off x="9212960" y="5275720"/>
                  <a:ext cx="1014120" cy="1182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3CF3975A-96BF-186C-5C85-5E529AB51A1B}"/>
                    </a:ext>
                  </a:extLst>
                </p14:cNvPr>
                <p14:cNvContentPartPr/>
                <p14:nvPr/>
              </p14:nvContentPartPr>
              <p14:xfrm>
                <a:off x="10087760" y="5231440"/>
                <a:ext cx="143640" cy="82440"/>
              </p14:xfrm>
            </p:contentPart>
          </mc:Choice>
          <mc:Fallback xmlns="">
            <p:pic>
              <p:nvPicPr>
                <p:cNvPr id="10" name="Ink 9">
                  <a:extLst>
                    <a:ext uri="{FF2B5EF4-FFF2-40B4-BE49-F238E27FC236}">
                      <a16:creationId xmlns:a16="http://schemas.microsoft.com/office/drawing/2014/main" id="{3CF3975A-96BF-186C-5C85-5E529AB51A1B}"/>
                    </a:ext>
                  </a:extLst>
                </p:cNvPr>
                <p:cNvPicPr/>
                <p:nvPr/>
              </p:nvPicPr>
              <p:blipFill>
                <a:blip r:embed="rId9"/>
                <a:stretch>
                  <a:fillRect/>
                </a:stretch>
              </p:blipFill>
              <p:spPr>
                <a:xfrm>
                  <a:off x="10081640" y="5225320"/>
                  <a:ext cx="155880" cy="946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2" name="Ink 11">
                  <a:extLst>
                    <a:ext uri="{FF2B5EF4-FFF2-40B4-BE49-F238E27FC236}">
                      <a16:creationId xmlns:a16="http://schemas.microsoft.com/office/drawing/2014/main" id="{0D21D9C8-A784-36C2-9627-56363B7923E5}"/>
                    </a:ext>
                  </a:extLst>
                </p14:cNvPr>
                <p14:cNvContentPartPr/>
                <p14:nvPr/>
              </p14:nvContentPartPr>
              <p14:xfrm>
                <a:off x="10061120" y="5293360"/>
                <a:ext cx="147960" cy="143640"/>
              </p14:xfrm>
            </p:contentPart>
          </mc:Choice>
          <mc:Fallback xmlns="">
            <p:pic>
              <p:nvPicPr>
                <p:cNvPr id="12" name="Ink 11">
                  <a:extLst>
                    <a:ext uri="{FF2B5EF4-FFF2-40B4-BE49-F238E27FC236}">
                      <a16:creationId xmlns:a16="http://schemas.microsoft.com/office/drawing/2014/main" id="{0D21D9C8-A784-36C2-9627-56363B7923E5}"/>
                    </a:ext>
                  </a:extLst>
                </p:cNvPr>
                <p:cNvPicPr/>
                <p:nvPr/>
              </p:nvPicPr>
              <p:blipFill>
                <a:blip r:embed="rId11"/>
                <a:stretch>
                  <a:fillRect/>
                </a:stretch>
              </p:blipFill>
              <p:spPr>
                <a:xfrm>
                  <a:off x="10055000" y="5287240"/>
                  <a:ext cx="160200" cy="155880"/>
                </a:xfrm>
                <a:prstGeom prst="rect">
                  <a:avLst/>
                </a:prstGeom>
              </p:spPr>
            </p:pic>
          </mc:Fallback>
        </mc:AlternateContent>
      </p:grpSp>
      <p:sp>
        <p:nvSpPr>
          <p:cNvPr id="2" name="Slide Number Placeholder 1">
            <a:extLst>
              <a:ext uri="{FF2B5EF4-FFF2-40B4-BE49-F238E27FC236}">
                <a16:creationId xmlns:a16="http://schemas.microsoft.com/office/drawing/2014/main" id="{9B787587-7B25-00EA-2257-E7B64B0217B7}"/>
              </a:ext>
            </a:extLst>
          </p:cNvPr>
          <p:cNvSpPr>
            <a:spLocks noGrp="1"/>
          </p:cNvSpPr>
          <p:nvPr>
            <p:ph type="sldNum" sz="quarter" idx="12"/>
          </p:nvPr>
        </p:nvSpPr>
        <p:spPr/>
        <p:txBody>
          <a:bodyPr/>
          <a:lstStyle/>
          <a:p>
            <a:fld id="{000E18F7-2402-4720-BFF4-341E476333D4}" type="slidenum">
              <a:rPr lang="en-IN" smtClean="0"/>
              <a:t>46</a:t>
            </a:fld>
            <a:endParaRPr lang="en-IN"/>
          </a:p>
        </p:txBody>
      </p:sp>
    </p:spTree>
    <p:extLst>
      <p:ext uri="{BB962C8B-B14F-4D97-AF65-F5344CB8AC3E}">
        <p14:creationId xmlns:p14="http://schemas.microsoft.com/office/powerpoint/2010/main" val="6425374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FC676E4-C736-8D50-4F20-0C446E4A15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63449" y="0"/>
            <a:ext cx="9465101" cy="6858000"/>
          </a:xfrm>
          <a:prstGeom prst="rect">
            <a:avLst/>
          </a:prstGeom>
        </p:spPr>
      </p:pic>
      <p:sp>
        <p:nvSpPr>
          <p:cNvPr id="7" name="TextBox 6">
            <a:extLst>
              <a:ext uri="{FF2B5EF4-FFF2-40B4-BE49-F238E27FC236}">
                <a16:creationId xmlns:a16="http://schemas.microsoft.com/office/drawing/2014/main" id="{726ED3E6-8D59-4E73-2CCC-1B85F6AA9D9A}"/>
              </a:ext>
            </a:extLst>
          </p:cNvPr>
          <p:cNvSpPr txBox="1"/>
          <p:nvPr/>
        </p:nvSpPr>
        <p:spPr>
          <a:xfrm>
            <a:off x="6096000" y="0"/>
            <a:ext cx="4827894" cy="830997"/>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9" name="Picture 8">
            <a:extLst>
              <a:ext uri="{FF2B5EF4-FFF2-40B4-BE49-F238E27FC236}">
                <a16:creationId xmlns:a16="http://schemas.microsoft.com/office/drawing/2014/main" id="{7FA957ED-1D87-3167-A341-C4981D6632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50040" y="2618996"/>
            <a:ext cx="3542228" cy="2562604"/>
          </a:xfrm>
          <a:prstGeom prst="rect">
            <a:avLst/>
          </a:prstGeom>
        </p:spPr>
      </p:pic>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EDB578E1-D81C-004B-AF02-8398EDCD5914}"/>
                  </a:ext>
                </a:extLst>
              </p14:cNvPr>
              <p14:cNvContentPartPr/>
              <p14:nvPr/>
            </p14:nvContentPartPr>
            <p14:xfrm>
              <a:off x="10631720" y="3777040"/>
              <a:ext cx="378720" cy="287640"/>
            </p14:xfrm>
          </p:contentPart>
        </mc:Choice>
        <mc:Fallback xmlns="">
          <p:pic>
            <p:nvPicPr>
              <p:cNvPr id="10" name="Ink 9">
                <a:extLst>
                  <a:ext uri="{FF2B5EF4-FFF2-40B4-BE49-F238E27FC236}">
                    <a16:creationId xmlns:a16="http://schemas.microsoft.com/office/drawing/2014/main" id="{EDB578E1-D81C-004B-AF02-8398EDCD5914}"/>
                  </a:ext>
                </a:extLst>
              </p:cNvPr>
              <p:cNvPicPr/>
              <p:nvPr/>
            </p:nvPicPr>
            <p:blipFill>
              <a:blip r:embed="rId5"/>
              <a:stretch>
                <a:fillRect/>
              </a:stretch>
            </p:blipFill>
            <p:spPr>
              <a:xfrm>
                <a:off x="10625600" y="3770920"/>
                <a:ext cx="390960" cy="299880"/>
              </a:xfrm>
              <a:prstGeom prst="rect">
                <a:avLst/>
              </a:prstGeom>
            </p:spPr>
          </p:pic>
        </mc:Fallback>
      </mc:AlternateContent>
      <p:grpSp>
        <p:nvGrpSpPr>
          <p:cNvPr id="14" name="Group 13">
            <a:extLst>
              <a:ext uri="{FF2B5EF4-FFF2-40B4-BE49-F238E27FC236}">
                <a16:creationId xmlns:a16="http://schemas.microsoft.com/office/drawing/2014/main" id="{88424194-25EC-2692-043D-0575B7018459}"/>
              </a:ext>
            </a:extLst>
          </p:cNvPr>
          <p:cNvGrpSpPr/>
          <p:nvPr/>
        </p:nvGrpSpPr>
        <p:grpSpPr>
          <a:xfrm>
            <a:off x="7679720" y="3950920"/>
            <a:ext cx="4107600" cy="2695680"/>
            <a:chOff x="7679720" y="3950920"/>
            <a:chExt cx="4107600" cy="2695680"/>
          </a:xfrm>
        </p:grpSpPr>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BC2B5491-C4B4-E0FD-D9F9-F21F023D9E49}"/>
                    </a:ext>
                  </a:extLst>
                </p14:cNvPr>
                <p14:cNvContentPartPr/>
                <p14:nvPr/>
              </p14:nvContentPartPr>
              <p14:xfrm>
                <a:off x="7679720" y="4013200"/>
                <a:ext cx="4107600" cy="2633400"/>
              </p14:xfrm>
            </p:contentPart>
          </mc:Choice>
          <mc:Fallback xmlns="">
            <p:pic>
              <p:nvPicPr>
                <p:cNvPr id="11" name="Ink 10">
                  <a:extLst>
                    <a:ext uri="{FF2B5EF4-FFF2-40B4-BE49-F238E27FC236}">
                      <a16:creationId xmlns:a16="http://schemas.microsoft.com/office/drawing/2014/main" id="{BC2B5491-C4B4-E0FD-D9F9-F21F023D9E49}"/>
                    </a:ext>
                  </a:extLst>
                </p:cNvPr>
                <p:cNvPicPr/>
                <p:nvPr/>
              </p:nvPicPr>
              <p:blipFill>
                <a:blip r:embed="rId7"/>
                <a:stretch>
                  <a:fillRect/>
                </a:stretch>
              </p:blipFill>
              <p:spPr>
                <a:xfrm>
                  <a:off x="7673600" y="4007080"/>
                  <a:ext cx="4119840" cy="26456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2" name="Ink 11">
                  <a:extLst>
                    <a:ext uri="{FF2B5EF4-FFF2-40B4-BE49-F238E27FC236}">
                      <a16:creationId xmlns:a16="http://schemas.microsoft.com/office/drawing/2014/main" id="{57ACA5AB-617E-3AC0-0F1D-BEDD12DCE888}"/>
                    </a:ext>
                  </a:extLst>
                </p14:cNvPr>
                <p14:cNvContentPartPr/>
                <p14:nvPr/>
              </p14:nvContentPartPr>
              <p14:xfrm>
                <a:off x="11064080" y="4023280"/>
                <a:ext cx="14760" cy="127800"/>
              </p14:xfrm>
            </p:contentPart>
          </mc:Choice>
          <mc:Fallback xmlns="">
            <p:pic>
              <p:nvPicPr>
                <p:cNvPr id="12" name="Ink 11">
                  <a:extLst>
                    <a:ext uri="{FF2B5EF4-FFF2-40B4-BE49-F238E27FC236}">
                      <a16:creationId xmlns:a16="http://schemas.microsoft.com/office/drawing/2014/main" id="{57ACA5AB-617E-3AC0-0F1D-BEDD12DCE888}"/>
                    </a:ext>
                  </a:extLst>
                </p:cNvPr>
                <p:cNvPicPr/>
                <p:nvPr/>
              </p:nvPicPr>
              <p:blipFill>
                <a:blip r:embed="rId9"/>
                <a:stretch>
                  <a:fillRect/>
                </a:stretch>
              </p:blipFill>
              <p:spPr>
                <a:xfrm>
                  <a:off x="11057960" y="4017160"/>
                  <a:ext cx="27000" cy="1400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3" name="Ink 12">
                  <a:extLst>
                    <a:ext uri="{FF2B5EF4-FFF2-40B4-BE49-F238E27FC236}">
                      <a16:creationId xmlns:a16="http://schemas.microsoft.com/office/drawing/2014/main" id="{1A35B4FC-DAF9-69DB-68AE-6BBF69050C04}"/>
                    </a:ext>
                  </a:extLst>
                </p14:cNvPr>
                <p14:cNvContentPartPr/>
                <p14:nvPr/>
              </p14:nvContentPartPr>
              <p14:xfrm>
                <a:off x="11084240" y="3950920"/>
                <a:ext cx="216360" cy="72720"/>
              </p14:xfrm>
            </p:contentPart>
          </mc:Choice>
          <mc:Fallback xmlns="">
            <p:pic>
              <p:nvPicPr>
                <p:cNvPr id="13" name="Ink 12">
                  <a:extLst>
                    <a:ext uri="{FF2B5EF4-FFF2-40B4-BE49-F238E27FC236}">
                      <a16:creationId xmlns:a16="http://schemas.microsoft.com/office/drawing/2014/main" id="{1A35B4FC-DAF9-69DB-68AE-6BBF69050C04}"/>
                    </a:ext>
                  </a:extLst>
                </p:cNvPr>
                <p:cNvPicPr/>
                <p:nvPr/>
              </p:nvPicPr>
              <p:blipFill>
                <a:blip r:embed="rId11"/>
                <a:stretch>
                  <a:fillRect/>
                </a:stretch>
              </p:blipFill>
              <p:spPr>
                <a:xfrm>
                  <a:off x="11078120" y="3944800"/>
                  <a:ext cx="228600" cy="84960"/>
                </a:xfrm>
                <a:prstGeom prst="rect">
                  <a:avLst/>
                </a:prstGeom>
              </p:spPr>
            </p:pic>
          </mc:Fallback>
        </mc:AlternateContent>
      </p:grpSp>
      <p:sp>
        <p:nvSpPr>
          <p:cNvPr id="2" name="Slide Number Placeholder 1">
            <a:extLst>
              <a:ext uri="{FF2B5EF4-FFF2-40B4-BE49-F238E27FC236}">
                <a16:creationId xmlns:a16="http://schemas.microsoft.com/office/drawing/2014/main" id="{7FFA3BF6-F08E-F72C-6B04-EDEB680ADA9A}"/>
              </a:ext>
            </a:extLst>
          </p:cNvPr>
          <p:cNvSpPr>
            <a:spLocks noGrp="1"/>
          </p:cNvSpPr>
          <p:nvPr>
            <p:ph type="sldNum" sz="quarter" idx="12"/>
          </p:nvPr>
        </p:nvSpPr>
        <p:spPr/>
        <p:txBody>
          <a:bodyPr/>
          <a:lstStyle/>
          <a:p>
            <a:fld id="{000E18F7-2402-4720-BFF4-341E476333D4}" type="slidenum">
              <a:rPr lang="en-IN" smtClean="0"/>
              <a:t>47</a:t>
            </a:fld>
            <a:endParaRPr lang="en-IN"/>
          </a:p>
        </p:txBody>
      </p:sp>
    </p:spTree>
    <p:extLst>
      <p:ext uri="{BB962C8B-B14F-4D97-AF65-F5344CB8AC3E}">
        <p14:creationId xmlns:p14="http://schemas.microsoft.com/office/powerpoint/2010/main" val="32247697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17E3ADE-7E05-95E7-F60A-9EDCD017FD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15624" y="0"/>
            <a:ext cx="9560751" cy="6858000"/>
          </a:xfrm>
          <a:prstGeom prst="rect">
            <a:avLst/>
          </a:prstGeom>
        </p:spPr>
      </p:pic>
      <p:sp>
        <p:nvSpPr>
          <p:cNvPr id="5" name="TextBox 4">
            <a:extLst>
              <a:ext uri="{FF2B5EF4-FFF2-40B4-BE49-F238E27FC236}">
                <a16:creationId xmlns:a16="http://schemas.microsoft.com/office/drawing/2014/main" id="{B946EC7F-6AEC-DB06-0371-C42FA7E163BD}"/>
              </a:ext>
            </a:extLst>
          </p:cNvPr>
          <p:cNvSpPr txBox="1"/>
          <p:nvPr/>
        </p:nvSpPr>
        <p:spPr>
          <a:xfrm>
            <a:off x="6096000" y="0"/>
            <a:ext cx="4827894" cy="830997"/>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p:pic>
        <p:nvPicPr>
          <p:cNvPr id="7" name="Picture 6">
            <a:extLst>
              <a:ext uri="{FF2B5EF4-FFF2-40B4-BE49-F238E27FC236}">
                <a16:creationId xmlns:a16="http://schemas.microsoft.com/office/drawing/2014/main" id="{577EEA82-4C49-D843-CA43-06BAD76892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69680" y="2666132"/>
            <a:ext cx="3322588" cy="2403707"/>
          </a:xfrm>
          <a:prstGeom prst="rect">
            <a:avLst/>
          </a:prstGeom>
        </p:spPr>
      </p:pic>
      <mc:AlternateContent xmlns:mc="http://schemas.openxmlformats.org/markup-compatibility/2006" xmlns:p14="http://schemas.microsoft.com/office/powerpoint/2010/main">
        <mc:Choice Requires="p14">
          <p:contentPart p14:bwMode="auto" r:id="rId4">
            <p14:nvContentPartPr>
              <p14:cNvPr id="9" name="Ink 8">
                <a:extLst>
                  <a:ext uri="{FF2B5EF4-FFF2-40B4-BE49-F238E27FC236}">
                    <a16:creationId xmlns:a16="http://schemas.microsoft.com/office/drawing/2014/main" id="{F11060D9-1CFB-C59F-ECA5-87C26BD27925}"/>
                  </a:ext>
                </a:extLst>
              </p14:cNvPr>
              <p14:cNvContentPartPr/>
              <p14:nvPr/>
            </p14:nvContentPartPr>
            <p14:xfrm>
              <a:off x="10684280" y="3993400"/>
              <a:ext cx="493920" cy="294480"/>
            </p14:xfrm>
          </p:contentPart>
        </mc:Choice>
        <mc:Fallback xmlns="">
          <p:pic>
            <p:nvPicPr>
              <p:cNvPr id="9" name="Ink 8">
                <a:extLst>
                  <a:ext uri="{FF2B5EF4-FFF2-40B4-BE49-F238E27FC236}">
                    <a16:creationId xmlns:a16="http://schemas.microsoft.com/office/drawing/2014/main" id="{F11060D9-1CFB-C59F-ECA5-87C26BD27925}"/>
                  </a:ext>
                </a:extLst>
              </p:cNvPr>
              <p:cNvPicPr/>
              <p:nvPr/>
            </p:nvPicPr>
            <p:blipFill>
              <a:blip r:embed="rId5"/>
              <a:stretch>
                <a:fillRect/>
              </a:stretch>
            </p:blipFill>
            <p:spPr>
              <a:xfrm>
                <a:off x="10678160" y="3987280"/>
                <a:ext cx="506160" cy="3067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0" name="Ink 9">
                <a:extLst>
                  <a:ext uri="{FF2B5EF4-FFF2-40B4-BE49-F238E27FC236}">
                    <a16:creationId xmlns:a16="http://schemas.microsoft.com/office/drawing/2014/main" id="{261EDD4F-CD13-0326-7672-DFA738E0C7CC}"/>
                  </a:ext>
                </a:extLst>
              </p14:cNvPr>
              <p14:cNvContentPartPr/>
              <p14:nvPr/>
            </p14:nvContentPartPr>
            <p14:xfrm>
              <a:off x="8840360" y="4174480"/>
              <a:ext cx="2966760" cy="2068920"/>
            </p14:xfrm>
          </p:contentPart>
        </mc:Choice>
        <mc:Fallback xmlns="">
          <p:pic>
            <p:nvPicPr>
              <p:cNvPr id="10" name="Ink 9">
                <a:extLst>
                  <a:ext uri="{FF2B5EF4-FFF2-40B4-BE49-F238E27FC236}">
                    <a16:creationId xmlns:a16="http://schemas.microsoft.com/office/drawing/2014/main" id="{261EDD4F-CD13-0326-7672-DFA738E0C7CC}"/>
                  </a:ext>
                </a:extLst>
              </p:cNvPr>
              <p:cNvPicPr/>
              <p:nvPr/>
            </p:nvPicPr>
            <p:blipFill>
              <a:blip r:embed="rId7"/>
              <a:stretch>
                <a:fillRect/>
              </a:stretch>
            </p:blipFill>
            <p:spPr>
              <a:xfrm>
                <a:off x="8834240" y="4168360"/>
                <a:ext cx="2979000" cy="2081160"/>
              </a:xfrm>
              <a:prstGeom prst="rect">
                <a:avLst/>
              </a:prstGeom>
            </p:spPr>
          </p:pic>
        </mc:Fallback>
      </mc:AlternateContent>
      <p:grpSp>
        <p:nvGrpSpPr>
          <p:cNvPr id="13" name="Group 12">
            <a:extLst>
              <a:ext uri="{FF2B5EF4-FFF2-40B4-BE49-F238E27FC236}">
                <a16:creationId xmlns:a16="http://schemas.microsoft.com/office/drawing/2014/main" id="{EB783040-76E5-B0E5-936C-51715D3EB4FC}"/>
              </a:ext>
            </a:extLst>
          </p:cNvPr>
          <p:cNvGrpSpPr/>
          <p:nvPr/>
        </p:nvGrpSpPr>
        <p:grpSpPr>
          <a:xfrm>
            <a:off x="11288000" y="4116520"/>
            <a:ext cx="214560" cy="188280"/>
            <a:chOff x="11288000" y="4116520"/>
            <a:chExt cx="214560" cy="188280"/>
          </a:xfrm>
        </p:grpSpPr>
        <mc:AlternateContent xmlns:mc="http://schemas.openxmlformats.org/markup-compatibility/2006" xmlns:p14="http://schemas.microsoft.com/office/powerpoint/2010/main">
          <mc:Choice Requires="p14">
            <p:contentPart p14:bwMode="auto" r:id="rId8">
              <p14:nvContentPartPr>
                <p14:cNvPr id="11" name="Ink 10">
                  <a:extLst>
                    <a:ext uri="{FF2B5EF4-FFF2-40B4-BE49-F238E27FC236}">
                      <a16:creationId xmlns:a16="http://schemas.microsoft.com/office/drawing/2014/main" id="{45A8CB5A-6411-CF74-461A-52F69BD1504C}"/>
                    </a:ext>
                  </a:extLst>
                </p14:cNvPr>
                <p14:cNvContentPartPr/>
                <p14:nvPr/>
              </p14:nvContentPartPr>
              <p14:xfrm>
                <a:off x="11288000" y="4185640"/>
                <a:ext cx="73080" cy="119160"/>
              </p14:xfrm>
            </p:contentPart>
          </mc:Choice>
          <mc:Fallback xmlns="">
            <p:pic>
              <p:nvPicPr>
                <p:cNvPr id="11" name="Ink 10">
                  <a:extLst>
                    <a:ext uri="{FF2B5EF4-FFF2-40B4-BE49-F238E27FC236}">
                      <a16:creationId xmlns:a16="http://schemas.microsoft.com/office/drawing/2014/main" id="{45A8CB5A-6411-CF74-461A-52F69BD1504C}"/>
                    </a:ext>
                  </a:extLst>
                </p:cNvPr>
                <p:cNvPicPr/>
                <p:nvPr/>
              </p:nvPicPr>
              <p:blipFill>
                <a:blip r:embed="rId9"/>
                <a:stretch>
                  <a:fillRect/>
                </a:stretch>
              </p:blipFill>
              <p:spPr>
                <a:xfrm>
                  <a:off x="11281520" y="4179520"/>
                  <a:ext cx="85320" cy="131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2" name="Ink 11">
                  <a:extLst>
                    <a:ext uri="{FF2B5EF4-FFF2-40B4-BE49-F238E27FC236}">
                      <a16:creationId xmlns:a16="http://schemas.microsoft.com/office/drawing/2014/main" id="{4B78441A-8C95-791E-8B0F-84B62D6AC4B5}"/>
                    </a:ext>
                  </a:extLst>
                </p14:cNvPr>
                <p14:cNvContentPartPr/>
                <p14:nvPr/>
              </p14:nvContentPartPr>
              <p14:xfrm>
                <a:off x="11308160" y="4116520"/>
                <a:ext cx="194400" cy="49320"/>
              </p14:xfrm>
            </p:contentPart>
          </mc:Choice>
          <mc:Fallback xmlns="">
            <p:pic>
              <p:nvPicPr>
                <p:cNvPr id="12" name="Ink 11">
                  <a:extLst>
                    <a:ext uri="{FF2B5EF4-FFF2-40B4-BE49-F238E27FC236}">
                      <a16:creationId xmlns:a16="http://schemas.microsoft.com/office/drawing/2014/main" id="{4B78441A-8C95-791E-8B0F-84B62D6AC4B5}"/>
                    </a:ext>
                  </a:extLst>
                </p:cNvPr>
                <p:cNvPicPr/>
                <p:nvPr/>
              </p:nvPicPr>
              <p:blipFill>
                <a:blip r:embed="rId11"/>
                <a:stretch>
                  <a:fillRect/>
                </a:stretch>
              </p:blipFill>
              <p:spPr>
                <a:xfrm>
                  <a:off x="11302040" y="4110400"/>
                  <a:ext cx="206640" cy="61560"/>
                </a:xfrm>
                <a:prstGeom prst="rect">
                  <a:avLst/>
                </a:prstGeom>
              </p:spPr>
            </p:pic>
          </mc:Fallback>
        </mc:AlternateContent>
      </p:grpSp>
      <p:sp>
        <p:nvSpPr>
          <p:cNvPr id="2" name="Slide Number Placeholder 1">
            <a:extLst>
              <a:ext uri="{FF2B5EF4-FFF2-40B4-BE49-F238E27FC236}">
                <a16:creationId xmlns:a16="http://schemas.microsoft.com/office/drawing/2014/main" id="{512F74B1-B2E1-DFA5-9A37-1B4F8A369449}"/>
              </a:ext>
            </a:extLst>
          </p:cNvPr>
          <p:cNvSpPr>
            <a:spLocks noGrp="1"/>
          </p:cNvSpPr>
          <p:nvPr>
            <p:ph type="sldNum" sz="quarter" idx="12"/>
          </p:nvPr>
        </p:nvSpPr>
        <p:spPr/>
        <p:txBody>
          <a:bodyPr/>
          <a:lstStyle/>
          <a:p>
            <a:fld id="{000E18F7-2402-4720-BFF4-341E476333D4}" type="slidenum">
              <a:rPr lang="en-IN" smtClean="0"/>
              <a:t>48</a:t>
            </a:fld>
            <a:endParaRPr lang="en-IN"/>
          </a:p>
        </p:txBody>
      </p:sp>
    </p:spTree>
    <p:extLst>
      <p:ext uri="{BB962C8B-B14F-4D97-AF65-F5344CB8AC3E}">
        <p14:creationId xmlns:p14="http://schemas.microsoft.com/office/powerpoint/2010/main" val="8790251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4A1FFC-56FC-5129-DA78-C379EABDA3BC}"/>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13BD4DE8-60CA-EB89-5793-573F484FAE5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56171" y="0"/>
            <a:ext cx="9479657" cy="6858000"/>
          </a:xfrm>
          <a:prstGeom prst="rect">
            <a:avLst/>
          </a:prstGeom>
        </p:spPr>
      </p:pic>
      <p:sp>
        <p:nvSpPr>
          <p:cNvPr id="9" name="TextBox 8">
            <a:extLst>
              <a:ext uri="{FF2B5EF4-FFF2-40B4-BE49-F238E27FC236}">
                <a16:creationId xmlns:a16="http://schemas.microsoft.com/office/drawing/2014/main" id="{C9498BF0-EDDB-6B3F-5929-876A8C162054}"/>
              </a:ext>
            </a:extLst>
          </p:cNvPr>
          <p:cNvSpPr txBox="1"/>
          <p:nvPr/>
        </p:nvSpPr>
        <p:spPr>
          <a:xfrm>
            <a:off x="1447767" y="0"/>
            <a:ext cx="3235994" cy="1200329"/>
          </a:xfrm>
          <a:prstGeom prst="rect">
            <a:avLst/>
          </a:prstGeom>
          <a:noFill/>
        </p:spPr>
        <p:txBody>
          <a:bodyPr wrap="square">
            <a:spAutoFit/>
          </a:bodyPr>
          <a:lstStyle/>
          <a:p>
            <a:pPr algn="ctr"/>
            <a:r>
              <a:rPr lang="en-IN" sz="2400" b="1" u="none" strike="noStrike" dirty="0">
                <a:solidFill>
                  <a:schemeClr val="accent1">
                    <a:lumMod val="75000"/>
                  </a:schemeClr>
                </a:solidFill>
                <a:effectLst/>
                <a:latin typeface="Google Sans"/>
              </a:rPr>
              <a:t>Traveling Salesperson Problem (TSP)</a:t>
            </a:r>
            <a:r>
              <a:rPr lang="en-IN" sz="2400" dirty="0">
                <a:solidFill>
                  <a:schemeClr val="accent1">
                    <a:lumMod val="75000"/>
                  </a:schemeClr>
                </a:solidFill>
              </a:rPr>
              <a:t> using the </a:t>
            </a:r>
            <a:r>
              <a:rPr lang="en-IN" sz="2400" b="1" u="none" strike="noStrike" dirty="0">
                <a:solidFill>
                  <a:schemeClr val="accent1">
                    <a:lumMod val="75000"/>
                  </a:schemeClr>
                </a:solidFill>
                <a:effectLst/>
                <a:latin typeface="Google Sans"/>
              </a:rPr>
              <a:t>Branch and Bound (BB)</a:t>
            </a:r>
            <a:endParaRPr lang="en-IN" sz="2400" dirty="0">
              <a:solidFill>
                <a:schemeClr val="accent1">
                  <a:lumMod val="75000"/>
                </a:schemeClr>
              </a:solidFill>
            </a:endParaRPr>
          </a:p>
        </p:txBody>
      </p:sp>
      <mc:AlternateContent xmlns:mc="http://schemas.openxmlformats.org/markup-compatibility/2006" xmlns:p14="http://schemas.microsoft.com/office/powerpoint/2010/main">
        <mc:Choice Requires="p14">
          <p:contentPart p14:bwMode="auto" r:id="rId3">
            <p14:nvContentPartPr>
              <p14:cNvPr id="17" name="Ink 16">
                <a:extLst>
                  <a:ext uri="{FF2B5EF4-FFF2-40B4-BE49-F238E27FC236}">
                    <a16:creationId xmlns:a16="http://schemas.microsoft.com/office/drawing/2014/main" id="{400553E6-6494-E149-6A9E-8798B3178F36}"/>
                  </a:ext>
                </a:extLst>
              </p14:cNvPr>
              <p14:cNvContentPartPr/>
              <p14:nvPr/>
            </p14:nvContentPartPr>
            <p14:xfrm>
              <a:off x="3454400" y="5262800"/>
              <a:ext cx="360" cy="434520"/>
            </p14:xfrm>
          </p:contentPart>
        </mc:Choice>
        <mc:Fallback xmlns="">
          <p:pic>
            <p:nvPicPr>
              <p:cNvPr id="17" name="Ink 16">
                <a:extLst>
                  <a:ext uri="{FF2B5EF4-FFF2-40B4-BE49-F238E27FC236}">
                    <a16:creationId xmlns:a16="http://schemas.microsoft.com/office/drawing/2014/main" id="{400553E6-6494-E149-6A9E-8798B3178F36}"/>
                  </a:ext>
                </a:extLst>
              </p:cNvPr>
              <p:cNvPicPr/>
              <p:nvPr/>
            </p:nvPicPr>
            <p:blipFill>
              <a:blip r:embed="rId4"/>
              <a:stretch>
                <a:fillRect/>
              </a:stretch>
            </p:blipFill>
            <p:spPr>
              <a:xfrm>
                <a:off x="3447920" y="5256680"/>
                <a:ext cx="12600" cy="4467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9" name="Ink 18">
                <a:extLst>
                  <a:ext uri="{FF2B5EF4-FFF2-40B4-BE49-F238E27FC236}">
                    <a16:creationId xmlns:a16="http://schemas.microsoft.com/office/drawing/2014/main" id="{AF69CBE7-7A16-BA93-7120-13A9E1E4C574}"/>
                  </a:ext>
                </a:extLst>
              </p14:cNvPr>
              <p14:cNvContentPartPr/>
              <p14:nvPr/>
            </p14:nvContentPartPr>
            <p14:xfrm>
              <a:off x="3425600" y="5048960"/>
              <a:ext cx="6062760" cy="621000"/>
            </p14:xfrm>
          </p:contentPart>
        </mc:Choice>
        <mc:Fallback xmlns="">
          <p:pic>
            <p:nvPicPr>
              <p:cNvPr id="19" name="Ink 18">
                <a:extLst>
                  <a:ext uri="{FF2B5EF4-FFF2-40B4-BE49-F238E27FC236}">
                    <a16:creationId xmlns:a16="http://schemas.microsoft.com/office/drawing/2014/main" id="{AF69CBE7-7A16-BA93-7120-13A9E1E4C574}"/>
                  </a:ext>
                </a:extLst>
              </p:cNvPr>
              <p:cNvPicPr/>
              <p:nvPr/>
            </p:nvPicPr>
            <p:blipFill>
              <a:blip r:embed="rId6"/>
              <a:stretch>
                <a:fillRect/>
              </a:stretch>
            </p:blipFill>
            <p:spPr>
              <a:xfrm>
                <a:off x="3419480" y="5042840"/>
                <a:ext cx="6075000" cy="633240"/>
              </a:xfrm>
              <a:prstGeom prst="rect">
                <a:avLst/>
              </a:prstGeom>
            </p:spPr>
          </p:pic>
        </mc:Fallback>
      </mc:AlternateContent>
      <p:sp>
        <p:nvSpPr>
          <p:cNvPr id="2" name="Slide Number Placeholder 1">
            <a:extLst>
              <a:ext uri="{FF2B5EF4-FFF2-40B4-BE49-F238E27FC236}">
                <a16:creationId xmlns:a16="http://schemas.microsoft.com/office/drawing/2014/main" id="{FD0126D8-1134-3F53-3619-D91A53A2DD2A}"/>
              </a:ext>
            </a:extLst>
          </p:cNvPr>
          <p:cNvSpPr>
            <a:spLocks noGrp="1"/>
          </p:cNvSpPr>
          <p:nvPr>
            <p:ph type="sldNum" sz="quarter" idx="12"/>
          </p:nvPr>
        </p:nvSpPr>
        <p:spPr/>
        <p:txBody>
          <a:bodyPr/>
          <a:lstStyle/>
          <a:p>
            <a:fld id="{000E18F7-2402-4720-BFF4-341E476333D4}" type="slidenum">
              <a:rPr lang="en-IN" smtClean="0"/>
              <a:t>49</a:t>
            </a:fld>
            <a:endParaRPr lang="en-IN"/>
          </a:p>
        </p:txBody>
      </p:sp>
    </p:spTree>
    <p:extLst>
      <p:ext uri="{BB962C8B-B14F-4D97-AF65-F5344CB8AC3E}">
        <p14:creationId xmlns:p14="http://schemas.microsoft.com/office/powerpoint/2010/main" val="17673925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2564E94-4F9C-7770-18F7-4888477832F4}"/>
              </a:ext>
            </a:extLst>
          </p:cNvPr>
          <p:cNvSpPr txBox="1"/>
          <p:nvPr/>
        </p:nvSpPr>
        <p:spPr>
          <a:xfrm>
            <a:off x="772160" y="117604"/>
            <a:ext cx="6096000" cy="584775"/>
          </a:xfrm>
          <a:prstGeom prst="rect">
            <a:avLst/>
          </a:prstGeom>
          <a:noFill/>
        </p:spPr>
        <p:txBody>
          <a:bodyPr wrap="square">
            <a:spAutoFit/>
          </a:bodyPr>
          <a:lstStyle/>
          <a:p>
            <a:r>
              <a:rPr lang="en-IN" sz="3200" b="1" dirty="0"/>
              <a:t>Lower Bound Theory</a:t>
            </a:r>
          </a:p>
        </p:txBody>
      </p:sp>
      <p:sp>
        <p:nvSpPr>
          <p:cNvPr id="6" name="TextBox 5">
            <a:extLst>
              <a:ext uri="{FF2B5EF4-FFF2-40B4-BE49-F238E27FC236}">
                <a16:creationId xmlns:a16="http://schemas.microsoft.com/office/drawing/2014/main" id="{1629A36B-942C-0CEC-980D-8C2FB99CE8AB}"/>
              </a:ext>
            </a:extLst>
          </p:cNvPr>
          <p:cNvSpPr txBox="1"/>
          <p:nvPr/>
        </p:nvSpPr>
        <p:spPr>
          <a:xfrm>
            <a:off x="1107440" y="640824"/>
            <a:ext cx="10200640" cy="5767284"/>
          </a:xfrm>
          <a:prstGeom prst="rect">
            <a:avLst/>
          </a:prstGeom>
          <a:noFill/>
        </p:spPr>
        <p:txBody>
          <a:bodyPr wrap="square">
            <a:spAutoFit/>
          </a:bodyPr>
          <a:lstStyle/>
          <a:p>
            <a:pPr algn="just">
              <a:lnSpc>
                <a:spcPct val="150000"/>
              </a:lnSpc>
            </a:pPr>
            <a:r>
              <a:rPr lang="en-IN" sz="2000" b="0" i="0" dirty="0">
                <a:solidFill>
                  <a:srgbClr val="1F1F1F"/>
                </a:solidFill>
                <a:effectLst/>
                <a:latin typeface="Arial" panose="020B0604020202020204" pitchFamily="34" charset="0"/>
              </a:rPr>
              <a:t>Lower Bound Theory Concept is based upon the calculation of minimum time that is required to execute an algorithm is known as a lower bound theory or Base Bound Theory. </a:t>
            </a:r>
          </a:p>
          <a:p>
            <a:pPr algn="just">
              <a:lnSpc>
                <a:spcPct val="150000"/>
              </a:lnSpc>
            </a:pPr>
            <a:endParaRPr lang="en-IN" sz="1200" dirty="0">
              <a:solidFill>
                <a:srgbClr val="1F1F1F"/>
              </a:solidFill>
              <a:latin typeface="Arial" panose="020B0604020202020204" pitchFamily="34" charset="0"/>
            </a:endParaRPr>
          </a:p>
          <a:p>
            <a:pPr algn="just">
              <a:lnSpc>
                <a:spcPct val="150000"/>
              </a:lnSpc>
            </a:pPr>
            <a:r>
              <a:rPr lang="en-IN" sz="2000" b="0" i="0" dirty="0">
                <a:solidFill>
                  <a:srgbClr val="1F1F1F"/>
                </a:solidFill>
                <a:effectLst/>
                <a:latin typeface="Arial" panose="020B0604020202020204" pitchFamily="34" charset="0"/>
              </a:rPr>
              <a:t>According to the lower bound theory, for a lower bound L(n) of an algorithm, it is not possible to have any other algorithm (for a common problem) whose time complexity is less than L(n) for random input. Also, every algorithm must take at least L(n) time in the worst case. Note that L(n) here is the minimum of all the possible algorithms, of maximum complexity. </a:t>
            </a:r>
          </a:p>
          <a:p>
            <a:pPr algn="just">
              <a:lnSpc>
                <a:spcPct val="150000"/>
              </a:lnSpc>
            </a:pPr>
            <a:endParaRPr lang="en-IN" sz="1200" dirty="0">
              <a:solidFill>
                <a:srgbClr val="1F1F1F"/>
              </a:solidFill>
              <a:latin typeface="Arial" panose="020B0604020202020204" pitchFamily="34" charset="0"/>
            </a:endParaRPr>
          </a:p>
          <a:p>
            <a:pPr algn="just">
              <a:lnSpc>
                <a:spcPct val="150000"/>
              </a:lnSpc>
            </a:pPr>
            <a:r>
              <a:rPr lang="en-IN" sz="2000" b="0" i="0" dirty="0">
                <a:solidFill>
                  <a:srgbClr val="1F1F1F"/>
                </a:solidFill>
                <a:effectLst/>
                <a:latin typeface="Arial" panose="020B0604020202020204" pitchFamily="34" charset="0"/>
              </a:rPr>
              <a:t>The Lower Bound is very important for any algorithm. Once we calculated it, then we can compare it with the actual complexity of the algorithm and if their order is the same then we can declare our algorithm as optimal.</a:t>
            </a:r>
            <a:endParaRPr lang="en-IN" sz="2000" dirty="0"/>
          </a:p>
        </p:txBody>
      </p:sp>
      <p:sp>
        <p:nvSpPr>
          <p:cNvPr id="2" name="Slide Number Placeholder 1">
            <a:extLst>
              <a:ext uri="{FF2B5EF4-FFF2-40B4-BE49-F238E27FC236}">
                <a16:creationId xmlns:a16="http://schemas.microsoft.com/office/drawing/2014/main" id="{AD505519-EF3A-CD62-712A-057A1E478EA3}"/>
              </a:ext>
            </a:extLst>
          </p:cNvPr>
          <p:cNvSpPr>
            <a:spLocks noGrp="1"/>
          </p:cNvSpPr>
          <p:nvPr>
            <p:ph type="sldNum" sz="quarter" idx="12"/>
          </p:nvPr>
        </p:nvSpPr>
        <p:spPr/>
        <p:txBody>
          <a:bodyPr/>
          <a:lstStyle/>
          <a:p>
            <a:fld id="{000E18F7-2402-4720-BFF4-341E476333D4}" type="slidenum">
              <a:rPr lang="en-IN" smtClean="0"/>
              <a:t>50</a:t>
            </a:fld>
            <a:endParaRPr lang="en-IN"/>
          </a:p>
        </p:txBody>
      </p:sp>
    </p:spTree>
    <p:extLst>
      <p:ext uri="{BB962C8B-B14F-4D97-AF65-F5344CB8AC3E}">
        <p14:creationId xmlns:p14="http://schemas.microsoft.com/office/powerpoint/2010/main" val="6757400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815D29A-0389-FE89-D32B-D2649F2F9C20}"/>
              </a:ext>
            </a:extLst>
          </p:cNvPr>
          <p:cNvSpPr txBox="1"/>
          <p:nvPr/>
        </p:nvSpPr>
        <p:spPr>
          <a:xfrm>
            <a:off x="762000" y="332519"/>
            <a:ext cx="6096000" cy="584775"/>
          </a:xfrm>
          <a:prstGeom prst="rect">
            <a:avLst/>
          </a:prstGeom>
          <a:noFill/>
        </p:spPr>
        <p:txBody>
          <a:bodyPr wrap="square">
            <a:spAutoFit/>
          </a:bodyPr>
          <a:lstStyle/>
          <a:p>
            <a:r>
              <a:rPr lang="en-IN" sz="3200" b="1" dirty="0"/>
              <a:t>Lower Bound Theory</a:t>
            </a:r>
          </a:p>
        </p:txBody>
      </p:sp>
      <p:sp>
        <p:nvSpPr>
          <p:cNvPr id="7" name="TextBox 6">
            <a:extLst>
              <a:ext uri="{FF2B5EF4-FFF2-40B4-BE49-F238E27FC236}">
                <a16:creationId xmlns:a16="http://schemas.microsoft.com/office/drawing/2014/main" id="{485E2BEB-3352-339E-69F7-1796A5CAC54F}"/>
              </a:ext>
            </a:extLst>
          </p:cNvPr>
          <p:cNvSpPr txBox="1"/>
          <p:nvPr/>
        </p:nvSpPr>
        <p:spPr>
          <a:xfrm>
            <a:off x="1112520" y="1289802"/>
            <a:ext cx="9870440" cy="2112822"/>
          </a:xfrm>
          <a:prstGeom prst="rect">
            <a:avLst/>
          </a:prstGeom>
          <a:noFill/>
        </p:spPr>
        <p:txBody>
          <a:bodyPr wrap="square">
            <a:spAutoFit/>
          </a:bodyPr>
          <a:lstStyle/>
          <a:p>
            <a:pPr algn="just">
              <a:lnSpc>
                <a:spcPct val="150000"/>
              </a:lnSpc>
              <a:spcBef>
                <a:spcPts val="1800"/>
              </a:spcBef>
              <a:spcAft>
                <a:spcPts val="900"/>
              </a:spcAft>
              <a:buNone/>
            </a:pPr>
            <a:r>
              <a:rPr lang="en-IN" sz="2000" b="1" u="none" strike="noStrike" dirty="0">
                <a:effectLst/>
                <a:latin typeface="Arial" panose="020B0604020202020204" pitchFamily="34" charset="0"/>
                <a:cs typeface="Arial" panose="020B0604020202020204" pitchFamily="34" charset="0"/>
              </a:rPr>
              <a:t>Why Lower Bounds </a:t>
            </a:r>
            <a:r>
              <a:rPr lang="en-IN" sz="2000" b="1" dirty="0">
                <a:latin typeface="Arial" panose="020B0604020202020204" pitchFamily="34" charset="0"/>
                <a:cs typeface="Arial" panose="020B0604020202020204" pitchFamily="34" charset="0"/>
              </a:rPr>
              <a:t>is Important</a:t>
            </a:r>
            <a:endParaRPr lang="en-IN" sz="2000" b="1" u="none" strike="noStrike" dirty="0">
              <a:effectLst/>
              <a:latin typeface="Arial" panose="020B0604020202020204" pitchFamily="34" charset="0"/>
              <a:cs typeface="Arial" panose="020B0604020202020204" pitchFamily="34" charset="0"/>
            </a:endParaRPr>
          </a:p>
          <a:p>
            <a:pPr algn="just">
              <a:lnSpc>
                <a:spcPct val="150000"/>
              </a:lnSpc>
              <a:spcBef>
                <a:spcPts val="900"/>
              </a:spcBef>
              <a:spcAft>
                <a:spcPts val="900"/>
              </a:spcAft>
            </a:pPr>
            <a:r>
              <a:rPr lang="en-IN" sz="2000" b="0" u="none" strike="noStrike" dirty="0">
                <a:effectLst/>
                <a:latin typeface="Arial" panose="020B0604020202020204" pitchFamily="34" charset="0"/>
                <a:cs typeface="Arial" panose="020B0604020202020204" pitchFamily="34" charset="0"/>
              </a:rPr>
              <a:t>It sets a baseline. If you are looking for an optimal algorithm, the goal is to create one whose </a:t>
            </a:r>
            <a:r>
              <a:rPr lang="en-IN" sz="2000" b="1" u="none" strike="noStrike" dirty="0">
                <a:effectLst/>
                <a:latin typeface="Arial" panose="020B0604020202020204" pitchFamily="34" charset="0"/>
                <a:cs typeface="Arial" panose="020B0604020202020204" pitchFamily="34" charset="0"/>
              </a:rPr>
              <a:t>upper bound</a:t>
            </a:r>
            <a:r>
              <a:rPr lang="en-IN" sz="2000" b="0" u="none" strike="noStrike" dirty="0">
                <a:effectLst/>
                <a:latin typeface="Arial" panose="020B0604020202020204" pitchFamily="34" charset="0"/>
                <a:cs typeface="Arial" panose="020B0604020202020204" pitchFamily="34" charset="0"/>
              </a:rPr>
              <a:t> (worst-case time) matches the </a:t>
            </a:r>
            <a:r>
              <a:rPr lang="en-IN" sz="2000" b="1" u="none" strike="noStrike" dirty="0">
                <a:effectLst/>
                <a:latin typeface="Arial" panose="020B0604020202020204" pitchFamily="34" charset="0"/>
                <a:cs typeface="Arial" panose="020B0604020202020204" pitchFamily="34" charset="0"/>
              </a:rPr>
              <a:t>lower bound</a:t>
            </a:r>
            <a:r>
              <a:rPr lang="en-IN" sz="2000" b="0" u="none" strike="noStrike" dirty="0">
                <a:effectLst/>
                <a:latin typeface="Arial" panose="020B0604020202020204" pitchFamily="34" charset="0"/>
                <a:cs typeface="Arial" panose="020B0604020202020204" pitchFamily="34" charset="0"/>
              </a:rPr>
              <a:t>. An algorithm is deemed </a:t>
            </a:r>
            <a:r>
              <a:rPr lang="en-IN" sz="2000" b="0" i="1" u="none" strike="noStrike" dirty="0">
                <a:effectLst/>
                <a:latin typeface="Arial" panose="020B0604020202020204" pitchFamily="34" charset="0"/>
                <a:cs typeface="Arial" panose="020B0604020202020204" pitchFamily="34" charset="0"/>
              </a:rPr>
              <a:t>optimal</a:t>
            </a:r>
            <a:r>
              <a:rPr lang="en-IN" sz="2000" b="0" u="none" strike="noStrike" dirty="0">
                <a:effectLst/>
                <a:latin typeface="Arial" panose="020B0604020202020204" pitchFamily="34" charset="0"/>
                <a:cs typeface="Arial" panose="020B0604020202020204" pitchFamily="34" charset="0"/>
              </a:rPr>
              <a:t> if Upper Bound = Lower Bound. </a:t>
            </a:r>
          </a:p>
        </p:txBody>
      </p:sp>
      <p:sp>
        <p:nvSpPr>
          <p:cNvPr id="2" name="Slide Number Placeholder 1">
            <a:extLst>
              <a:ext uri="{FF2B5EF4-FFF2-40B4-BE49-F238E27FC236}">
                <a16:creationId xmlns:a16="http://schemas.microsoft.com/office/drawing/2014/main" id="{A4A21E0D-6C56-62FF-EB1A-A0DFDFB73B8D}"/>
              </a:ext>
            </a:extLst>
          </p:cNvPr>
          <p:cNvSpPr>
            <a:spLocks noGrp="1"/>
          </p:cNvSpPr>
          <p:nvPr>
            <p:ph type="sldNum" sz="quarter" idx="12"/>
          </p:nvPr>
        </p:nvSpPr>
        <p:spPr/>
        <p:txBody>
          <a:bodyPr/>
          <a:lstStyle/>
          <a:p>
            <a:fld id="{000E18F7-2402-4720-BFF4-341E476333D4}" type="slidenum">
              <a:rPr lang="en-IN" smtClean="0"/>
              <a:t>51</a:t>
            </a:fld>
            <a:endParaRPr lang="en-IN"/>
          </a:p>
        </p:txBody>
      </p:sp>
    </p:spTree>
    <p:extLst>
      <p:ext uri="{BB962C8B-B14F-4D97-AF65-F5344CB8AC3E}">
        <p14:creationId xmlns:p14="http://schemas.microsoft.com/office/powerpoint/2010/main" val="62033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008-2801-320B-F609-7DAA7C92429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E1EF4D5-23AF-3FE1-0C56-B7D714DAFA07}"/>
              </a:ext>
            </a:extLst>
          </p:cNvPr>
          <p:cNvSpPr txBox="1"/>
          <p:nvPr/>
        </p:nvSpPr>
        <p:spPr>
          <a:xfrm>
            <a:off x="746760" y="367075"/>
            <a:ext cx="10647680" cy="584775"/>
          </a:xfrm>
          <a:prstGeom prst="rect">
            <a:avLst/>
          </a:prstGeom>
          <a:noFill/>
        </p:spPr>
        <p:txBody>
          <a:bodyPr wrap="square">
            <a:spAutoFit/>
          </a:bodyPr>
          <a:lstStyle/>
          <a:p>
            <a:r>
              <a:rPr lang="en-IN" sz="3200" b="1" dirty="0"/>
              <a:t>Use of Lower Bound Theory in solving algebraic problem</a:t>
            </a:r>
          </a:p>
        </p:txBody>
      </p:sp>
      <p:sp>
        <p:nvSpPr>
          <p:cNvPr id="11" name="TextBox 10">
            <a:extLst>
              <a:ext uri="{FF2B5EF4-FFF2-40B4-BE49-F238E27FC236}">
                <a16:creationId xmlns:a16="http://schemas.microsoft.com/office/drawing/2014/main" id="{078ED4AB-3EBD-761C-7E88-68E56DD74592}"/>
              </a:ext>
            </a:extLst>
          </p:cNvPr>
          <p:cNvSpPr txBox="1"/>
          <p:nvPr/>
        </p:nvSpPr>
        <p:spPr>
          <a:xfrm>
            <a:off x="746760" y="1094460"/>
            <a:ext cx="10337800" cy="4248727"/>
          </a:xfrm>
          <a:prstGeom prst="rect">
            <a:avLst/>
          </a:prstGeom>
          <a:noFill/>
        </p:spPr>
        <p:txBody>
          <a:bodyPr wrap="square">
            <a:spAutoFit/>
          </a:bodyPr>
          <a:lstStyle/>
          <a:p>
            <a:pPr algn="just">
              <a:lnSpc>
                <a:spcPct val="150000"/>
              </a:lnSpc>
            </a:pPr>
            <a:r>
              <a:rPr lang="en-IN" sz="2000" b="1" i="0" dirty="0">
                <a:solidFill>
                  <a:srgbClr val="1F1F1F"/>
                </a:solidFill>
                <a:effectLst/>
                <a:latin typeface="Arial" panose="020B0604020202020204" pitchFamily="34" charset="0"/>
              </a:rPr>
              <a:t>Straight Line Program: </a:t>
            </a:r>
          </a:p>
          <a:p>
            <a:pPr algn="just">
              <a:lnSpc>
                <a:spcPct val="150000"/>
              </a:lnSpc>
            </a:pPr>
            <a:r>
              <a:rPr lang="en-IN" b="0" i="0" dirty="0">
                <a:solidFill>
                  <a:srgbClr val="1F1F1F"/>
                </a:solidFill>
                <a:effectLst/>
                <a:latin typeface="Arial" panose="020B0604020202020204" pitchFamily="34" charset="0"/>
              </a:rPr>
              <a:t>The type of program built without any loops or control structures is called the Straight Line Program. </a:t>
            </a:r>
          </a:p>
          <a:p>
            <a:pPr algn="just">
              <a:lnSpc>
                <a:spcPct val="150000"/>
              </a:lnSpc>
            </a:pPr>
            <a:endParaRPr lang="en-IN" sz="1200" b="0" i="0" dirty="0">
              <a:solidFill>
                <a:srgbClr val="1F1F1F"/>
              </a:solidFill>
              <a:effectLst/>
              <a:latin typeface="Arial" panose="020B0604020202020204" pitchFamily="34" charset="0"/>
            </a:endParaRPr>
          </a:p>
          <a:p>
            <a:pPr algn="just">
              <a:lnSpc>
                <a:spcPct val="150000"/>
              </a:lnSpc>
            </a:pPr>
            <a:r>
              <a:rPr lang="en-IN" b="0" i="0" dirty="0">
                <a:solidFill>
                  <a:srgbClr val="1F1F1F"/>
                </a:solidFill>
                <a:effectLst/>
                <a:latin typeface="Arial" panose="020B0604020202020204" pitchFamily="34" charset="0"/>
              </a:rPr>
              <a:t>For example </a:t>
            </a:r>
            <a:endParaRPr lang="en-IN" dirty="0">
              <a:solidFill>
                <a:srgbClr val="1F1F1F"/>
              </a:solidFill>
              <a:latin typeface="Arial" panose="020B0604020202020204" pitchFamily="34" charset="0"/>
            </a:endParaRPr>
          </a:p>
          <a:p>
            <a:pPr lvl="1" algn="just">
              <a:lnSpc>
                <a:spcPct val="150000"/>
              </a:lnSpc>
            </a:pPr>
            <a:r>
              <a:rPr lang="en-IN" b="0" i="0" dirty="0">
                <a:solidFill>
                  <a:srgbClr val="1F1F1F"/>
                </a:solidFill>
                <a:effectLst/>
                <a:latin typeface="Arial" panose="020B0604020202020204" pitchFamily="34" charset="0"/>
              </a:rPr>
              <a:t>Sum(a, b) </a:t>
            </a:r>
          </a:p>
          <a:p>
            <a:pPr lvl="1" algn="just">
              <a:lnSpc>
                <a:spcPct val="150000"/>
              </a:lnSpc>
            </a:pPr>
            <a:r>
              <a:rPr lang="en-IN" b="0" i="0" dirty="0">
                <a:solidFill>
                  <a:srgbClr val="1F1F1F"/>
                </a:solidFill>
                <a:effectLst/>
                <a:latin typeface="Arial" panose="020B0604020202020204" pitchFamily="34" charset="0"/>
              </a:rPr>
              <a:t>{ </a:t>
            </a:r>
          </a:p>
          <a:p>
            <a:pPr lvl="2" algn="just">
              <a:lnSpc>
                <a:spcPct val="150000"/>
              </a:lnSpc>
            </a:pPr>
            <a:r>
              <a:rPr lang="en-IN" b="0" i="0" dirty="0">
                <a:solidFill>
                  <a:srgbClr val="1F1F1F"/>
                </a:solidFill>
                <a:effectLst/>
                <a:latin typeface="Arial" panose="020B0604020202020204" pitchFamily="34" charset="0"/>
              </a:rPr>
              <a:t>//no loops and no control structures </a:t>
            </a:r>
          </a:p>
          <a:p>
            <a:pPr lvl="2" algn="just">
              <a:lnSpc>
                <a:spcPct val="150000"/>
              </a:lnSpc>
            </a:pPr>
            <a:r>
              <a:rPr lang="en-IN" b="0" i="0" dirty="0">
                <a:solidFill>
                  <a:srgbClr val="1F1F1F"/>
                </a:solidFill>
                <a:effectLst/>
                <a:latin typeface="Arial" panose="020B0604020202020204" pitchFamily="34" charset="0"/>
              </a:rPr>
              <a:t>c:= </a:t>
            </a:r>
            <a:r>
              <a:rPr lang="en-IN" b="0" i="0" dirty="0" err="1">
                <a:solidFill>
                  <a:srgbClr val="1F1F1F"/>
                </a:solidFill>
                <a:effectLst/>
                <a:latin typeface="Arial" panose="020B0604020202020204" pitchFamily="34" charset="0"/>
              </a:rPr>
              <a:t>a+b</a:t>
            </a:r>
            <a:r>
              <a:rPr lang="en-IN" b="0" i="0" dirty="0">
                <a:solidFill>
                  <a:srgbClr val="1F1F1F"/>
                </a:solidFill>
                <a:effectLst/>
                <a:latin typeface="Arial" panose="020B0604020202020204" pitchFamily="34" charset="0"/>
              </a:rPr>
              <a:t>; </a:t>
            </a:r>
          </a:p>
          <a:p>
            <a:pPr lvl="2" algn="just">
              <a:lnSpc>
                <a:spcPct val="150000"/>
              </a:lnSpc>
            </a:pPr>
            <a:r>
              <a:rPr lang="en-IN" b="0" i="0" dirty="0">
                <a:solidFill>
                  <a:srgbClr val="1F1F1F"/>
                </a:solidFill>
                <a:effectLst/>
                <a:latin typeface="Arial" panose="020B0604020202020204" pitchFamily="34" charset="0"/>
              </a:rPr>
              <a:t>return c;</a:t>
            </a:r>
          </a:p>
          <a:p>
            <a:pPr lvl="1" algn="just">
              <a:lnSpc>
                <a:spcPct val="150000"/>
              </a:lnSpc>
            </a:pPr>
            <a:r>
              <a:rPr lang="en-IN" dirty="0">
                <a:solidFill>
                  <a:srgbClr val="1F1F1F"/>
                </a:solidFill>
                <a:latin typeface="Arial" panose="020B0604020202020204" pitchFamily="34" charset="0"/>
              </a:rPr>
              <a:t>}</a:t>
            </a:r>
            <a:endParaRPr lang="en-IN" dirty="0"/>
          </a:p>
        </p:txBody>
      </p:sp>
      <p:sp>
        <p:nvSpPr>
          <p:cNvPr id="17" name="TextBox 16">
            <a:extLst>
              <a:ext uri="{FF2B5EF4-FFF2-40B4-BE49-F238E27FC236}">
                <a16:creationId xmlns:a16="http://schemas.microsoft.com/office/drawing/2014/main" id="{A9FCB9E9-149A-DB51-7E40-3F1407922EFF}"/>
              </a:ext>
            </a:extLst>
          </p:cNvPr>
          <p:cNvSpPr txBox="1"/>
          <p:nvPr/>
        </p:nvSpPr>
        <p:spPr>
          <a:xfrm>
            <a:off x="2854960" y="5343187"/>
            <a:ext cx="7244080" cy="938719"/>
          </a:xfrm>
          <a:prstGeom prst="rect">
            <a:avLst/>
          </a:prstGeom>
          <a:noFill/>
          <a:ln>
            <a:solidFill>
              <a:schemeClr val="accent1"/>
            </a:solidFill>
          </a:ln>
        </p:spPr>
        <p:txBody>
          <a:bodyPr wrap="square">
            <a:spAutoFit/>
          </a:bodyPr>
          <a:lstStyle/>
          <a:p>
            <a:pPr>
              <a:spcBef>
                <a:spcPts val="1800"/>
              </a:spcBef>
              <a:spcAft>
                <a:spcPts val="900"/>
              </a:spcAft>
              <a:buNone/>
            </a:pPr>
            <a:r>
              <a:rPr lang="en-IN" sz="2000" b="1" u="none" strike="noStrike" dirty="0">
                <a:effectLst/>
                <a:latin typeface="Google Sans"/>
              </a:rPr>
              <a:t>Time Complexity</a:t>
            </a:r>
          </a:p>
          <a:p>
            <a:pPr>
              <a:spcBef>
                <a:spcPts val="900"/>
              </a:spcBef>
              <a:spcAft>
                <a:spcPts val="1200"/>
              </a:spcAft>
              <a:buNone/>
            </a:pPr>
            <a:r>
              <a:rPr lang="en-IN" sz="2000" b="0" u="none" strike="noStrike" dirty="0">
                <a:effectLst/>
                <a:latin typeface="Google Sans"/>
              </a:rPr>
              <a:t>The lower bound time complexity is </a:t>
            </a:r>
            <a:r>
              <a:rPr lang="en-IN" sz="2000" b="1" u="none" strike="noStrike" dirty="0">
                <a:effectLst/>
                <a:latin typeface="Google Sans"/>
              </a:rPr>
              <a:t>Omega(1)</a:t>
            </a:r>
            <a:r>
              <a:rPr lang="en-IN" sz="2000" b="0" u="none" strike="noStrike" dirty="0">
                <a:effectLst/>
                <a:latin typeface="Google Sans"/>
              </a:rPr>
              <a:t> (Constant Time).</a:t>
            </a:r>
          </a:p>
        </p:txBody>
      </p:sp>
      <p:sp>
        <p:nvSpPr>
          <p:cNvPr id="5" name="Slide Number Placeholder 4">
            <a:extLst>
              <a:ext uri="{FF2B5EF4-FFF2-40B4-BE49-F238E27FC236}">
                <a16:creationId xmlns:a16="http://schemas.microsoft.com/office/drawing/2014/main" id="{D9156EF8-9696-A03C-4B52-F892D588E388}"/>
              </a:ext>
            </a:extLst>
          </p:cNvPr>
          <p:cNvSpPr>
            <a:spLocks noGrp="1"/>
          </p:cNvSpPr>
          <p:nvPr>
            <p:ph type="sldNum" sz="quarter" idx="12"/>
          </p:nvPr>
        </p:nvSpPr>
        <p:spPr/>
        <p:txBody>
          <a:bodyPr/>
          <a:lstStyle/>
          <a:p>
            <a:fld id="{000E18F7-2402-4720-BFF4-341E476333D4}" type="slidenum">
              <a:rPr lang="en-IN" smtClean="0"/>
              <a:t>52</a:t>
            </a:fld>
            <a:endParaRPr lang="en-IN"/>
          </a:p>
        </p:txBody>
      </p:sp>
    </p:spTree>
    <p:extLst>
      <p:ext uri="{BB962C8B-B14F-4D97-AF65-F5344CB8AC3E}">
        <p14:creationId xmlns:p14="http://schemas.microsoft.com/office/powerpoint/2010/main" val="35273651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645FB-6206-074E-54EE-561E7F38134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53BF58B3-89B4-8772-1FBA-8A5C481F44C6}"/>
              </a:ext>
            </a:extLst>
          </p:cNvPr>
          <p:cNvSpPr txBox="1"/>
          <p:nvPr/>
        </p:nvSpPr>
        <p:spPr>
          <a:xfrm>
            <a:off x="677710" y="628589"/>
            <a:ext cx="10803090" cy="918200"/>
          </a:xfrm>
          <a:prstGeom prst="rect">
            <a:avLst/>
          </a:prstGeom>
          <a:noFill/>
        </p:spPr>
        <p:txBody>
          <a:bodyPr wrap="square">
            <a:spAutoFit/>
          </a:bodyPr>
          <a:lstStyle/>
          <a:p>
            <a:pPr algn="just">
              <a:lnSpc>
                <a:spcPct val="150000"/>
              </a:lnSpc>
            </a:pPr>
            <a:r>
              <a:rPr lang="en-IN" sz="2000" b="1" i="0" dirty="0">
                <a:solidFill>
                  <a:srgbClr val="1F1F1F"/>
                </a:solidFill>
                <a:effectLst/>
                <a:latin typeface="Arial" panose="020B0604020202020204" pitchFamily="34" charset="0"/>
                <a:cs typeface="Arial" panose="020B0604020202020204" pitchFamily="34" charset="0"/>
              </a:rPr>
              <a:t>Algebraic Problem: </a:t>
            </a:r>
            <a:r>
              <a:rPr lang="en-IN" dirty="0">
                <a:latin typeface="Arial" panose="020B0604020202020204" pitchFamily="34" charset="0"/>
                <a:cs typeface="Arial" panose="020B0604020202020204" pitchFamily="34" charset="0"/>
              </a:rPr>
              <a:t>Problems related to algebra like solving equations, come under algebraic problems. For example, solving equation </a:t>
            </a:r>
            <a:r>
              <a:rPr lang="en-IN" b="1" dirty="0">
                <a:latin typeface="Arial" panose="020B0604020202020204" pitchFamily="34" charset="0"/>
                <a:cs typeface="Arial" panose="020B0604020202020204" pitchFamily="34" charset="0"/>
              </a:rPr>
              <a:t>ax²+bx+c </a:t>
            </a:r>
            <a:r>
              <a:rPr lang="en-IN" dirty="0">
                <a:latin typeface="Arial" panose="020B0604020202020204" pitchFamily="34" charset="0"/>
                <a:cs typeface="Arial" panose="020B0604020202020204" pitchFamily="34" charset="0"/>
              </a:rPr>
              <a:t>with simple programming. </a:t>
            </a:r>
          </a:p>
        </p:txBody>
      </p:sp>
      <p:pic>
        <p:nvPicPr>
          <p:cNvPr id="4" name="Picture 3">
            <a:extLst>
              <a:ext uri="{FF2B5EF4-FFF2-40B4-BE49-F238E27FC236}">
                <a16:creationId xmlns:a16="http://schemas.microsoft.com/office/drawing/2014/main" id="{9038E789-58D0-84E5-6380-3967C342ABF1}"/>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25000"/>
                    </a14:imgEffect>
                  </a14:imgLayer>
                </a14:imgProps>
              </a:ext>
            </a:extLst>
          </a:blip>
          <a:stretch>
            <a:fillRect/>
          </a:stretch>
        </p:blipFill>
        <p:spPr>
          <a:xfrm>
            <a:off x="677710" y="3854708"/>
            <a:ext cx="5418290" cy="548688"/>
          </a:xfrm>
          <a:prstGeom prst="rect">
            <a:avLst/>
          </a:prstGeom>
        </p:spPr>
      </p:pic>
      <p:sp>
        <p:nvSpPr>
          <p:cNvPr id="6" name="TextBox 5">
            <a:extLst>
              <a:ext uri="{FF2B5EF4-FFF2-40B4-BE49-F238E27FC236}">
                <a16:creationId xmlns:a16="http://schemas.microsoft.com/office/drawing/2014/main" id="{635D0DA1-36CD-3DFC-605E-DA404BDEE02F}"/>
              </a:ext>
            </a:extLst>
          </p:cNvPr>
          <p:cNvSpPr txBox="1"/>
          <p:nvPr/>
        </p:nvSpPr>
        <p:spPr>
          <a:xfrm>
            <a:off x="6238240" y="4370310"/>
            <a:ext cx="5469090" cy="2262671"/>
          </a:xfrm>
          <a:prstGeom prst="rect">
            <a:avLst/>
          </a:prstGeom>
          <a:noFill/>
          <a:ln>
            <a:solidFill>
              <a:schemeClr val="accent1"/>
            </a:solidFill>
          </a:ln>
        </p:spPr>
        <p:txBody>
          <a:bodyPr wrap="square">
            <a:spAutoFit/>
          </a:bodyPr>
          <a:lstStyle/>
          <a:p>
            <a:pPr algn="just">
              <a:lnSpc>
                <a:spcPct val="150000"/>
              </a:lnSpc>
            </a:pPr>
            <a:r>
              <a:rPr lang="en-IN" sz="1600" b="1" dirty="0">
                <a:latin typeface="Arial" panose="020B0604020202020204" pitchFamily="34" charset="0"/>
                <a:cs typeface="Arial" panose="020B0604020202020204" pitchFamily="34" charset="0"/>
              </a:rPr>
              <a:t>Why This Code Is Slow</a:t>
            </a:r>
          </a:p>
          <a:p>
            <a:pPr algn="just">
              <a:lnSpc>
                <a:spcPct val="150000"/>
              </a:lnSpc>
            </a:pPr>
            <a:r>
              <a:rPr lang="en-IN" sz="1600" dirty="0">
                <a:latin typeface="Arial" panose="020B0604020202020204" pitchFamily="34" charset="0"/>
                <a:cs typeface="Arial" panose="020B0604020202020204" pitchFamily="34" charset="0"/>
              </a:rPr>
              <a:t>This code has a loop inside of another loop. </a:t>
            </a:r>
          </a:p>
          <a:p>
            <a:pPr marL="285750" indent="-285750" algn="just">
              <a:lnSpc>
                <a:spcPct val="150000"/>
              </a:lnSpc>
              <a:buFont typeface="Arial" panose="020B0604020202020204" pitchFamily="34" charset="0"/>
              <a:buChar char="•"/>
            </a:pPr>
            <a:r>
              <a:rPr lang="en-IN" sz="1600" dirty="0">
                <a:latin typeface="Arial" panose="020B0604020202020204" pitchFamily="34" charset="0"/>
                <a:cs typeface="Arial" panose="020B0604020202020204" pitchFamily="34" charset="0"/>
              </a:rPr>
              <a:t>The main loop runs n times.</a:t>
            </a:r>
          </a:p>
          <a:p>
            <a:pPr marL="285750" indent="-285750" algn="just">
              <a:lnSpc>
                <a:spcPct val="150000"/>
              </a:lnSpc>
              <a:buFont typeface="Arial" panose="020B0604020202020204" pitchFamily="34" charset="0"/>
              <a:buChar char="•"/>
            </a:pPr>
            <a:r>
              <a:rPr lang="en-IN" sz="1600" dirty="0">
                <a:latin typeface="Arial" panose="020B0604020202020204" pitchFamily="34" charset="0"/>
                <a:cs typeface="Arial" panose="020B0604020202020204" pitchFamily="34" charset="0"/>
              </a:rPr>
              <a:t>Inside it, the pow loop also runs up to n times.</a:t>
            </a:r>
          </a:p>
          <a:p>
            <a:pPr marL="285750" indent="-285750" algn="just">
              <a:lnSpc>
                <a:spcPct val="150000"/>
              </a:lnSpc>
              <a:buFont typeface="Arial" panose="020B0604020202020204" pitchFamily="34" charset="0"/>
              <a:buChar char="•"/>
            </a:pPr>
            <a:r>
              <a:rPr lang="en-IN" sz="1600" dirty="0">
                <a:latin typeface="Arial" panose="020B0604020202020204" pitchFamily="34" charset="0"/>
                <a:cs typeface="Arial" panose="020B0604020202020204" pitchFamily="34" charset="0"/>
              </a:rPr>
              <a:t>This means the computer has to do a lot of extra work. In computer science, this speed is called </a:t>
            </a:r>
            <a:r>
              <a:rPr lang="en-IN" sz="1600" b="1" dirty="0">
                <a:latin typeface="Arial" panose="020B0604020202020204" pitchFamily="34" charset="0"/>
                <a:cs typeface="Arial" panose="020B0604020202020204" pitchFamily="34" charset="0"/>
              </a:rPr>
              <a:t>O(n^2) time</a:t>
            </a:r>
            <a:r>
              <a:rPr lang="en-IN" sz="1600" dirty="0">
                <a:latin typeface="Arial" panose="020B0604020202020204" pitchFamily="34" charset="0"/>
                <a:cs typeface="Arial" panose="020B0604020202020204" pitchFamily="34" charset="0"/>
              </a:rPr>
              <a:t>.</a:t>
            </a:r>
          </a:p>
        </p:txBody>
      </p:sp>
      <p:sp>
        <p:nvSpPr>
          <p:cNvPr id="8" name="TextBox 7">
            <a:extLst>
              <a:ext uri="{FF2B5EF4-FFF2-40B4-BE49-F238E27FC236}">
                <a16:creationId xmlns:a16="http://schemas.microsoft.com/office/drawing/2014/main" id="{ECFEB9E4-3267-5134-1F09-ADE2AF22FC74}"/>
              </a:ext>
            </a:extLst>
          </p:cNvPr>
          <p:cNvSpPr txBox="1"/>
          <p:nvPr/>
        </p:nvSpPr>
        <p:spPr>
          <a:xfrm>
            <a:off x="687870" y="1614963"/>
            <a:ext cx="5418290" cy="5048498"/>
          </a:xfrm>
          <a:prstGeom prst="rect">
            <a:avLst/>
          </a:prstGeom>
          <a:noFill/>
          <a:ln>
            <a:solidFill>
              <a:schemeClr val="accent1"/>
            </a:solidFill>
          </a:ln>
        </p:spPr>
        <p:txBody>
          <a:bodyPr wrap="square">
            <a:spAutoFit/>
          </a:bodyPr>
          <a:lstStyle/>
          <a:p>
            <a:pPr algn="just">
              <a:lnSpc>
                <a:spcPct val="150000"/>
              </a:lnSpc>
            </a:pPr>
            <a:r>
              <a:rPr lang="en-IN" sz="1200" b="1" dirty="0">
                <a:latin typeface="Arial" panose="020B0604020202020204" pitchFamily="34" charset="0"/>
                <a:cs typeface="Arial" panose="020B0604020202020204" pitchFamily="34" charset="0"/>
              </a:rPr>
              <a:t>Algorithm</a:t>
            </a:r>
            <a:r>
              <a:rPr lang="en-IN" sz="1200" dirty="0">
                <a:latin typeface="Arial" panose="020B0604020202020204" pitchFamily="34" charset="0"/>
                <a:cs typeface="Arial" panose="020B0604020202020204" pitchFamily="34" charset="0"/>
              </a:rPr>
              <a:t> </a:t>
            </a:r>
            <a:r>
              <a:rPr lang="en-IN" sz="1200" b="1" dirty="0">
                <a:latin typeface="Arial" panose="020B0604020202020204" pitchFamily="34" charset="0"/>
                <a:cs typeface="Arial" panose="020B0604020202020204" pitchFamily="34" charset="0"/>
              </a:rPr>
              <a:t>pow(x, n) </a:t>
            </a:r>
          </a:p>
          <a:p>
            <a:pPr algn="just">
              <a:lnSpc>
                <a:spcPct val="150000"/>
              </a:lnSpc>
            </a:pPr>
            <a:r>
              <a:rPr lang="en-IN" sz="1200" dirty="0">
                <a:latin typeface="Arial" panose="020B0604020202020204" pitchFamily="34" charset="0"/>
                <a:cs typeface="Arial" panose="020B0604020202020204" pitchFamily="34" charset="0"/>
              </a:rPr>
              <a:t>{ </a:t>
            </a:r>
          </a:p>
          <a:p>
            <a:pPr algn="just">
              <a:lnSpc>
                <a:spcPct val="150000"/>
              </a:lnSpc>
            </a:pPr>
            <a:r>
              <a:rPr lang="en-IN" sz="1200" dirty="0">
                <a:latin typeface="Arial" panose="020B0604020202020204" pitchFamily="34" charset="0"/>
                <a:cs typeface="Arial" panose="020B0604020202020204" pitchFamily="34" charset="0"/>
              </a:rPr>
              <a:t>   p := 1; </a:t>
            </a:r>
          </a:p>
          <a:p>
            <a:pPr algn="just">
              <a:lnSpc>
                <a:spcPct val="150000"/>
              </a:lnSpc>
            </a:pPr>
            <a:r>
              <a:rPr lang="en-IN" sz="1200" dirty="0">
                <a:latin typeface="Arial" panose="020B0604020202020204" pitchFamily="34" charset="0"/>
                <a:cs typeface="Arial" panose="020B0604020202020204" pitchFamily="34" charset="0"/>
              </a:rPr>
              <a:t>   //loop from 1 to n </a:t>
            </a:r>
          </a:p>
          <a:p>
            <a:pPr algn="just">
              <a:lnSpc>
                <a:spcPct val="150000"/>
              </a:lnSpc>
            </a:pPr>
            <a:r>
              <a:rPr lang="en-IN" sz="1200" dirty="0">
                <a:latin typeface="Arial" panose="020B0604020202020204" pitchFamily="34" charset="0"/>
                <a:cs typeface="Arial" panose="020B0604020202020204" pitchFamily="34" charset="0"/>
              </a:rPr>
              <a:t>    for i:=1 to n </a:t>
            </a:r>
          </a:p>
          <a:p>
            <a:pPr algn="just">
              <a:lnSpc>
                <a:spcPct val="150000"/>
              </a:lnSpc>
            </a:pPr>
            <a:r>
              <a:rPr lang="en-IN" sz="1200" dirty="0">
                <a:latin typeface="Arial" panose="020B0604020202020204" pitchFamily="34" charset="0"/>
                <a:cs typeface="Arial" panose="020B0604020202020204" pitchFamily="34" charset="0"/>
              </a:rPr>
              <a:t>         p := x*p;</a:t>
            </a:r>
            <a:endParaRPr lang="en-IN" sz="1200" b="1" i="0" dirty="0">
              <a:solidFill>
                <a:srgbClr val="1F1F1F"/>
              </a:solidFill>
              <a:effectLst/>
              <a:latin typeface="Arial" panose="020B0604020202020204" pitchFamily="34" charset="0"/>
              <a:cs typeface="Arial" panose="020B0604020202020204" pitchFamily="34" charset="0"/>
            </a:endParaRPr>
          </a:p>
          <a:p>
            <a:pPr algn="just">
              <a:lnSpc>
                <a:spcPct val="150000"/>
              </a:lnSpc>
            </a:pPr>
            <a:r>
              <a:rPr lang="en-IN" sz="1200" dirty="0">
                <a:latin typeface="Arial" panose="020B0604020202020204" pitchFamily="34" charset="0"/>
                <a:cs typeface="Arial" panose="020B0604020202020204" pitchFamily="34" charset="0"/>
              </a:rPr>
              <a:t>  return p; </a:t>
            </a:r>
          </a:p>
          <a:p>
            <a:pPr algn="just">
              <a:lnSpc>
                <a:spcPct val="150000"/>
              </a:lnSpc>
            </a:pPr>
            <a:r>
              <a:rPr lang="en-IN" sz="1200" dirty="0">
                <a:latin typeface="Arial" panose="020B0604020202020204" pitchFamily="34" charset="0"/>
                <a:cs typeface="Arial" panose="020B0604020202020204" pitchFamily="34" charset="0"/>
              </a:rPr>
              <a:t>} </a:t>
            </a:r>
          </a:p>
          <a:p>
            <a:pPr algn="just">
              <a:lnSpc>
                <a:spcPct val="150000"/>
              </a:lnSpc>
            </a:pPr>
            <a:endParaRPr lang="en-IN" sz="1200" dirty="0">
              <a:latin typeface="Arial" panose="020B0604020202020204" pitchFamily="34" charset="0"/>
              <a:cs typeface="Arial" panose="020B0604020202020204" pitchFamily="34" charset="0"/>
            </a:endParaRPr>
          </a:p>
          <a:p>
            <a:pPr algn="just">
              <a:lnSpc>
                <a:spcPct val="150000"/>
              </a:lnSpc>
            </a:pPr>
            <a:endParaRPr lang="en-IN" sz="1200" dirty="0">
              <a:latin typeface="Arial" panose="020B0604020202020204" pitchFamily="34" charset="0"/>
              <a:cs typeface="Arial" panose="020B0604020202020204" pitchFamily="34" charset="0"/>
            </a:endParaRPr>
          </a:p>
          <a:p>
            <a:pPr algn="just">
              <a:lnSpc>
                <a:spcPct val="150000"/>
              </a:lnSpc>
            </a:pPr>
            <a:r>
              <a:rPr lang="en-IN" sz="1200" b="1" dirty="0">
                <a:latin typeface="Arial" panose="020B0604020202020204" pitchFamily="34" charset="0"/>
                <a:cs typeface="Arial" panose="020B0604020202020204" pitchFamily="34" charset="0"/>
              </a:rPr>
              <a:t>Algorithm polynomial(A, x, n) </a:t>
            </a:r>
          </a:p>
          <a:p>
            <a:pPr algn="just">
              <a:lnSpc>
                <a:spcPct val="150000"/>
              </a:lnSpc>
            </a:pPr>
            <a:r>
              <a:rPr lang="en-IN" sz="1200" dirty="0">
                <a:latin typeface="Arial" panose="020B0604020202020204" pitchFamily="34" charset="0"/>
                <a:cs typeface="Arial" panose="020B0604020202020204" pitchFamily="34" charset="0"/>
              </a:rPr>
              <a:t>{ </a:t>
            </a:r>
          </a:p>
          <a:p>
            <a:pPr algn="just">
              <a:lnSpc>
                <a:spcPct val="150000"/>
              </a:lnSpc>
            </a:pPr>
            <a:r>
              <a:rPr lang="en-IN" sz="1200" dirty="0">
                <a:latin typeface="Arial" panose="020B0604020202020204" pitchFamily="34" charset="0"/>
                <a:cs typeface="Arial" panose="020B0604020202020204" pitchFamily="34" charset="0"/>
              </a:rPr>
              <a:t>  int p, v:=0; </a:t>
            </a:r>
          </a:p>
          <a:p>
            <a:pPr algn="just">
              <a:lnSpc>
                <a:spcPct val="150000"/>
              </a:lnSpc>
            </a:pPr>
            <a:r>
              <a:rPr lang="en-IN" sz="1200" dirty="0">
                <a:latin typeface="Arial" panose="020B0604020202020204" pitchFamily="34" charset="0"/>
                <a:cs typeface="Arial" panose="020B0604020202020204" pitchFamily="34" charset="0"/>
              </a:rPr>
              <a:t>  for i:= 0 to n </a:t>
            </a:r>
          </a:p>
          <a:p>
            <a:pPr algn="just">
              <a:lnSpc>
                <a:spcPct val="150000"/>
              </a:lnSpc>
            </a:pPr>
            <a:r>
              <a:rPr lang="en-IN" sz="1200" dirty="0">
                <a:latin typeface="Arial" panose="020B0604020202020204" pitchFamily="34" charset="0"/>
                <a:cs typeface="Arial" panose="020B0604020202020204" pitchFamily="34" charset="0"/>
              </a:rPr>
              <a:t>    //loop within a loop from 0 to n </a:t>
            </a:r>
          </a:p>
          <a:p>
            <a:pPr algn="just">
              <a:lnSpc>
                <a:spcPct val="150000"/>
              </a:lnSpc>
            </a:pPr>
            <a:r>
              <a:rPr lang="en-IN" sz="1200" dirty="0">
                <a:latin typeface="Arial" panose="020B0604020202020204" pitchFamily="34" charset="0"/>
                <a:cs typeface="Arial" panose="020B0604020202020204" pitchFamily="34" charset="0"/>
              </a:rPr>
              <a:t>      v := v + A[</a:t>
            </a:r>
            <a:r>
              <a:rPr lang="en-IN" sz="1200" dirty="0" err="1">
                <a:latin typeface="Arial" panose="020B0604020202020204" pitchFamily="34" charset="0"/>
                <a:cs typeface="Arial" panose="020B0604020202020204" pitchFamily="34" charset="0"/>
              </a:rPr>
              <a:t>i</a:t>
            </a:r>
            <a:r>
              <a:rPr lang="en-IN" sz="1200" dirty="0">
                <a:latin typeface="Arial" panose="020B0604020202020204" pitchFamily="34" charset="0"/>
                <a:cs typeface="Arial" panose="020B0604020202020204" pitchFamily="34" charset="0"/>
              </a:rPr>
              <a:t>]*pow(x, </a:t>
            </a:r>
            <a:r>
              <a:rPr lang="en-IN" sz="1200" dirty="0" err="1">
                <a:latin typeface="Arial" panose="020B0604020202020204" pitchFamily="34" charset="0"/>
                <a:cs typeface="Arial" panose="020B0604020202020204" pitchFamily="34" charset="0"/>
              </a:rPr>
              <a:t>i</a:t>
            </a:r>
            <a:r>
              <a:rPr lang="en-IN" sz="1200" dirty="0">
                <a:latin typeface="Arial" panose="020B0604020202020204" pitchFamily="34" charset="0"/>
                <a:cs typeface="Arial" panose="020B0604020202020204" pitchFamily="34" charset="0"/>
              </a:rPr>
              <a:t>); </a:t>
            </a:r>
          </a:p>
          <a:p>
            <a:pPr algn="just">
              <a:lnSpc>
                <a:spcPct val="150000"/>
              </a:lnSpc>
            </a:pPr>
            <a:r>
              <a:rPr lang="en-IN" sz="1200" dirty="0">
                <a:latin typeface="Arial" panose="020B0604020202020204" pitchFamily="34" charset="0"/>
                <a:cs typeface="Arial" panose="020B0604020202020204" pitchFamily="34" charset="0"/>
              </a:rPr>
              <a:t>  return v; </a:t>
            </a:r>
          </a:p>
          <a:p>
            <a:pPr algn="just">
              <a:lnSpc>
                <a:spcPct val="150000"/>
              </a:lnSpc>
            </a:pPr>
            <a:r>
              <a:rPr lang="en-IN" sz="1200" dirty="0">
                <a:latin typeface="Arial" panose="020B0604020202020204" pitchFamily="34" charset="0"/>
                <a:cs typeface="Arial" panose="020B0604020202020204" pitchFamily="34" charset="0"/>
              </a:rPr>
              <a:t>}</a:t>
            </a:r>
            <a:endParaRPr lang="en-IN" sz="1200" dirty="0"/>
          </a:p>
        </p:txBody>
      </p:sp>
      <p:sp>
        <p:nvSpPr>
          <p:cNvPr id="13" name="Slide Number Placeholder 12">
            <a:extLst>
              <a:ext uri="{FF2B5EF4-FFF2-40B4-BE49-F238E27FC236}">
                <a16:creationId xmlns:a16="http://schemas.microsoft.com/office/drawing/2014/main" id="{5B5E9F40-E295-3C05-EBBD-8EE0D541A3F8}"/>
              </a:ext>
            </a:extLst>
          </p:cNvPr>
          <p:cNvSpPr>
            <a:spLocks noGrp="1"/>
          </p:cNvSpPr>
          <p:nvPr>
            <p:ph type="sldNum" sz="quarter" idx="12"/>
          </p:nvPr>
        </p:nvSpPr>
        <p:spPr/>
        <p:txBody>
          <a:bodyPr/>
          <a:lstStyle/>
          <a:p>
            <a:fld id="{000E18F7-2402-4720-BFF4-341E476333D4}" type="slidenum">
              <a:rPr lang="en-IN" smtClean="0"/>
              <a:t>53</a:t>
            </a:fld>
            <a:endParaRPr lang="en-IN"/>
          </a:p>
        </p:txBody>
      </p:sp>
      <p:sp>
        <p:nvSpPr>
          <p:cNvPr id="15" name="TextBox 14">
            <a:extLst>
              <a:ext uri="{FF2B5EF4-FFF2-40B4-BE49-F238E27FC236}">
                <a16:creationId xmlns:a16="http://schemas.microsoft.com/office/drawing/2014/main" id="{B8EE9698-130E-9D3B-FC9F-A2EA8250261D}"/>
              </a:ext>
            </a:extLst>
          </p:cNvPr>
          <p:cNvSpPr txBox="1"/>
          <p:nvPr/>
        </p:nvSpPr>
        <p:spPr>
          <a:xfrm>
            <a:off x="711200" y="194539"/>
            <a:ext cx="10647680" cy="584775"/>
          </a:xfrm>
          <a:prstGeom prst="rect">
            <a:avLst/>
          </a:prstGeom>
          <a:noFill/>
        </p:spPr>
        <p:txBody>
          <a:bodyPr wrap="square">
            <a:spAutoFit/>
          </a:bodyPr>
          <a:lstStyle/>
          <a:p>
            <a:r>
              <a:rPr lang="en-IN" sz="3200" b="1" dirty="0"/>
              <a:t>Use of Lower Bound Theory in solving algebraic problem</a:t>
            </a:r>
          </a:p>
        </p:txBody>
      </p:sp>
      <p:sp>
        <p:nvSpPr>
          <p:cNvPr id="17" name="TextBox 16">
            <a:extLst>
              <a:ext uri="{FF2B5EF4-FFF2-40B4-BE49-F238E27FC236}">
                <a16:creationId xmlns:a16="http://schemas.microsoft.com/office/drawing/2014/main" id="{1EC58540-4916-5B83-927C-FD4ACCC81F9C}"/>
              </a:ext>
            </a:extLst>
          </p:cNvPr>
          <p:cNvSpPr txBox="1"/>
          <p:nvPr/>
        </p:nvSpPr>
        <p:spPr>
          <a:xfrm>
            <a:off x="6350000" y="1772003"/>
            <a:ext cx="4785360" cy="400110"/>
          </a:xfrm>
          <a:prstGeom prst="rect">
            <a:avLst/>
          </a:prstGeom>
          <a:noFill/>
        </p:spPr>
        <p:txBody>
          <a:bodyPr wrap="square">
            <a:spAutoFit/>
          </a:bodyPr>
          <a:lstStyle/>
          <a:p>
            <a:r>
              <a:rPr lang="en-IN" sz="2000" b="1" dirty="0">
                <a:latin typeface="Arial" panose="020B0604020202020204" pitchFamily="34" charset="0"/>
                <a:cs typeface="Arial" panose="020B0604020202020204" pitchFamily="34" charset="0"/>
              </a:rPr>
              <a:t>Example Equation: </a:t>
            </a:r>
            <a:r>
              <a:rPr lang="en-IN" sz="2000" dirty="0">
                <a:latin typeface="Arial" panose="020B0604020202020204" pitchFamily="34" charset="0"/>
                <a:cs typeface="Arial" panose="020B0604020202020204" pitchFamily="34" charset="0"/>
              </a:rPr>
              <a:t>2x²+5x+1</a:t>
            </a:r>
            <a:r>
              <a:rPr lang="en-IN" sz="2000" b="1" dirty="0">
                <a:latin typeface="Arial" panose="020B0604020202020204" pitchFamily="34" charset="0"/>
                <a:cs typeface="Arial" panose="020B0604020202020204" pitchFamily="34" charset="0"/>
              </a:rPr>
              <a:t> </a:t>
            </a:r>
            <a:endParaRPr lang="en-IN" sz="2000" b="1" dirty="0"/>
          </a:p>
        </p:txBody>
      </p:sp>
    </p:spTree>
    <p:extLst>
      <p:ext uri="{BB962C8B-B14F-4D97-AF65-F5344CB8AC3E}">
        <p14:creationId xmlns:p14="http://schemas.microsoft.com/office/powerpoint/2010/main" val="21717225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58F3D-715B-D3F7-C55F-93BFDDE63161}"/>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52EB50E-0B28-E9DB-4182-D2B919F766A5}"/>
              </a:ext>
            </a:extLst>
          </p:cNvPr>
          <p:cNvSpPr txBox="1"/>
          <p:nvPr/>
        </p:nvSpPr>
        <p:spPr>
          <a:xfrm>
            <a:off x="911669" y="1814678"/>
            <a:ext cx="10368662" cy="1881990"/>
          </a:xfrm>
          <a:prstGeom prst="rect">
            <a:avLst/>
          </a:prstGeom>
          <a:noFill/>
        </p:spPr>
        <p:txBody>
          <a:bodyPr wrap="square">
            <a:spAutoFit/>
          </a:bodyPr>
          <a:lstStyle/>
          <a:p>
            <a:pPr algn="just">
              <a:lnSpc>
                <a:spcPct val="150000"/>
              </a:lnSpc>
            </a:pPr>
            <a:r>
              <a:rPr lang="en-IN" sz="2000" b="1" dirty="0">
                <a:latin typeface="Arial" panose="020B0604020202020204" pitchFamily="34" charset="0"/>
                <a:cs typeface="Arial" panose="020B0604020202020204" pitchFamily="34" charset="0"/>
              </a:rPr>
              <a:t>Theorem: </a:t>
            </a:r>
            <a:r>
              <a:rPr lang="en-IN" sz="2000" dirty="0">
                <a:latin typeface="Arial" panose="020B0604020202020204" pitchFamily="34" charset="0"/>
                <a:cs typeface="Arial" panose="020B0604020202020204" pitchFamily="34" charset="0"/>
              </a:rPr>
              <a:t>To prove that the optimal algo of solving a n degree polynomial is O(n)</a:t>
            </a:r>
          </a:p>
          <a:p>
            <a:pPr algn="just">
              <a:lnSpc>
                <a:spcPct val="150000"/>
              </a:lnSpc>
            </a:pPr>
            <a:r>
              <a:rPr lang="en-IN" sz="2000" b="1" dirty="0">
                <a:latin typeface="Arial" panose="020B0604020202020204" pitchFamily="34" charset="0"/>
                <a:cs typeface="Arial" panose="020B0604020202020204" pitchFamily="34" charset="0"/>
              </a:rPr>
              <a:t>Proof: </a:t>
            </a:r>
            <a:r>
              <a:rPr lang="en-IN" sz="2000" dirty="0">
                <a:latin typeface="Arial" panose="020B0604020202020204" pitchFamily="34" charset="0"/>
                <a:cs typeface="Arial" panose="020B0604020202020204" pitchFamily="34" charset="0"/>
              </a:rPr>
              <a:t>The best solution for reducing the algo is to make this problem less complex by dividing the polynomial into several straight-line problems &amp; has a time complexity of </a:t>
            </a:r>
            <a:r>
              <a:rPr lang="en-IN" b="1" dirty="0">
                <a:latin typeface="Arial" panose="020B0604020202020204" pitchFamily="34" charset="0"/>
                <a:cs typeface="Arial" panose="020B0604020202020204" pitchFamily="34" charset="0"/>
              </a:rPr>
              <a:t>(O(n))</a:t>
            </a:r>
            <a:r>
              <a:rPr lang="en-IN" sz="2000"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64045AE8-F0DC-10B8-724B-B73CAE3CAFC5}"/>
              </a:ext>
            </a:extLst>
          </p:cNvPr>
          <p:cNvSpPr txBox="1"/>
          <p:nvPr/>
        </p:nvSpPr>
        <p:spPr>
          <a:xfrm>
            <a:off x="911669" y="4049189"/>
            <a:ext cx="10368662" cy="1420325"/>
          </a:xfrm>
          <a:prstGeom prst="rect">
            <a:avLst/>
          </a:prstGeom>
          <a:noFill/>
          <a:ln>
            <a:solidFill>
              <a:schemeClr val="accent1"/>
            </a:solidFill>
          </a:ln>
        </p:spPr>
        <p:txBody>
          <a:bodyPr wrap="square">
            <a:spAutoFit/>
          </a:bodyPr>
          <a:lstStyle/>
          <a:p>
            <a:pPr algn="just">
              <a:lnSpc>
                <a:spcPct val="150000"/>
              </a:lnSpc>
            </a:pPr>
            <a:r>
              <a:rPr lang="en-IN" sz="2000" dirty="0">
                <a:latin typeface="Arial" panose="020B0604020202020204" pitchFamily="34" charset="0"/>
                <a:cs typeface="Arial" panose="020B0604020202020204" pitchFamily="34" charset="0"/>
              </a:rPr>
              <a:t>It uses a famous, fast math trick called </a:t>
            </a:r>
            <a:r>
              <a:rPr lang="en-IN" b="1" dirty="0">
                <a:latin typeface="Arial" panose="020B0604020202020204" pitchFamily="34" charset="0"/>
                <a:cs typeface="Arial" panose="020B0604020202020204" pitchFamily="34" charset="0"/>
              </a:rPr>
              <a:t>Horner's Method</a:t>
            </a:r>
            <a:r>
              <a:rPr lang="en-IN" sz="2000" dirty="0">
                <a:latin typeface="Arial" panose="020B0604020202020204" pitchFamily="34" charset="0"/>
                <a:cs typeface="Arial" panose="020B0604020202020204" pitchFamily="34" charset="0"/>
              </a:rPr>
              <a:t>. Instead of calculating big exponents like x³ or x⁴ from scratch, it multiplies by x step-by-step to save time.</a:t>
            </a:r>
          </a:p>
          <a:p>
            <a:pPr algn="just">
              <a:lnSpc>
                <a:spcPct val="150000"/>
              </a:lnSpc>
            </a:pPr>
            <a:r>
              <a:rPr lang="en-IN" sz="2000" dirty="0">
                <a:latin typeface="Arial" panose="020B0604020202020204" pitchFamily="34" charset="0"/>
                <a:cs typeface="Arial" panose="020B0604020202020204" pitchFamily="34" charset="0"/>
              </a:rPr>
              <a:t>It has a time complexity of </a:t>
            </a:r>
            <a:r>
              <a:rPr lang="en-IN" b="1" dirty="0">
                <a:latin typeface="Arial" panose="020B0604020202020204" pitchFamily="34" charset="0"/>
                <a:cs typeface="Arial" panose="020B0604020202020204" pitchFamily="34" charset="0"/>
              </a:rPr>
              <a:t>(O(n))</a:t>
            </a:r>
            <a:r>
              <a:rPr lang="en-IN" sz="2000" dirty="0">
                <a:latin typeface="Arial" panose="020B0604020202020204" pitchFamily="34" charset="0"/>
                <a:cs typeface="Arial" panose="020B0604020202020204" pitchFamily="34" charset="0"/>
              </a:rPr>
              <a:t>.</a:t>
            </a:r>
          </a:p>
        </p:txBody>
      </p:sp>
      <p:sp>
        <p:nvSpPr>
          <p:cNvPr id="4" name="TextBox 3">
            <a:extLst>
              <a:ext uri="{FF2B5EF4-FFF2-40B4-BE49-F238E27FC236}">
                <a16:creationId xmlns:a16="http://schemas.microsoft.com/office/drawing/2014/main" id="{3E5385DE-DB34-B330-EEFA-7BA8CC32E5EE}"/>
              </a:ext>
            </a:extLst>
          </p:cNvPr>
          <p:cNvSpPr txBox="1"/>
          <p:nvPr/>
        </p:nvSpPr>
        <p:spPr>
          <a:xfrm>
            <a:off x="911669" y="1200547"/>
            <a:ext cx="6096000" cy="523220"/>
          </a:xfrm>
          <a:prstGeom prst="rect">
            <a:avLst/>
          </a:prstGeom>
          <a:noFill/>
        </p:spPr>
        <p:txBody>
          <a:bodyPr wrap="square">
            <a:spAutoFit/>
          </a:bodyPr>
          <a:lstStyle/>
          <a:p>
            <a:r>
              <a:rPr lang="en-IN" sz="2400" b="1" dirty="0">
                <a:latin typeface="Arial" panose="020B0604020202020204" pitchFamily="34" charset="0"/>
                <a:cs typeface="Arial" panose="020B0604020202020204" pitchFamily="34" charset="0"/>
              </a:rPr>
              <a:t>Horner's Method</a:t>
            </a:r>
            <a:r>
              <a:rPr lang="en-IN" sz="2800" dirty="0">
                <a:latin typeface="Arial" panose="020B0604020202020204" pitchFamily="34" charset="0"/>
                <a:cs typeface="Arial" panose="020B0604020202020204" pitchFamily="34" charset="0"/>
              </a:rPr>
              <a:t>. </a:t>
            </a:r>
            <a:endParaRPr lang="en-IN" sz="2400" dirty="0"/>
          </a:p>
        </p:txBody>
      </p:sp>
      <p:sp>
        <p:nvSpPr>
          <p:cNvPr id="14" name="Slide Number Placeholder 13">
            <a:extLst>
              <a:ext uri="{FF2B5EF4-FFF2-40B4-BE49-F238E27FC236}">
                <a16:creationId xmlns:a16="http://schemas.microsoft.com/office/drawing/2014/main" id="{ECAD3C55-42CD-8860-DD29-F5F015303F30}"/>
              </a:ext>
            </a:extLst>
          </p:cNvPr>
          <p:cNvSpPr>
            <a:spLocks noGrp="1"/>
          </p:cNvSpPr>
          <p:nvPr>
            <p:ph type="sldNum" sz="quarter" idx="12"/>
          </p:nvPr>
        </p:nvSpPr>
        <p:spPr/>
        <p:txBody>
          <a:bodyPr/>
          <a:lstStyle/>
          <a:p>
            <a:fld id="{000E18F7-2402-4720-BFF4-341E476333D4}" type="slidenum">
              <a:rPr lang="en-IN" smtClean="0"/>
              <a:t>54</a:t>
            </a:fld>
            <a:endParaRPr lang="en-IN"/>
          </a:p>
        </p:txBody>
      </p:sp>
      <p:sp>
        <p:nvSpPr>
          <p:cNvPr id="16" name="TextBox 15">
            <a:extLst>
              <a:ext uri="{FF2B5EF4-FFF2-40B4-BE49-F238E27FC236}">
                <a16:creationId xmlns:a16="http://schemas.microsoft.com/office/drawing/2014/main" id="{F80459D1-EF7D-4106-88D1-FE5338B742F7}"/>
              </a:ext>
            </a:extLst>
          </p:cNvPr>
          <p:cNvSpPr txBox="1"/>
          <p:nvPr/>
        </p:nvSpPr>
        <p:spPr>
          <a:xfrm>
            <a:off x="746760" y="367075"/>
            <a:ext cx="10647680" cy="584775"/>
          </a:xfrm>
          <a:prstGeom prst="rect">
            <a:avLst/>
          </a:prstGeom>
          <a:noFill/>
        </p:spPr>
        <p:txBody>
          <a:bodyPr wrap="square">
            <a:spAutoFit/>
          </a:bodyPr>
          <a:lstStyle/>
          <a:p>
            <a:r>
              <a:rPr lang="en-IN" sz="3200" b="1" dirty="0"/>
              <a:t>Use of Lower Bound Theory in solving algebraic problem</a:t>
            </a:r>
          </a:p>
        </p:txBody>
      </p:sp>
    </p:spTree>
    <p:extLst>
      <p:ext uri="{BB962C8B-B14F-4D97-AF65-F5344CB8AC3E}">
        <p14:creationId xmlns:p14="http://schemas.microsoft.com/office/powerpoint/2010/main" val="219320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EA62F-C9EE-E5B1-3C53-C5F132056E2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73B28A6-39C5-0743-A129-5D7E1BAF6E57}"/>
              </a:ext>
            </a:extLst>
          </p:cNvPr>
          <p:cNvSpPr txBox="1"/>
          <p:nvPr/>
        </p:nvSpPr>
        <p:spPr>
          <a:xfrm>
            <a:off x="3634450" y="3456355"/>
            <a:ext cx="4544350" cy="3284041"/>
          </a:xfrm>
          <a:prstGeom prst="rect">
            <a:avLst/>
          </a:prstGeom>
          <a:noFill/>
          <a:ln>
            <a:solidFill>
              <a:schemeClr val="accent1"/>
            </a:solidFill>
          </a:ln>
        </p:spPr>
        <p:txBody>
          <a:bodyPr wrap="square">
            <a:spAutoFit/>
          </a:bodyPr>
          <a:lstStyle/>
          <a:p>
            <a:pPr algn="l" fontAlgn="base">
              <a:lnSpc>
                <a:spcPct val="150000"/>
              </a:lnSpc>
              <a:spcAft>
                <a:spcPts val="750"/>
              </a:spcAft>
              <a:buNone/>
            </a:pPr>
            <a:r>
              <a:rPr lang="en-IN" sz="1400" b="1" i="0" dirty="0">
                <a:effectLst/>
                <a:latin typeface="Arial" panose="020B0604020202020204" pitchFamily="34" charset="0"/>
                <a:cs typeface="Arial" panose="020B0604020202020204" pitchFamily="34" charset="0"/>
              </a:rPr>
              <a:t>Now, the algorithm will be as</a:t>
            </a:r>
            <a:r>
              <a:rPr lang="en-IN" sz="1400" b="0" i="0" dirty="0">
                <a:effectLst/>
                <a:latin typeface="Arial" panose="020B0604020202020204" pitchFamily="34" charset="0"/>
                <a:cs typeface="Arial" panose="020B0604020202020204" pitchFamily="34" charset="0"/>
              </a:rPr>
              <a:t>,</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v=0</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a:t>
            </a:r>
            <a:r>
              <a:rPr lang="en-IN" sz="1400" b="0" i="0" dirty="0" err="1">
                <a:effectLst/>
                <a:latin typeface="Arial" panose="020B0604020202020204" pitchFamily="34" charset="0"/>
                <a:cs typeface="Arial" panose="020B0604020202020204" pitchFamily="34" charset="0"/>
              </a:rPr>
              <a:t>v+a</a:t>
            </a:r>
            <a:r>
              <a:rPr lang="en-IN" sz="1400" b="0" i="0" baseline="-25000" dirty="0" err="1">
                <a:effectLst/>
                <a:latin typeface="Arial" panose="020B0604020202020204" pitchFamily="34" charset="0"/>
                <a:cs typeface="Arial" panose="020B0604020202020204" pitchFamily="34" charset="0"/>
              </a:rPr>
              <a:t>n</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v=v*x</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v=v+a</a:t>
            </a:r>
            <a:r>
              <a:rPr lang="en-IN" sz="1400" b="0" i="0" baseline="-25000" dirty="0">
                <a:effectLst/>
                <a:latin typeface="Arial" panose="020B0604020202020204" pitchFamily="34" charset="0"/>
                <a:cs typeface="Arial" panose="020B0604020202020204" pitchFamily="34" charset="0"/>
              </a:rPr>
              <a:t>n-1</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v=v*x</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v=v+a</a:t>
            </a:r>
            <a:r>
              <a:rPr lang="en-IN" sz="1400" b="0" i="0" baseline="-25000" dirty="0">
                <a:effectLst/>
                <a:latin typeface="Arial" panose="020B0604020202020204" pitchFamily="34" charset="0"/>
                <a:cs typeface="Arial" panose="020B0604020202020204" pitchFamily="34" charset="0"/>
              </a:rPr>
              <a:t>1</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v=v*x</a:t>
            </a:r>
            <a:br>
              <a:rPr lang="en-IN" sz="1400" b="0" i="0" dirty="0">
                <a:effectLst/>
                <a:latin typeface="Arial" panose="020B0604020202020204" pitchFamily="34" charset="0"/>
                <a:cs typeface="Arial" panose="020B0604020202020204" pitchFamily="34" charset="0"/>
              </a:rPr>
            </a:br>
            <a:r>
              <a:rPr lang="en-IN" sz="1400" b="0" i="0" dirty="0">
                <a:effectLst/>
                <a:latin typeface="Arial" panose="020B0604020202020204" pitchFamily="34" charset="0"/>
                <a:cs typeface="Arial" panose="020B0604020202020204" pitchFamily="34" charset="0"/>
              </a:rPr>
              <a:t>v=v+a</a:t>
            </a:r>
            <a:r>
              <a:rPr lang="en-IN" sz="1400" b="0" i="0" baseline="-25000" dirty="0">
                <a:effectLst/>
                <a:latin typeface="Arial" panose="020B0604020202020204" pitchFamily="34" charset="0"/>
                <a:cs typeface="Arial" panose="020B0604020202020204" pitchFamily="34" charset="0"/>
              </a:rPr>
              <a:t>0</a:t>
            </a:r>
            <a:r>
              <a:rPr lang="en-IN" sz="1400" b="0" i="0" dirty="0">
                <a:effectLst/>
                <a:latin typeface="Arial" panose="020B0604020202020204" pitchFamily="34" charset="0"/>
                <a:cs typeface="Arial" panose="020B0604020202020204" pitchFamily="34" charset="0"/>
              </a:rPr>
              <a:t> </a:t>
            </a:r>
          </a:p>
        </p:txBody>
      </p:sp>
      <p:pic>
        <p:nvPicPr>
          <p:cNvPr id="11" name="Picture 10">
            <a:extLst>
              <a:ext uri="{FF2B5EF4-FFF2-40B4-BE49-F238E27FC236}">
                <a16:creationId xmlns:a16="http://schemas.microsoft.com/office/drawing/2014/main" id="{41069CFD-45D0-8E6E-E805-52FA587E004F}"/>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25000"/>
                    </a14:imgEffect>
                  </a14:imgLayer>
                </a14:imgProps>
              </a:ext>
            </a:extLst>
          </a:blip>
          <a:stretch>
            <a:fillRect/>
          </a:stretch>
        </p:blipFill>
        <p:spPr>
          <a:xfrm>
            <a:off x="3634450" y="879370"/>
            <a:ext cx="7592592" cy="2576985"/>
          </a:xfrm>
          <a:prstGeom prst="rect">
            <a:avLst/>
          </a:prstGeom>
          <a:ln>
            <a:solidFill>
              <a:schemeClr val="accent1"/>
            </a:solidFill>
          </a:ln>
        </p:spPr>
      </p:pic>
      <p:sp>
        <p:nvSpPr>
          <p:cNvPr id="5" name="TextBox 4">
            <a:extLst>
              <a:ext uri="{FF2B5EF4-FFF2-40B4-BE49-F238E27FC236}">
                <a16:creationId xmlns:a16="http://schemas.microsoft.com/office/drawing/2014/main" id="{3F28D47E-2B92-242C-16F0-9B8F8B3B4D6A}"/>
              </a:ext>
            </a:extLst>
          </p:cNvPr>
          <p:cNvSpPr txBox="1"/>
          <p:nvPr/>
        </p:nvSpPr>
        <p:spPr>
          <a:xfrm>
            <a:off x="772160" y="879370"/>
            <a:ext cx="6096000" cy="523220"/>
          </a:xfrm>
          <a:prstGeom prst="rect">
            <a:avLst/>
          </a:prstGeom>
          <a:noFill/>
        </p:spPr>
        <p:txBody>
          <a:bodyPr wrap="square">
            <a:spAutoFit/>
          </a:bodyPr>
          <a:lstStyle/>
          <a:p>
            <a:r>
              <a:rPr lang="en-IN" sz="2400" b="1" dirty="0">
                <a:latin typeface="Arial" panose="020B0604020202020204" pitchFamily="34" charset="0"/>
                <a:cs typeface="Arial" panose="020B0604020202020204" pitchFamily="34" charset="0"/>
              </a:rPr>
              <a:t>Horner's Method</a:t>
            </a:r>
            <a:r>
              <a:rPr lang="en-IN" sz="2800" dirty="0">
                <a:latin typeface="Arial" panose="020B0604020202020204" pitchFamily="34" charset="0"/>
                <a:cs typeface="Arial" panose="020B0604020202020204" pitchFamily="34" charset="0"/>
              </a:rPr>
              <a:t>. </a:t>
            </a:r>
            <a:endParaRPr lang="en-IN" sz="2400" dirty="0"/>
          </a:p>
        </p:txBody>
      </p:sp>
      <p:sp>
        <p:nvSpPr>
          <p:cNvPr id="13" name="Slide Number Placeholder 12">
            <a:extLst>
              <a:ext uri="{FF2B5EF4-FFF2-40B4-BE49-F238E27FC236}">
                <a16:creationId xmlns:a16="http://schemas.microsoft.com/office/drawing/2014/main" id="{FFA95E05-1014-A892-7B81-5DF4A79CB6A7}"/>
              </a:ext>
            </a:extLst>
          </p:cNvPr>
          <p:cNvSpPr>
            <a:spLocks noGrp="1"/>
          </p:cNvSpPr>
          <p:nvPr>
            <p:ph type="sldNum" sz="quarter" idx="12"/>
          </p:nvPr>
        </p:nvSpPr>
        <p:spPr/>
        <p:txBody>
          <a:bodyPr/>
          <a:lstStyle/>
          <a:p>
            <a:fld id="{000E18F7-2402-4720-BFF4-341E476333D4}" type="slidenum">
              <a:rPr lang="en-IN" smtClean="0"/>
              <a:t>55</a:t>
            </a:fld>
            <a:endParaRPr lang="en-IN"/>
          </a:p>
        </p:txBody>
      </p:sp>
      <p:sp>
        <p:nvSpPr>
          <p:cNvPr id="15" name="TextBox 14">
            <a:extLst>
              <a:ext uri="{FF2B5EF4-FFF2-40B4-BE49-F238E27FC236}">
                <a16:creationId xmlns:a16="http://schemas.microsoft.com/office/drawing/2014/main" id="{FBD250B4-5DE1-6642-1ECF-05FA0BEEE46E}"/>
              </a:ext>
            </a:extLst>
          </p:cNvPr>
          <p:cNvSpPr txBox="1"/>
          <p:nvPr/>
        </p:nvSpPr>
        <p:spPr>
          <a:xfrm>
            <a:off x="772160" y="136525"/>
            <a:ext cx="10647680" cy="584775"/>
          </a:xfrm>
          <a:prstGeom prst="rect">
            <a:avLst/>
          </a:prstGeom>
          <a:noFill/>
        </p:spPr>
        <p:txBody>
          <a:bodyPr wrap="square">
            <a:spAutoFit/>
          </a:bodyPr>
          <a:lstStyle/>
          <a:p>
            <a:r>
              <a:rPr lang="en-IN" sz="3200" b="1" dirty="0"/>
              <a:t>Use of Lower Bound Theory in solving algebraic problem</a:t>
            </a:r>
          </a:p>
        </p:txBody>
      </p:sp>
    </p:spTree>
    <p:extLst>
      <p:ext uri="{BB962C8B-B14F-4D97-AF65-F5344CB8AC3E}">
        <p14:creationId xmlns:p14="http://schemas.microsoft.com/office/powerpoint/2010/main" val="160821647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1F98A1-96D1-3C77-9277-F87876D9041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B8BAA78-3DEC-75C3-B65F-AC698326258B}"/>
              </a:ext>
            </a:extLst>
          </p:cNvPr>
          <p:cNvSpPr txBox="1"/>
          <p:nvPr/>
        </p:nvSpPr>
        <p:spPr>
          <a:xfrm>
            <a:off x="883920" y="1047052"/>
            <a:ext cx="3850640" cy="5350183"/>
          </a:xfrm>
          <a:prstGeom prst="rect">
            <a:avLst/>
          </a:prstGeom>
          <a:noFill/>
          <a:ln>
            <a:solidFill>
              <a:schemeClr val="accent1"/>
            </a:solidFill>
          </a:ln>
        </p:spPr>
        <p:txBody>
          <a:bodyPr wrap="square">
            <a:spAutoFit/>
          </a:bodyPr>
          <a:lstStyle/>
          <a:p>
            <a:pPr>
              <a:lnSpc>
                <a:spcPct val="150000"/>
              </a:lnSpc>
            </a:pPr>
            <a:r>
              <a:rPr lang="en-US" sz="1600" b="1" dirty="0">
                <a:latin typeface="Arial" panose="020B0604020202020204" pitchFamily="34" charset="0"/>
                <a:cs typeface="Arial" panose="020B0604020202020204" pitchFamily="34" charset="0"/>
              </a:rPr>
              <a:t>Algorithm polynomial(A, x, n)</a:t>
            </a:r>
          </a:p>
          <a:p>
            <a:pPr>
              <a:lnSpc>
                <a:spcPct val="150000"/>
              </a:lnSpc>
            </a:pPr>
            <a:r>
              <a:rPr lang="en-US" sz="1600" dirty="0">
                <a:latin typeface="Arial" panose="020B0604020202020204" pitchFamily="34" charset="0"/>
                <a:cs typeface="Arial" panose="020B0604020202020204" pitchFamily="34" charset="0"/>
              </a:rPr>
              <a:t>{    </a:t>
            </a:r>
          </a:p>
          <a:p>
            <a:pPr>
              <a:lnSpc>
                <a:spcPct val="150000"/>
              </a:lnSpc>
            </a:pPr>
            <a:r>
              <a:rPr lang="en-US" sz="1600" dirty="0">
                <a:latin typeface="Arial" panose="020B0604020202020204" pitchFamily="34" charset="0"/>
                <a:cs typeface="Arial" panose="020B0604020202020204" pitchFamily="34" charset="0"/>
              </a:rPr>
              <a:t>int v = 0;        </a:t>
            </a:r>
          </a:p>
          <a:p>
            <a:pPr>
              <a:lnSpc>
                <a:spcPct val="150000"/>
              </a:lnSpc>
            </a:pPr>
            <a:r>
              <a:rPr lang="en-US" sz="1600" dirty="0">
                <a:solidFill>
                  <a:schemeClr val="accent1"/>
                </a:solidFill>
                <a:latin typeface="Arial" panose="020B0604020202020204" pitchFamily="34" charset="0"/>
                <a:cs typeface="Arial" panose="020B0604020202020204" pitchFamily="34" charset="0"/>
              </a:rPr>
              <a:t>// Loop stops at 1 so the last multiplication by x happens to A[1]    </a:t>
            </a:r>
          </a:p>
          <a:p>
            <a:pPr>
              <a:lnSpc>
                <a:spcPct val="150000"/>
              </a:lnSpc>
            </a:pPr>
            <a:r>
              <a:rPr lang="en-US" sz="1600" dirty="0">
                <a:latin typeface="Arial" panose="020B0604020202020204" pitchFamily="34" charset="0"/>
                <a:cs typeface="Arial" panose="020B0604020202020204" pitchFamily="34" charset="0"/>
              </a:rPr>
              <a:t>for </a:t>
            </a:r>
            <a:r>
              <a:rPr lang="en-US" sz="1600" dirty="0" err="1">
                <a:latin typeface="Arial" panose="020B0604020202020204" pitchFamily="34" charset="0"/>
                <a:cs typeface="Arial" panose="020B0604020202020204" pitchFamily="34" charset="0"/>
              </a:rPr>
              <a:t>i</a:t>
            </a:r>
            <a:r>
              <a:rPr lang="en-US" sz="1600" dirty="0">
                <a:latin typeface="Arial" panose="020B0604020202020204" pitchFamily="34" charset="0"/>
                <a:cs typeface="Arial" panose="020B0604020202020204" pitchFamily="34" charset="0"/>
              </a:rPr>
              <a:t> = n  to 1    </a:t>
            </a:r>
          </a:p>
          <a:p>
            <a:pPr>
              <a:lnSpc>
                <a:spcPct val="150000"/>
              </a:lnSpc>
            </a:pPr>
            <a:r>
              <a:rPr lang="en-US" sz="1600" dirty="0">
                <a:latin typeface="Arial" panose="020B0604020202020204" pitchFamily="34" charset="0"/>
                <a:cs typeface="Arial" panose="020B0604020202020204" pitchFamily="34" charset="0"/>
              </a:rPr>
              <a:t>{        </a:t>
            </a:r>
          </a:p>
          <a:p>
            <a:pPr>
              <a:lnSpc>
                <a:spcPct val="150000"/>
              </a:lnSpc>
            </a:pPr>
            <a:r>
              <a:rPr lang="en-US" sz="1600" dirty="0">
                <a:latin typeface="Arial" panose="020B0604020202020204" pitchFamily="34" charset="0"/>
                <a:cs typeface="Arial" panose="020B0604020202020204" pitchFamily="34" charset="0"/>
              </a:rPr>
              <a:t>v = (v + A[</a:t>
            </a:r>
            <a:r>
              <a:rPr lang="en-US" sz="1600" dirty="0" err="1">
                <a:latin typeface="Arial" panose="020B0604020202020204" pitchFamily="34" charset="0"/>
                <a:cs typeface="Arial" panose="020B0604020202020204" pitchFamily="34" charset="0"/>
              </a:rPr>
              <a:t>i</a:t>
            </a:r>
            <a:r>
              <a:rPr lang="en-US" sz="1600" dirty="0">
                <a:latin typeface="Arial" panose="020B0604020202020204" pitchFamily="34" charset="0"/>
                <a:cs typeface="Arial" panose="020B0604020202020204" pitchFamily="34" charset="0"/>
              </a:rPr>
              <a:t>]) * x;    </a:t>
            </a:r>
          </a:p>
          <a:p>
            <a:pPr>
              <a:lnSpc>
                <a:spcPct val="150000"/>
              </a:lnSpc>
            </a:pPr>
            <a:r>
              <a:rPr lang="en-US" sz="1600" dirty="0">
                <a:latin typeface="Arial" panose="020B0604020202020204" pitchFamily="34" charset="0"/>
                <a:cs typeface="Arial" panose="020B0604020202020204" pitchFamily="34" charset="0"/>
              </a:rPr>
              <a:t>}        </a:t>
            </a:r>
          </a:p>
          <a:p>
            <a:pPr>
              <a:lnSpc>
                <a:spcPct val="150000"/>
              </a:lnSpc>
            </a:pPr>
            <a:r>
              <a:rPr lang="en-US" sz="1600" dirty="0">
                <a:solidFill>
                  <a:schemeClr val="accent1"/>
                </a:solidFill>
                <a:latin typeface="Arial" panose="020B0604020202020204" pitchFamily="34" charset="0"/>
                <a:cs typeface="Arial" panose="020B0604020202020204" pitchFamily="34" charset="0"/>
              </a:rPr>
              <a:t>// Add the final constant term outside the loop without multiplying by x    </a:t>
            </a:r>
          </a:p>
          <a:p>
            <a:pPr>
              <a:lnSpc>
                <a:spcPct val="150000"/>
              </a:lnSpc>
            </a:pPr>
            <a:r>
              <a:rPr lang="en-US" sz="1600" dirty="0">
                <a:latin typeface="Arial" panose="020B0604020202020204" pitchFamily="34" charset="0"/>
                <a:cs typeface="Arial" panose="020B0604020202020204" pitchFamily="34" charset="0"/>
              </a:rPr>
              <a:t>v = v + A[0];         </a:t>
            </a:r>
          </a:p>
          <a:p>
            <a:pPr>
              <a:lnSpc>
                <a:spcPct val="150000"/>
              </a:lnSpc>
            </a:pPr>
            <a:r>
              <a:rPr lang="en-US" sz="1600" dirty="0">
                <a:latin typeface="Arial" panose="020B0604020202020204" pitchFamily="34" charset="0"/>
                <a:cs typeface="Arial" panose="020B0604020202020204" pitchFamily="34" charset="0"/>
              </a:rPr>
              <a:t>return v;</a:t>
            </a:r>
          </a:p>
          <a:p>
            <a:pPr>
              <a:lnSpc>
                <a:spcPct val="150000"/>
              </a:lnSpc>
            </a:pPr>
            <a:r>
              <a:rPr lang="en-US" sz="1600" dirty="0">
                <a:latin typeface="Arial" panose="020B0604020202020204" pitchFamily="34" charset="0"/>
                <a:cs typeface="Arial" panose="020B0604020202020204" pitchFamily="34" charset="0"/>
              </a:rPr>
              <a:t>}</a:t>
            </a:r>
            <a:endParaRPr lang="en-IN" sz="1600" dirty="0">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7D2206BD-23CE-F9CC-FD72-93951D1D6189}"/>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25000"/>
                    </a14:imgEffect>
                  </a14:imgLayer>
                </a14:imgProps>
              </a:ext>
            </a:extLst>
          </a:blip>
          <a:stretch>
            <a:fillRect/>
          </a:stretch>
        </p:blipFill>
        <p:spPr>
          <a:xfrm>
            <a:off x="4734560" y="1057212"/>
            <a:ext cx="7132054" cy="3393154"/>
          </a:xfrm>
          <a:prstGeom prst="rect">
            <a:avLst/>
          </a:prstGeom>
          <a:ln>
            <a:solidFill>
              <a:schemeClr val="accent1"/>
            </a:solidFill>
          </a:ln>
        </p:spPr>
      </p:pic>
      <p:sp>
        <p:nvSpPr>
          <p:cNvPr id="11" name="Slide Number Placeholder 10">
            <a:extLst>
              <a:ext uri="{FF2B5EF4-FFF2-40B4-BE49-F238E27FC236}">
                <a16:creationId xmlns:a16="http://schemas.microsoft.com/office/drawing/2014/main" id="{9D9D8061-1C76-45B6-5076-535CD514ED91}"/>
              </a:ext>
            </a:extLst>
          </p:cNvPr>
          <p:cNvSpPr>
            <a:spLocks noGrp="1"/>
          </p:cNvSpPr>
          <p:nvPr>
            <p:ph type="sldNum" sz="quarter" idx="12"/>
          </p:nvPr>
        </p:nvSpPr>
        <p:spPr/>
        <p:txBody>
          <a:bodyPr/>
          <a:lstStyle/>
          <a:p>
            <a:fld id="{000E18F7-2402-4720-BFF4-341E476333D4}" type="slidenum">
              <a:rPr lang="en-IN" smtClean="0"/>
              <a:t>56</a:t>
            </a:fld>
            <a:endParaRPr lang="en-IN"/>
          </a:p>
        </p:txBody>
      </p:sp>
      <p:sp>
        <p:nvSpPr>
          <p:cNvPr id="13" name="TextBox 12">
            <a:extLst>
              <a:ext uri="{FF2B5EF4-FFF2-40B4-BE49-F238E27FC236}">
                <a16:creationId xmlns:a16="http://schemas.microsoft.com/office/drawing/2014/main" id="{81B9CBE3-0F2B-863E-45A1-81356EA7E1FA}"/>
              </a:ext>
            </a:extLst>
          </p:cNvPr>
          <p:cNvSpPr txBox="1"/>
          <p:nvPr/>
        </p:nvSpPr>
        <p:spPr>
          <a:xfrm>
            <a:off x="883920" y="295955"/>
            <a:ext cx="10647680" cy="584775"/>
          </a:xfrm>
          <a:prstGeom prst="rect">
            <a:avLst/>
          </a:prstGeom>
          <a:noFill/>
        </p:spPr>
        <p:txBody>
          <a:bodyPr wrap="square">
            <a:spAutoFit/>
          </a:bodyPr>
          <a:lstStyle/>
          <a:p>
            <a:r>
              <a:rPr lang="en-IN" sz="3200" b="1" dirty="0"/>
              <a:t>Use of Lower Bound Theory in solving algebraic problem</a:t>
            </a:r>
          </a:p>
        </p:txBody>
      </p:sp>
    </p:spTree>
    <p:extLst>
      <p:ext uri="{BB962C8B-B14F-4D97-AF65-F5344CB8AC3E}">
        <p14:creationId xmlns:p14="http://schemas.microsoft.com/office/powerpoint/2010/main" val="127380308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818D-311B-8685-591C-4102CC165DF1}"/>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E889044-4D19-B996-47AA-67AB0E117E04}"/>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25000"/>
                    </a14:imgEffect>
                  </a14:imgLayer>
                </a14:imgProps>
              </a:ext>
            </a:extLst>
          </a:blip>
          <a:stretch>
            <a:fillRect/>
          </a:stretch>
        </p:blipFill>
        <p:spPr>
          <a:xfrm>
            <a:off x="1827719" y="1246986"/>
            <a:ext cx="8536562" cy="4958999"/>
          </a:xfrm>
          <a:prstGeom prst="rect">
            <a:avLst/>
          </a:prstGeom>
          <a:ln>
            <a:solidFill>
              <a:schemeClr val="accent1"/>
            </a:solidFill>
          </a:ln>
        </p:spPr>
      </p:pic>
      <p:sp>
        <p:nvSpPr>
          <p:cNvPr id="11" name="Slide Number Placeholder 10">
            <a:extLst>
              <a:ext uri="{FF2B5EF4-FFF2-40B4-BE49-F238E27FC236}">
                <a16:creationId xmlns:a16="http://schemas.microsoft.com/office/drawing/2014/main" id="{FE38B813-AF65-6664-F117-3DB9AC36103B}"/>
              </a:ext>
            </a:extLst>
          </p:cNvPr>
          <p:cNvSpPr>
            <a:spLocks noGrp="1"/>
          </p:cNvSpPr>
          <p:nvPr>
            <p:ph type="sldNum" sz="quarter" idx="12"/>
          </p:nvPr>
        </p:nvSpPr>
        <p:spPr/>
        <p:txBody>
          <a:bodyPr/>
          <a:lstStyle/>
          <a:p>
            <a:fld id="{000E18F7-2402-4720-BFF4-341E476333D4}" type="slidenum">
              <a:rPr lang="en-IN" smtClean="0"/>
              <a:t>57</a:t>
            </a:fld>
            <a:endParaRPr lang="en-IN"/>
          </a:p>
        </p:txBody>
      </p:sp>
      <p:sp>
        <p:nvSpPr>
          <p:cNvPr id="13" name="TextBox 12">
            <a:extLst>
              <a:ext uri="{FF2B5EF4-FFF2-40B4-BE49-F238E27FC236}">
                <a16:creationId xmlns:a16="http://schemas.microsoft.com/office/drawing/2014/main" id="{303FE7A1-DD1C-9FC4-C519-43D35ADA8F45}"/>
              </a:ext>
            </a:extLst>
          </p:cNvPr>
          <p:cNvSpPr txBox="1"/>
          <p:nvPr/>
        </p:nvSpPr>
        <p:spPr>
          <a:xfrm>
            <a:off x="746760" y="367075"/>
            <a:ext cx="10647680" cy="584775"/>
          </a:xfrm>
          <a:prstGeom prst="rect">
            <a:avLst/>
          </a:prstGeom>
          <a:noFill/>
        </p:spPr>
        <p:txBody>
          <a:bodyPr wrap="square">
            <a:spAutoFit/>
          </a:bodyPr>
          <a:lstStyle/>
          <a:p>
            <a:r>
              <a:rPr lang="en-IN" sz="3200" b="1" dirty="0"/>
              <a:t>Use of Lower Bound Theory in solving algebraic problem</a:t>
            </a:r>
          </a:p>
        </p:txBody>
      </p:sp>
    </p:spTree>
    <p:extLst>
      <p:ext uri="{BB962C8B-B14F-4D97-AF65-F5344CB8AC3E}">
        <p14:creationId xmlns:p14="http://schemas.microsoft.com/office/powerpoint/2010/main" val="412835534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1685108-258F-65C6-8087-274BBBFF98D2}"/>
              </a:ext>
            </a:extLst>
          </p:cNvPr>
          <p:cNvSpPr txBox="1"/>
          <p:nvPr/>
        </p:nvSpPr>
        <p:spPr>
          <a:xfrm>
            <a:off x="833120" y="130218"/>
            <a:ext cx="9408160" cy="584775"/>
          </a:xfrm>
          <a:prstGeom prst="rect">
            <a:avLst/>
          </a:prstGeom>
          <a:noFill/>
        </p:spPr>
        <p:txBody>
          <a:bodyPr wrap="square">
            <a:spAutoFit/>
          </a:bodyPr>
          <a:lstStyle/>
          <a:p>
            <a:r>
              <a:rPr lang="en-IN" sz="3200" b="1" dirty="0">
                <a:solidFill>
                  <a:schemeClr val="accent1"/>
                </a:solidFill>
                <a:latin typeface="Arial" panose="020B0604020202020204" pitchFamily="34" charset="0"/>
                <a:cs typeface="Arial" panose="020B0604020202020204" pitchFamily="34" charset="0"/>
              </a:rPr>
              <a:t>Introduction to parallel algorithms</a:t>
            </a:r>
          </a:p>
        </p:txBody>
      </p:sp>
      <p:sp>
        <p:nvSpPr>
          <p:cNvPr id="7" name="TextBox 6">
            <a:extLst>
              <a:ext uri="{FF2B5EF4-FFF2-40B4-BE49-F238E27FC236}">
                <a16:creationId xmlns:a16="http://schemas.microsoft.com/office/drawing/2014/main" id="{9774DFFE-085D-2227-1EF5-7B04626ADCEE}"/>
              </a:ext>
            </a:extLst>
          </p:cNvPr>
          <p:cNvSpPr txBox="1"/>
          <p:nvPr/>
        </p:nvSpPr>
        <p:spPr>
          <a:xfrm>
            <a:off x="1132838" y="856921"/>
            <a:ext cx="9926320" cy="5449056"/>
          </a:xfrm>
          <a:prstGeom prst="rect">
            <a:avLst/>
          </a:prstGeom>
          <a:noFill/>
        </p:spPr>
        <p:txBody>
          <a:bodyPr wrap="square">
            <a:spAutoFit/>
          </a:bodyPr>
          <a:lstStyle/>
          <a:p>
            <a:pPr marL="342900" indent="-342900" algn="just">
              <a:lnSpc>
                <a:spcPct val="150000"/>
              </a:lnSpc>
              <a:buFont typeface="Wingdings" panose="05000000000000000000" pitchFamily="2" charset="2"/>
              <a:buChar char="q"/>
            </a:pPr>
            <a:r>
              <a:rPr lang="en-IN" b="0" i="0" dirty="0">
                <a:solidFill>
                  <a:srgbClr val="1F1F1F"/>
                </a:solidFill>
                <a:effectLst/>
                <a:latin typeface="Arial" panose="020B0604020202020204" pitchFamily="34" charset="0"/>
              </a:rPr>
              <a:t>An algorithm is a sequence of steps followed to solve a problem. It take inputs from the user and after some computation, produces an output. </a:t>
            </a:r>
          </a:p>
          <a:p>
            <a:pPr marL="342900" indent="-342900" algn="just">
              <a:lnSpc>
                <a:spcPct val="150000"/>
              </a:lnSpc>
              <a:buFont typeface="Wingdings" panose="05000000000000000000" pitchFamily="2" charset="2"/>
              <a:buChar char="q"/>
            </a:pPr>
            <a:r>
              <a:rPr lang="en-IN" b="0" i="0" dirty="0">
                <a:solidFill>
                  <a:srgbClr val="1F1F1F"/>
                </a:solidFill>
                <a:effectLst/>
                <a:latin typeface="Arial" panose="020B0604020202020204" pitchFamily="34" charset="0"/>
              </a:rPr>
              <a:t>Depending on the architecture of computers, we have two types of algorithms:</a:t>
            </a:r>
            <a:endParaRPr lang="en-IN" b="1" dirty="0">
              <a:solidFill>
                <a:srgbClr val="1F1F1F"/>
              </a:solidFill>
              <a:latin typeface="Arial" panose="020B0604020202020204" pitchFamily="34" charset="0"/>
            </a:endParaRPr>
          </a:p>
          <a:p>
            <a:pPr algn="just">
              <a:lnSpc>
                <a:spcPct val="150000"/>
              </a:lnSpc>
            </a:pPr>
            <a:r>
              <a:rPr lang="en-IN" b="1" i="0" dirty="0">
                <a:solidFill>
                  <a:srgbClr val="1F1F1F"/>
                </a:solidFill>
                <a:effectLst/>
                <a:latin typeface="Arial" panose="020B0604020202020204" pitchFamily="34" charset="0"/>
              </a:rPr>
              <a:t>1. Sequential Algorithm: </a:t>
            </a:r>
            <a:r>
              <a:rPr lang="en-IN" b="0" i="0" dirty="0">
                <a:solidFill>
                  <a:srgbClr val="1F1F1F"/>
                </a:solidFill>
                <a:effectLst/>
                <a:latin typeface="Arial" panose="020B0604020202020204" pitchFamily="34" charset="0"/>
              </a:rPr>
              <a:t>An algorithm in which some consecutive steps of instructions are executed in a chronological order to solve a problem. </a:t>
            </a:r>
          </a:p>
          <a:p>
            <a:pPr marL="342900" indent="-342900" algn="just">
              <a:lnSpc>
                <a:spcPct val="150000"/>
              </a:lnSpc>
              <a:buFont typeface="Wingdings" panose="05000000000000000000" pitchFamily="2" charset="2"/>
              <a:buChar char="q"/>
            </a:pPr>
            <a:endParaRPr lang="en-IN" b="0" i="0" dirty="0">
              <a:solidFill>
                <a:srgbClr val="1F1F1F"/>
              </a:solidFill>
              <a:effectLst/>
              <a:latin typeface="Arial" panose="020B0604020202020204" pitchFamily="34" charset="0"/>
            </a:endParaRPr>
          </a:p>
          <a:p>
            <a:pPr marL="342900" indent="-342900" algn="just">
              <a:lnSpc>
                <a:spcPct val="150000"/>
              </a:lnSpc>
              <a:buFont typeface="Wingdings" panose="05000000000000000000" pitchFamily="2" charset="2"/>
              <a:buChar char="q"/>
            </a:pPr>
            <a:endParaRPr lang="en-IN" dirty="0">
              <a:solidFill>
                <a:srgbClr val="1F1F1F"/>
              </a:solidFill>
              <a:latin typeface="Arial" panose="020B0604020202020204" pitchFamily="34" charset="0"/>
            </a:endParaRPr>
          </a:p>
          <a:p>
            <a:pPr marL="342900" indent="-342900" algn="just">
              <a:lnSpc>
                <a:spcPct val="150000"/>
              </a:lnSpc>
              <a:buFont typeface="Wingdings" panose="05000000000000000000" pitchFamily="2" charset="2"/>
              <a:buChar char="q"/>
            </a:pPr>
            <a:endParaRPr lang="en-IN" dirty="0">
              <a:solidFill>
                <a:srgbClr val="1F1F1F"/>
              </a:solidFill>
              <a:latin typeface="Arial" panose="020B0604020202020204" pitchFamily="34" charset="0"/>
            </a:endParaRPr>
          </a:p>
          <a:p>
            <a:pPr marL="342900" indent="-342900" algn="just">
              <a:lnSpc>
                <a:spcPct val="150000"/>
              </a:lnSpc>
              <a:buFont typeface="Wingdings" panose="05000000000000000000" pitchFamily="2" charset="2"/>
              <a:buChar char="q"/>
            </a:pPr>
            <a:endParaRPr lang="en-IN" dirty="0">
              <a:solidFill>
                <a:srgbClr val="1F1F1F"/>
              </a:solidFill>
              <a:latin typeface="Arial" panose="020B0604020202020204" pitchFamily="34" charset="0"/>
            </a:endParaRPr>
          </a:p>
          <a:p>
            <a:pPr marL="342900" indent="-342900" algn="just">
              <a:lnSpc>
                <a:spcPct val="150000"/>
              </a:lnSpc>
              <a:buFont typeface="Wingdings" panose="05000000000000000000" pitchFamily="2" charset="2"/>
              <a:buChar char="q"/>
            </a:pPr>
            <a:endParaRPr lang="en-IN" dirty="0">
              <a:solidFill>
                <a:srgbClr val="1F1F1F"/>
              </a:solidFill>
              <a:latin typeface="Arial" panose="020B0604020202020204" pitchFamily="34" charset="0"/>
            </a:endParaRPr>
          </a:p>
          <a:p>
            <a:pPr algn="just">
              <a:lnSpc>
                <a:spcPct val="150000"/>
              </a:lnSpc>
            </a:pPr>
            <a:r>
              <a:rPr lang="en-IN" b="0" i="0" dirty="0">
                <a:solidFill>
                  <a:srgbClr val="1F1F1F"/>
                </a:solidFill>
                <a:effectLst/>
                <a:latin typeface="Arial" panose="020B0604020202020204" pitchFamily="34" charset="0"/>
              </a:rPr>
              <a:t>2. </a:t>
            </a:r>
            <a:r>
              <a:rPr lang="en-IN" b="1" i="0" dirty="0">
                <a:solidFill>
                  <a:srgbClr val="1F1F1F"/>
                </a:solidFill>
                <a:effectLst/>
                <a:latin typeface="Arial" panose="020B0604020202020204" pitchFamily="34" charset="0"/>
              </a:rPr>
              <a:t>Parallel Algorithm: </a:t>
            </a:r>
            <a:r>
              <a:rPr lang="en-IN" b="0" i="0" dirty="0">
                <a:solidFill>
                  <a:srgbClr val="1F1F1F"/>
                </a:solidFill>
                <a:effectLst/>
                <a:latin typeface="Arial" panose="020B0604020202020204" pitchFamily="34" charset="0"/>
              </a:rPr>
              <a:t>The problem is divided into sub-problems and are executed in parallel to get individual outputs. Later on, these individual outputs are combined together to get the final desired output.</a:t>
            </a:r>
            <a:endParaRPr lang="en-IN" dirty="0"/>
          </a:p>
        </p:txBody>
      </p:sp>
      <p:pic>
        <p:nvPicPr>
          <p:cNvPr id="9" name="Picture 8">
            <a:extLst>
              <a:ext uri="{FF2B5EF4-FFF2-40B4-BE49-F238E27FC236}">
                <a16:creationId xmlns:a16="http://schemas.microsoft.com/office/drawing/2014/main" id="{FCC193F7-66E4-A244-CC66-ECE98F06C307}"/>
              </a:ext>
            </a:extLst>
          </p:cNvPr>
          <p:cNvPicPr>
            <a:picLocks noChangeAspect="1"/>
          </p:cNvPicPr>
          <p:nvPr/>
        </p:nvPicPr>
        <p:blipFill>
          <a:blip r:embed="rId2"/>
          <a:stretch>
            <a:fillRect/>
          </a:stretch>
        </p:blipFill>
        <p:spPr>
          <a:xfrm>
            <a:off x="3708400" y="3015002"/>
            <a:ext cx="4173987" cy="1894939"/>
          </a:xfrm>
          <a:prstGeom prst="rect">
            <a:avLst/>
          </a:prstGeom>
        </p:spPr>
      </p:pic>
      <p:sp>
        <p:nvSpPr>
          <p:cNvPr id="2" name="Slide Number Placeholder 1">
            <a:extLst>
              <a:ext uri="{FF2B5EF4-FFF2-40B4-BE49-F238E27FC236}">
                <a16:creationId xmlns:a16="http://schemas.microsoft.com/office/drawing/2014/main" id="{268B8AC5-3D0A-E188-B842-086A82078FA3}"/>
              </a:ext>
            </a:extLst>
          </p:cNvPr>
          <p:cNvSpPr>
            <a:spLocks noGrp="1"/>
          </p:cNvSpPr>
          <p:nvPr>
            <p:ph type="sldNum" sz="quarter" idx="12"/>
          </p:nvPr>
        </p:nvSpPr>
        <p:spPr/>
        <p:txBody>
          <a:bodyPr/>
          <a:lstStyle/>
          <a:p>
            <a:fld id="{000E18F7-2402-4720-BFF4-341E476333D4}" type="slidenum">
              <a:rPr lang="en-IN" smtClean="0"/>
              <a:t>58</a:t>
            </a:fld>
            <a:endParaRPr lang="en-IN"/>
          </a:p>
        </p:txBody>
      </p:sp>
    </p:spTree>
    <p:extLst>
      <p:ext uri="{BB962C8B-B14F-4D97-AF65-F5344CB8AC3E}">
        <p14:creationId xmlns:p14="http://schemas.microsoft.com/office/powerpoint/2010/main" val="408726847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7C7FF16-C21D-E1BE-E074-FC6F27E10EEC}"/>
              </a:ext>
            </a:extLst>
          </p:cNvPr>
          <p:cNvSpPr txBox="1"/>
          <p:nvPr/>
        </p:nvSpPr>
        <p:spPr>
          <a:xfrm>
            <a:off x="1005840" y="1137900"/>
            <a:ext cx="10556240" cy="2802690"/>
          </a:xfrm>
          <a:prstGeom prst="rect">
            <a:avLst/>
          </a:prstGeom>
          <a:noFill/>
        </p:spPr>
        <p:txBody>
          <a:bodyPr wrap="square">
            <a:spAutoFit/>
          </a:bodyPr>
          <a:lstStyle/>
          <a:p>
            <a:pPr marL="342900" indent="-342900" algn="just">
              <a:lnSpc>
                <a:spcPct val="150000"/>
              </a:lnSpc>
              <a:buFont typeface="Wingdings" panose="05000000000000000000" pitchFamily="2" charset="2"/>
              <a:buChar char="q"/>
            </a:pPr>
            <a:r>
              <a:rPr lang="en-IN" sz="2400" b="0" i="0" dirty="0">
                <a:solidFill>
                  <a:schemeClr val="accent1"/>
                </a:solidFill>
                <a:effectLst/>
                <a:latin typeface="Arial" panose="020B0604020202020204" pitchFamily="34" charset="0"/>
              </a:rPr>
              <a:t>Parallel Algorithms </a:t>
            </a:r>
            <a:r>
              <a:rPr lang="en-IN" sz="2400" b="0" i="0" dirty="0">
                <a:solidFill>
                  <a:srgbClr val="1F1F1F"/>
                </a:solidFill>
                <a:effectLst/>
                <a:latin typeface="Arial" panose="020B0604020202020204" pitchFamily="34" charset="0"/>
              </a:rPr>
              <a:t>are algorithms to be run on parallel machines </a:t>
            </a:r>
          </a:p>
          <a:p>
            <a:pPr marL="342900" indent="-342900" algn="just">
              <a:lnSpc>
                <a:spcPct val="150000"/>
              </a:lnSpc>
              <a:buFont typeface="Wingdings" panose="05000000000000000000" pitchFamily="2" charset="2"/>
              <a:buChar char="q"/>
            </a:pPr>
            <a:r>
              <a:rPr lang="en-IN" sz="2400" b="0" i="0" dirty="0">
                <a:solidFill>
                  <a:srgbClr val="1F1F1F"/>
                </a:solidFill>
                <a:effectLst/>
                <a:latin typeface="Arial" panose="020B0604020202020204" pitchFamily="34" charset="0"/>
              </a:rPr>
              <a:t>A parallel algorithm can be executed simultaneously on many different processing devices and then combined together to get the correct result. </a:t>
            </a:r>
          </a:p>
          <a:p>
            <a:pPr marL="342900" indent="-342900" algn="just">
              <a:lnSpc>
                <a:spcPct val="150000"/>
              </a:lnSpc>
              <a:buFont typeface="Wingdings" panose="05000000000000000000" pitchFamily="2" charset="2"/>
              <a:buChar char="q"/>
            </a:pPr>
            <a:r>
              <a:rPr lang="en-IN" sz="2400" b="0" i="0" dirty="0">
                <a:solidFill>
                  <a:srgbClr val="1F1F1F"/>
                </a:solidFill>
                <a:effectLst/>
                <a:latin typeface="Arial" panose="020B0604020202020204" pitchFamily="34" charset="0"/>
              </a:rPr>
              <a:t>Parallel algorithms are highly useful in processing huge volumes of data in quick time.</a:t>
            </a:r>
            <a:endParaRPr lang="en-IN" sz="2400" dirty="0"/>
          </a:p>
        </p:txBody>
      </p:sp>
      <p:sp>
        <p:nvSpPr>
          <p:cNvPr id="7" name="TextBox 6">
            <a:extLst>
              <a:ext uri="{FF2B5EF4-FFF2-40B4-BE49-F238E27FC236}">
                <a16:creationId xmlns:a16="http://schemas.microsoft.com/office/drawing/2014/main" id="{4CC96926-E3AA-2D52-D4FA-D2B38EB987DE}"/>
              </a:ext>
            </a:extLst>
          </p:cNvPr>
          <p:cNvSpPr txBox="1"/>
          <p:nvPr/>
        </p:nvSpPr>
        <p:spPr>
          <a:xfrm>
            <a:off x="1005840" y="236974"/>
            <a:ext cx="6096000" cy="707886"/>
          </a:xfrm>
          <a:prstGeom prst="rect">
            <a:avLst/>
          </a:prstGeom>
          <a:noFill/>
        </p:spPr>
        <p:txBody>
          <a:bodyPr wrap="square">
            <a:spAutoFit/>
          </a:bodyPr>
          <a:lstStyle/>
          <a:p>
            <a:r>
              <a:rPr lang="en-IN" sz="4000" b="1" i="0" dirty="0">
                <a:solidFill>
                  <a:schemeClr val="accent1"/>
                </a:solidFill>
                <a:effectLst/>
                <a:latin typeface="Arial" panose="020B0604020202020204" pitchFamily="34" charset="0"/>
              </a:rPr>
              <a:t>Parallel Algorithms </a:t>
            </a:r>
            <a:endParaRPr lang="en-IN" sz="4000" b="1" dirty="0">
              <a:solidFill>
                <a:schemeClr val="accent1"/>
              </a:solidFill>
            </a:endParaRPr>
          </a:p>
        </p:txBody>
      </p:sp>
      <p:pic>
        <p:nvPicPr>
          <p:cNvPr id="11" name="Picture 10">
            <a:extLst>
              <a:ext uri="{FF2B5EF4-FFF2-40B4-BE49-F238E27FC236}">
                <a16:creationId xmlns:a16="http://schemas.microsoft.com/office/drawing/2014/main" id="{F1AF18BC-32E4-BB81-D8B9-04C63582EAED}"/>
              </a:ext>
            </a:extLst>
          </p:cNvPr>
          <p:cNvPicPr>
            <a:picLocks noChangeAspect="1"/>
          </p:cNvPicPr>
          <p:nvPr/>
        </p:nvPicPr>
        <p:blipFill>
          <a:blip r:embed="rId2"/>
          <a:srcRect l="36082" t="57185" r="20168"/>
          <a:stretch>
            <a:fillRect/>
          </a:stretch>
        </p:blipFill>
        <p:spPr>
          <a:xfrm>
            <a:off x="3581401" y="3684786"/>
            <a:ext cx="5334000" cy="2936240"/>
          </a:xfrm>
          <a:prstGeom prst="rect">
            <a:avLst/>
          </a:prstGeom>
        </p:spPr>
      </p:pic>
      <p:sp>
        <p:nvSpPr>
          <p:cNvPr id="2" name="Slide Number Placeholder 1">
            <a:extLst>
              <a:ext uri="{FF2B5EF4-FFF2-40B4-BE49-F238E27FC236}">
                <a16:creationId xmlns:a16="http://schemas.microsoft.com/office/drawing/2014/main" id="{47631211-C789-0608-CE9B-03B6EB375A6D}"/>
              </a:ext>
            </a:extLst>
          </p:cNvPr>
          <p:cNvSpPr>
            <a:spLocks noGrp="1"/>
          </p:cNvSpPr>
          <p:nvPr>
            <p:ph type="sldNum" sz="quarter" idx="12"/>
          </p:nvPr>
        </p:nvSpPr>
        <p:spPr/>
        <p:txBody>
          <a:bodyPr/>
          <a:lstStyle/>
          <a:p>
            <a:fld id="{000E18F7-2402-4720-BFF4-341E476333D4}" type="slidenum">
              <a:rPr lang="en-IN" smtClean="0"/>
              <a:t>59</a:t>
            </a:fld>
            <a:endParaRPr lang="en-IN"/>
          </a:p>
        </p:txBody>
      </p:sp>
    </p:spTree>
    <p:extLst>
      <p:ext uri="{BB962C8B-B14F-4D97-AF65-F5344CB8AC3E}">
        <p14:creationId xmlns:p14="http://schemas.microsoft.com/office/powerpoint/2010/main" val="378569715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52EA5A6-69B9-FB6F-868C-0FB4375D87CB}"/>
              </a:ext>
            </a:extLst>
          </p:cNvPr>
          <p:cNvSpPr>
            <a:spLocks noGrp="1"/>
          </p:cNvSpPr>
          <p:nvPr>
            <p:ph type="sldNum" sz="quarter" idx="12"/>
          </p:nvPr>
        </p:nvSpPr>
        <p:spPr/>
        <p:txBody>
          <a:bodyPr/>
          <a:lstStyle/>
          <a:p>
            <a:fld id="{000E18F7-2402-4720-BFF4-341E476333D4}" type="slidenum">
              <a:rPr lang="en-IN" smtClean="0"/>
              <a:t>60</a:t>
            </a:fld>
            <a:endParaRPr lang="en-IN"/>
          </a:p>
        </p:txBody>
      </p:sp>
      <p:sp>
        <p:nvSpPr>
          <p:cNvPr id="4" name="TextBox 3">
            <a:extLst>
              <a:ext uri="{FF2B5EF4-FFF2-40B4-BE49-F238E27FC236}">
                <a16:creationId xmlns:a16="http://schemas.microsoft.com/office/drawing/2014/main" id="{3374FEE6-AB1E-A6C0-58F0-D7E9E18F3B4D}"/>
              </a:ext>
            </a:extLst>
          </p:cNvPr>
          <p:cNvSpPr txBox="1"/>
          <p:nvPr/>
        </p:nvSpPr>
        <p:spPr>
          <a:xfrm>
            <a:off x="922020" y="430014"/>
            <a:ext cx="6096000" cy="707886"/>
          </a:xfrm>
          <a:prstGeom prst="rect">
            <a:avLst/>
          </a:prstGeom>
          <a:noFill/>
        </p:spPr>
        <p:txBody>
          <a:bodyPr wrap="square">
            <a:spAutoFit/>
          </a:bodyPr>
          <a:lstStyle/>
          <a:p>
            <a:r>
              <a:rPr lang="en-IN" sz="4000" b="1" i="0" dirty="0">
                <a:solidFill>
                  <a:schemeClr val="accent1"/>
                </a:solidFill>
                <a:effectLst/>
                <a:latin typeface="Arial" panose="020B0604020202020204" pitchFamily="34" charset="0"/>
              </a:rPr>
              <a:t>Parallel Algorithms </a:t>
            </a:r>
            <a:endParaRPr lang="en-IN" sz="4000" b="1" dirty="0">
              <a:solidFill>
                <a:schemeClr val="accent1"/>
              </a:solidFill>
            </a:endParaRPr>
          </a:p>
        </p:txBody>
      </p:sp>
      <p:sp>
        <p:nvSpPr>
          <p:cNvPr id="6" name="TextBox 5">
            <a:extLst>
              <a:ext uri="{FF2B5EF4-FFF2-40B4-BE49-F238E27FC236}">
                <a16:creationId xmlns:a16="http://schemas.microsoft.com/office/drawing/2014/main" id="{E99103CF-3E2E-5970-3770-FB7AA2408BA7}"/>
              </a:ext>
            </a:extLst>
          </p:cNvPr>
          <p:cNvSpPr txBox="1"/>
          <p:nvPr/>
        </p:nvSpPr>
        <p:spPr>
          <a:xfrm>
            <a:off x="922020" y="1247249"/>
            <a:ext cx="10347960" cy="4363502"/>
          </a:xfrm>
          <a:prstGeom prst="rect">
            <a:avLst/>
          </a:prstGeom>
          <a:noFill/>
        </p:spPr>
        <p:txBody>
          <a:bodyPr wrap="square">
            <a:spAutoFit/>
          </a:bodyPr>
          <a:lstStyle/>
          <a:p>
            <a:pPr algn="just">
              <a:lnSpc>
                <a:spcPct val="150000"/>
              </a:lnSpc>
              <a:spcBef>
                <a:spcPts val="1800"/>
              </a:spcBef>
              <a:spcAft>
                <a:spcPts val="900"/>
              </a:spcAft>
              <a:buNone/>
            </a:pPr>
            <a:r>
              <a:rPr lang="en-IN" sz="2400" b="1" u="none" strike="noStrike" dirty="0">
                <a:effectLst/>
                <a:latin typeface="Arial" panose="020B0604020202020204" pitchFamily="34" charset="0"/>
                <a:cs typeface="Arial" panose="020B0604020202020204" pitchFamily="34" charset="0"/>
              </a:rPr>
              <a:t>Core Architecture Models</a:t>
            </a:r>
          </a:p>
          <a:p>
            <a:pPr marL="342900" indent="-342900" algn="just">
              <a:lnSpc>
                <a:spcPct val="150000"/>
              </a:lnSpc>
              <a:spcBef>
                <a:spcPts val="900"/>
              </a:spcBef>
              <a:spcAft>
                <a:spcPts val="900"/>
              </a:spcAft>
              <a:buFont typeface="Arial" panose="020B0604020202020204" pitchFamily="34" charset="0"/>
              <a:buChar char="•"/>
            </a:pPr>
            <a:r>
              <a:rPr lang="en-IN" sz="2400" b="1" u="none" strike="noStrike" dirty="0">
                <a:effectLst/>
                <a:latin typeface="Arial" panose="020B0604020202020204" pitchFamily="34" charset="0"/>
                <a:cs typeface="Arial" panose="020B0604020202020204" pitchFamily="34" charset="0"/>
              </a:rPr>
              <a:t>PRAM (Parallel Random-Access Machine)</a:t>
            </a:r>
            <a:r>
              <a:rPr lang="en-IN" sz="2400" b="0" u="none" strike="noStrike" dirty="0">
                <a:effectLst/>
                <a:latin typeface="Arial" panose="020B0604020202020204" pitchFamily="34" charset="0"/>
                <a:cs typeface="Arial" panose="020B0604020202020204" pitchFamily="34" charset="0"/>
              </a:rPr>
              <a:t>: A theoretical shared-memory model where multiple processors manipulate a centralized global memory space simultaneously. </a:t>
            </a:r>
          </a:p>
          <a:p>
            <a:pPr marL="342900" indent="-342900" algn="just">
              <a:lnSpc>
                <a:spcPct val="150000"/>
              </a:lnSpc>
              <a:spcBef>
                <a:spcPts val="900"/>
              </a:spcBef>
              <a:spcAft>
                <a:spcPts val="900"/>
              </a:spcAft>
              <a:buFont typeface="Arial" panose="020B0604020202020204" pitchFamily="34" charset="0"/>
              <a:buChar char="•"/>
            </a:pPr>
            <a:r>
              <a:rPr lang="en-IN" sz="2400" b="1" u="none" strike="noStrike" dirty="0">
                <a:effectLst/>
                <a:latin typeface="Arial" panose="020B0604020202020204" pitchFamily="34" charset="0"/>
                <a:cs typeface="Arial" panose="020B0604020202020204" pitchFamily="34" charset="0"/>
              </a:rPr>
              <a:t>Message Passing Model</a:t>
            </a:r>
            <a:r>
              <a:rPr lang="en-IN" sz="2400" b="0" u="none" strike="noStrike" dirty="0">
                <a:effectLst/>
                <a:latin typeface="Arial" panose="020B0604020202020204" pitchFamily="34" charset="0"/>
                <a:cs typeface="Arial" panose="020B0604020202020204" pitchFamily="34" charset="0"/>
              </a:rPr>
              <a:t>: Designed for distributed systems where processors utilize individual local memory and exchange information explicitly through data packets.</a:t>
            </a:r>
          </a:p>
        </p:txBody>
      </p:sp>
    </p:spTree>
    <p:extLst>
      <p:ext uri="{BB962C8B-B14F-4D97-AF65-F5344CB8AC3E}">
        <p14:creationId xmlns:p14="http://schemas.microsoft.com/office/powerpoint/2010/main" val="10885469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45F9F-3216-DB28-62FE-4A14F1A2CE2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F49CD6E-7E0F-5E4E-FBE5-9B82B06A5501}"/>
              </a:ext>
            </a:extLst>
          </p:cNvPr>
          <p:cNvSpPr>
            <a:spLocks noGrp="1"/>
          </p:cNvSpPr>
          <p:nvPr>
            <p:ph type="sldNum" sz="quarter" idx="12"/>
          </p:nvPr>
        </p:nvSpPr>
        <p:spPr/>
        <p:txBody>
          <a:bodyPr/>
          <a:lstStyle/>
          <a:p>
            <a:fld id="{000E18F7-2402-4720-BFF4-341E476333D4}" type="slidenum">
              <a:rPr lang="en-IN" smtClean="0"/>
              <a:t>61</a:t>
            </a:fld>
            <a:endParaRPr lang="en-IN"/>
          </a:p>
        </p:txBody>
      </p:sp>
      <p:sp>
        <p:nvSpPr>
          <p:cNvPr id="4" name="TextBox 3">
            <a:extLst>
              <a:ext uri="{FF2B5EF4-FFF2-40B4-BE49-F238E27FC236}">
                <a16:creationId xmlns:a16="http://schemas.microsoft.com/office/drawing/2014/main" id="{CB2A2E10-C500-E6D6-2E56-30DE5A619006}"/>
              </a:ext>
            </a:extLst>
          </p:cNvPr>
          <p:cNvSpPr txBox="1"/>
          <p:nvPr/>
        </p:nvSpPr>
        <p:spPr>
          <a:xfrm>
            <a:off x="942340" y="302056"/>
            <a:ext cx="6096000" cy="707886"/>
          </a:xfrm>
          <a:prstGeom prst="rect">
            <a:avLst/>
          </a:prstGeom>
          <a:noFill/>
        </p:spPr>
        <p:txBody>
          <a:bodyPr wrap="square">
            <a:spAutoFit/>
          </a:bodyPr>
          <a:lstStyle/>
          <a:p>
            <a:r>
              <a:rPr lang="en-IN" sz="4000" b="1" i="0" dirty="0">
                <a:solidFill>
                  <a:schemeClr val="accent1"/>
                </a:solidFill>
                <a:effectLst/>
                <a:latin typeface="Arial" panose="020B0604020202020204" pitchFamily="34" charset="0"/>
              </a:rPr>
              <a:t>Parallel Algorithms </a:t>
            </a:r>
            <a:endParaRPr lang="en-IN" sz="4000" b="1" dirty="0">
              <a:solidFill>
                <a:schemeClr val="accent1"/>
              </a:solidFill>
            </a:endParaRPr>
          </a:p>
        </p:txBody>
      </p:sp>
      <p:sp>
        <p:nvSpPr>
          <p:cNvPr id="5" name="TextBox 4">
            <a:extLst>
              <a:ext uri="{FF2B5EF4-FFF2-40B4-BE49-F238E27FC236}">
                <a16:creationId xmlns:a16="http://schemas.microsoft.com/office/drawing/2014/main" id="{90E8286C-6BEF-E5F8-7BA4-A9E97AD33E4B}"/>
              </a:ext>
            </a:extLst>
          </p:cNvPr>
          <p:cNvSpPr txBox="1"/>
          <p:nvPr/>
        </p:nvSpPr>
        <p:spPr>
          <a:xfrm>
            <a:off x="1097280" y="1069827"/>
            <a:ext cx="10078720" cy="5486117"/>
          </a:xfrm>
          <a:prstGeom prst="rect">
            <a:avLst/>
          </a:prstGeom>
          <a:noFill/>
        </p:spPr>
        <p:txBody>
          <a:bodyPr wrap="square">
            <a:spAutoFit/>
          </a:bodyPr>
          <a:lstStyle/>
          <a:p>
            <a:pPr algn="just">
              <a:spcBef>
                <a:spcPts val="1800"/>
              </a:spcBef>
              <a:spcAft>
                <a:spcPts val="900"/>
              </a:spcAft>
              <a:buNone/>
            </a:pPr>
            <a:r>
              <a:rPr lang="en-IN" sz="2400" b="1" u="none" strike="noStrike" dirty="0">
                <a:effectLst/>
                <a:latin typeface="Google Sans"/>
              </a:rPr>
              <a:t>Main Processing Paradigms</a:t>
            </a:r>
          </a:p>
          <a:p>
            <a:pPr algn="just">
              <a:spcBef>
                <a:spcPts val="900"/>
              </a:spcBef>
              <a:spcAft>
                <a:spcPts val="1200"/>
              </a:spcAft>
              <a:buNone/>
            </a:pPr>
            <a:r>
              <a:rPr lang="en-IN" sz="2400" b="0" u="none" strike="noStrike" dirty="0">
                <a:effectLst/>
                <a:latin typeface="Google Sans"/>
              </a:rPr>
              <a:t>Developers categorize algorithmic parallelism based on what part of the program is being split up. </a:t>
            </a:r>
          </a:p>
          <a:p>
            <a:pPr marL="342900" indent="-342900" algn="just">
              <a:spcBef>
                <a:spcPts val="900"/>
              </a:spcBef>
              <a:spcAft>
                <a:spcPts val="900"/>
              </a:spcAft>
              <a:buFont typeface="Arial" panose="020B0604020202020204" pitchFamily="34" charset="0"/>
              <a:buChar char="•"/>
            </a:pPr>
            <a:r>
              <a:rPr lang="en-IN" sz="2400" b="1" u="none" strike="noStrike" dirty="0">
                <a:effectLst/>
                <a:latin typeface="Google Sans"/>
              </a:rPr>
              <a:t>Data Parallelism</a:t>
            </a:r>
            <a:r>
              <a:rPr lang="en-IN" sz="2400" b="0" u="none" strike="noStrike" dirty="0">
                <a:effectLst/>
                <a:latin typeface="Google Sans"/>
              </a:rPr>
              <a:t>: The same exact operation is executed simultaneously across different chunks of a massive dataset. (e.g., Matrix multiplication, image filtering). </a:t>
            </a:r>
          </a:p>
          <a:p>
            <a:pPr marL="342900" indent="-342900" algn="just">
              <a:spcBef>
                <a:spcPts val="900"/>
              </a:spcBef>
              <a:spcAft>
                <a:spcPts val="900"/>
              </a:spcAft>
              <a:buFont typeface="Arial" panose="020B0604020202020204" pitchFamily="34" charset="0"/>
              <a:buChar char="•"/>
            </a:pPr>
            <a:r>
              <a:rPr lang="en-IN" sz="2400" b="1" u="none" strike="noStrike" dirty="0">
                <a:effectLst/>
                <a:latin typeface="Google Sans"/>
              </a:rPr>
              <a:t>Task Parallelism</a:t>
            </a:r>
            <a:r>
              <a:rPr lang="en-IN" sz="2400" b="0" u="none" strike="noStrike" dirty="0">
                <a:effectLst/>
                <a:latin typeface="Google Sans"/>
              </a:rPr>
              <a:t>: The program is broken down into distinct, independent functions that run concurrently on different processors. (e.g., Running a database backup while processing web requests). </a:t>
            </a:r>
          </a:p>
          <a:p>
            <a:pPr marL="342900" indent="-342900" algn="just">
              <a:spcBef>
                <a:spcPts val="900"/>
              </a:spcBef>
              <a:spcAft>
                <a:spcPts val="900"/>
              </a:spcAft>
              <a:buFont typeface="Arial" panose="020B0604020202020204" pitchFamily="34" charset="0"/>
              <a:buChar char="•"/>
            </a:pPr>
            <a:r>
              <a:rPr lang="en-IN" sz="2400" b="1" u="none" strike="noStrike" dirty="0">
                <a:effectLst/>
                <a:latin typeface="Google Sans"/>
              </a:rPr>
              <a:t>Pipeline Model</a:t>
            </a:r>
            <a:r>
              <a:rPr lang="en-IN" sz="2400" b="0" u="none" strike="noStrike" dirty="0">
                <a:effectLst/>
                <a:latin typeface="Google Sans"/>
              </a:rPr>
              <a:t>: Operations are performed in consecutive stages where the output of one processor feeds as the input to the next. Also known as the Producer-Consumer framework. </a:t>
            </a:r>
          </a:p>
        </p:txBody>
      </p:sp>
    </p:spTree>
    <p:extLst>
      <p:ext uri="{BB962C8B-B14F-4D97-AF65-F5344CB8AC3E}">
        <p14:creationId xmlns:p14="http://schemas.microsoft.com/office/powerpoint/2010/main" val="40868022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1015A09-C75D-1D31-675A-E0DD2D3D21FB}"/>
              </a:ext>
            </a:extLst>
          </p:cNvPr>
          <p:cNvSpPr txBox="1"/>
          <p:nvPr/>
        </p:nvSpPr>
        <p:spPr>
          <a:xfrm>
            <a:off x="3048000" y="2828835"/>
            <a:ext cx="6096000" cy="1200329"/>
          </a:xfrm>
          <a:prstGeom prst="rect">
            <a:avLst/>
          </a:prstGeom>
          <a:noFill/>
        </p:spPr>
        <p:txBody>
          <a:bodyPr wrap="square">
            <a:spAutoFit/>
          </a:bodyPr>
          <a:lstStyle/>
          <a:p>
            <a:pPr algn="ctr"/>
            <a:r>
              <a:rPr lang="en-IN" sz="7200" b="1" dirty="0">
                <a:solidFill>
                  <a:srgbClr val="0070C0"/>
                </a:solidFill>
                <a:latin typeface="Arial" panose="020B0604020202020204" pitchFamily="34" charset="0"/>
              </a:rPr>
              <a:t>Thank You</a:t>
            </a:r>
            <a:endParaRPr lang="en-IN" sz="7200" b="1" dirty="0">
              <a:solidFill>
                <a:srgbClr val="0070C0"/>
              </a:solidFill>
            </a:endParaRPr>
          </a:p>
        </p:txBody>
      </p:sp>
      <p:sp>
        <p:nvSpPr>
          <p:cNvPr id="2" name="Slide Number Placeholder 1">
            <a:extLst>
              <a:ext uri="{FF2B5EF4-FFF2-40B4-BE49-F238E27FC236}">
                <a16:creationId xmlns:a16="http://schemas.microsoft.com/office/drawing/2014/main" id="{282573F7-3AFA-5655-9950-D88E76C1812D}"/>
              </a:ext>
            </a:extLst>
          </p:cNvPr>
          <p:cNvSpPr>
            <a:spLocks noGrp="1"/>
          </p:cNvSpPr>
          <p:nvPr>
            <p:ph type="sldNum" sz="quarter" idx="12"/>
          </p:nvPr>
        </p:nvSpPr>
        <p:spPr/>
        <p:txBody>
          <a:bodyPr/>
          <a:lstStyle/>
          <a:p>
            <a:fld id="{000E18F7-2402-4720-BFF4-341E476333D4}" type="slidenum">
              <a:rPr lang="en-IN" smtClean="0"/>
              <a:t>62</a:t>
            </a:fld>
            <a:endParaRPr lang="en-IN"/>
          </a:p>
        </p:txBody>
      </p:sp>
    </p:spTree>
    <p:extLst>
      <p:ext uri="{BB962C8B-B14F-4D97-AF65-F5344CB8AC3E}">
        <p14:creationId xmlns:p14="http://schemas.microsoft.com/office/powerpoint/2010/main" val="289071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2436</TotalTime>
  <Words>5121</Words>
  <Application>Microsoft Office PowerPoint</Application>
  <PresentationFormat>Widescreen</PresentationFormat>
  <Paragraphs>1147</Paragraphs>
  <Slides>62</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62</vt:i4>
      </vt:variant>
    </vt:vector>
  </HeadingPairs>
  <TitlesOfParts>
    <vt:vector size="69" baseType="lpstr">
      <vt:lpstr>Arial</vt:lpstr>
      <vt:lpstr>Calibri</vt:lpstr>
      <vt:lpstr>Calibri Light</vt:lpstr>
      <vt:lpstr>Google Sans</vt:lpstr>
      <vt:lpstr>Nunito</vt:lpstr>
      <vt:lpstr>Wingdings</vt:lpstr>
      <vt:lpstr>Office Theme</vt:lpstr>
      <vt:lpstr>Unit-4 Backtracking, Branch &amp; Bound</vt:lpstr>
      <vt:lpstr>Syllabus</vt:lpstr>
      <vt:lpstr>Backtracking</vt:lpstr>
      <vt:lpstr>Backtracking</vt:lpstr>
      <vt:lpstr>Backtracking</vt:lpstr>
      <vt:lpstr>Backtracking </vt:lpstr>
      <vt:lpstr>Backtracking helps to solve following  computer science problems</vt:lpstr>
      <vt:lpstr>Backtracking Algorithm: The 4-Queens Problem</vt:lpstr>
      <vt:lpstr>PowerPoint Presentation</vt:lpstr>
      <vt:lpstr>Backtracking Algorithm: The 4-Queens Problem</vt:lpstr>
      <vt:lpstr>PowerPoint Presentation</vt:lpstr>
      <vt:lpstr>Backtracking Algorithm: The 4-Queens Problem</vt:lpstr>
      <vt:lpstr>Backtracking Algorithm: The 4-Queens Problem</vt:lpstr>
      <vt:lpstr>Backtracking Algorithm: The 8-Queens Problem</vt:lpstr>
      <vt:lpstr>Backtracking Algorithm: The 8-Queens Problem</vt:lpstr>
      <vt:lpstr>Backtracking Algorithm: The 8-Queens Problem</vt:lpstr>
      <vt:lpstr>Backtracking Algorithm: The 8-Queens Problem</vt:lpstr>
      <vt:lpstr>Backtracking Algorithm: The 8-Queens Problem</vt:lpstr>
      <vt:lpstr>Hamiltonian Cycle</vt:lpstr>
      <vt:lpstr>Hamiltonian Cycle: Adjacency Matrix</vt:lpstr>
      <vt:lpstr>Hamiltonian Cycle: Algorithm</vt:lpstr>
      <vt:lpstr>Hamiltonian Cycle: State Space Tree</vt:lpstr>
      <vt:lpstr>GRAPH COLORING</vt:lpstr>
      <vt:lpstr>GRAPH COLORING</vt:lpstr>
      <vt:lpstr>GRAPH COLORING Algorithm and State space Tree</vt:lpstr>
      <vt:lpstr>Branch &amp; Bound</vt:lpstr>
      <vt:lpstr>Branch &amp; Bound</vt:lpstr>
      <vt:lpstr>Branch &amp; Bound: Types of Nodes</vt:lpstr>
      <vt:lpstr>PowerPoint Presentation</vt:lpstr>
      <vt:lpstr>FIFO-BB (First-In First-Out Branch &amp; Bound) Queue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Dayanand Yadav</dc:creator>
  <cp:lastModifiedBy>Dayanand Yadav</cp:lastModifiedBy>
  <cp:revision>376</cp:revision>
  <dcterms:created xsi:type="dcterms:W3CDTF">2026-06-06T08:56:08Z</dcterms:created>
  <dcterms:modified xsi:type="dcterms:W3CDTF">2026-07-02T08:47:42Z</dcterms:modified>
</cp:coreProperties>
</file>